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7754"/>
    <a:srgbClr val="3A7E59"/>
    <a:srgbClr val="378160"/>
    <a:srgbClr val="3C8C68"/>
    <a:srgbClr val="367E5D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65" autoAdjust="0"/>
  </p:normalViewPr>
  <p:slideViewPr>
    <p:cSldViewPr>
      <p:cViewPr>
        <p:scale>
          <a:sx n="95" d="100"/>
          <a:sy n="95" d="100"/>
        </p:scale>
        <p:origin x="1254" y="3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image" Target="../media/image3.png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72BA-B2DC-4B78-AF06-FE35E517EFB6}" type="datetimeFigureOut">
              <a:rPr lang="es-ES" smtClean="0"/>
              <a:t>02/04/2025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B87A-10C8-493F-88B2-CDF6AF2B9C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2086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72BA-B2DC-4B78-AF06-FE35E517EFB6}" type="datetimeFigureOut">
              <a:rPr lang="es-ES" smtClean="0"/>
              <a:t>02/04/2025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B87A-10C8-493F-88B2-CDF6AF2B9C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2927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72BA-B2DC-4B78-AF06-FE35E517EFB6}" type="datetimeFigureOut">
              <a:rPr lang="es-ES" smtClean="0"/>
              <a:t>02/04/2025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B87A-10C8-493F-88B2-CDF6AF2B9C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6619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72BA-B2DC-4B78-AF06-FE35E517EFB6}" type="datetimeFigureOut">
              <a:rPr lang="es-ES" smtClean="0"/>
              <a:t>02/04/2025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B87A-10C8-493F-88B2-CDF6AF2B9C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762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72BA-B2DC-4B78-AF06-FE35E517EFB6}" type="datetimeFigureOut">
              <a:rPr lang="es-ES" smtClean="0"/>
              <a:t>02/04/2025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B87A-10C8-493F-88B2-CDF6AF2B9C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3346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72BA-B2DC-4B78-AF06-FE35E517EFB6}" type="datetimeFigureOut">
              <a:rPr lang="es-ES" smtClean="0"/>
              <a:t>02/04/2025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B87A-10C8-493F-88B2-CDF6AF2B9C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168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72BA-B2DC-4B78-AF06-FE35E517EFB6}" type="datetimeFigureOut">
              <a:rPr lang="es-ES" smtClean="0"/>
              <a:t>02/04/2025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B87A-10C8-493F-88B2-CDF6AF2B9C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2705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72BA-B2DC-4B78-AF06-FE35E517EFB6}" type="datetimeFigureOut">
              <a:rPr lang="es-ES" smtClean="0"/>
              <a:t>02/04/2025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B87A-10C8-493F-88B2-CDF6AF2B9C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483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72BA-B2DC-4B78-AF06-FE35E517EFB6}" type="datetimeFigureOut">
              <a:rPr lang="es-ES" smtClean="0"/>
              <a:t>02/04/2025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B87A-10C8-493F-88B2-CDF6AF2B9C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2857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72BA-B2DC-4B78-AF06-FE35E517EFB6}" type="datetimeFigureOut">
              <a:rPr lang="es-ES" smtClean="0"/>
              <a:t>02/04/2025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B87A-10C8-493F-88B2-CDF6AF2B9C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2484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72BA-B2DC-4B78-AF06-FE35E517EFB6}" type="datetimeFigureOut">
              <a:rPr lang="es-ES" smtClean="0"/>
              <a:t>02/04/2025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B87A-10C8-493F-88B2-CDF6AF2B9C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1414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A72BA-B2DC-4B78-AF06-FE35E517EFB6}" type="datetimeFigureOut">
              <a:rPr lang="es-ES" smtClean="0"/>
              <a:t>02/04/2025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9B87A-10C8-493F-88B2-CDF6AF2B9C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784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0" y="31030"/>
            <a:ext cx="9118450" cy="92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71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-3469" y="-16510"/>
            <a:ext cx="1084267" cy="5160009"/>
            <a:chOff x="-3469" y="-16510"/>
            <a:chExt cx="1084267" cy="5160009"/>
          </a:xfrm>
        </p:grpSpPr>
        <p:pic>
          <p:nvPicPr>
            <p:cNvPr id="4" name="1 Imagen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469" y="-16510"/>
              <a:ext cx="1084267" cy="5160009"/>
            </a:xfrm>
            <a:prstGeom prst="rect">
              <a:avLst/>
            </a:prstGeom>
          </p:spPr>
        </p:pic>
        <p:sp>
          <p:nvSpPr>
            <p:cNvPr id="3" name="Rectángulo 2"/>
            <p:cNvSpPr/>
            <p:nvPr/>
          </p:nvSpPr>
          <p:spPr>
            <a:xfrm>
              <a:off x="165545" y="2859782"/>
              <a:ext cx="746235" cy="357352"/>
            </a:xfrm>
            <a:prstGeom prst="rect">
              <a:avLst/>
            </a:prstGeom>
            <a:solidFill>
              <a:srgbClr val="3777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5" name="Rectángulo 4"/>
            <p:cNvSpPr/>
            <p:nvPr/>
          </p:nvSpPr>
          <p:spPr>
            <a:xfrm>
              <a:off x="52863" y="4511548"/>
              <a:ext cx="971600" cy="611899"/>
            </a:xfrm>
            <a:prstGeom prst="rect">
              <a:avLst/>
            </a:prstGeom>
            <a:solidFill>
              <a:srgbClr val="4492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162540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upo 75">
            <a:extLst>
              <a:ext uri="{FF2B5EF4-FFF2-40B4-BE49-F238E27FC236}">
                <a16:creationId xmlns:a16="http://schemas.microsoft.com/office/drawing/2014/main" id="{34BB6A5C-D6B7-A0E7-2704-293F7E3F73DE}"/>
              </a:ext>
            </a:extLst>
          </p:cNvPr>
          <p:cNvGrpSpPr/>
          <p:nvPr/>
        </p:nvGrpSpPr>
        <p:grpSpPr>
          <a:xfrm>
            <a:off x="3680" y="0"/>
            <a:ext cx="9144000" cy="5124450"/>
            <a:chOff x="3680" y="0"/>
            <a:chExt cx="9144000" cy="5124450"/>
          </a:xfrm>
        </p:grpSpPr>
        <p:grpSp>
          <p:nvGrpSpPr>
            <p:cNvPr id="2" name="Grupo 1"/>
            <p:cNvGrpSpPr/>
            <p:nvPr/>
          </p:nvGrpSpPr>
          <p:grpSpPr>
            <a:xfrm>
              <a:off x="35496" y="0"/>
              <a:ext cx="9058530" cy="4354979"/>
              <a:chOff x="35496" y="0"/>
              <a:chExt cx="9058530" cy="4354979"/>
            </a:xfrm>
          </p:grpSpPr>
          <p:pic>
            <p:nvPicPr>
              <p:cNvPr id="19" name="Imagen 18"/>
              <p:cNvPicPr/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496" y="0"/>
                <a:ext cx="9058530" cy="923290"/>
              </a:xfrm>
              <a:prstGeom prst="rect">
                <a:avLst/>
              </a:prstGeom>
            </p:spPr>
          </p:pic>
          <p:pic>
            <p:nvPicPr>
              <p:cNvPr id="21" name="Imagen 20" descr="Interfaz de usuario gráfica, Aplicación, Teams&#10;&#10;Descripción generada automáticamente"/>
              <p:cNvPicPr/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16416" y="987574"/>
                <a:ext cx="777240" cy="3367405"/>
              </a:xfrm>
              <a:prstGeom prst="rect">
                <a:avLst/>
              </a:prstGeom>
            </p:spPr>
          </p:pic>
        </p:grpSp>
        <p:pic>
          <p:nvPicPr>
            <p:cNvPr id="75" name="Imagen 74">
              <a:extLst>
                <a:ext uri="{FF2B5EF4-FFF2-40B4-BE49-F238E27FC236}">
                  <a16:creationId xmlns:a16="http://schemas.microsoft.com/office/drawing/2014/main" id="{81F3503F-0C37-7B1D-3716-416ED3E42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80" y="4286517"/>
              <a:ext cx="9144000" cy="8379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93052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0</Words>
  <Application>Microsoft Office PowerPoint</Application>
  <PresentationFormat>Presentación en pantalla (16:9)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CAS-SGI</cp:lastModifiedBy>
  <cp:revision>38</cp:revision>
  <dcterms:created xsi:type="dcterms:W3CDTF">2021-09-21T19:57:33Z</dcterms:created>
  <dcterms:modified xsi:type="dcterms:W3CDTF">2025-04-02T22:56:45Z</dcterms:modified>
</cp:coreProperties>
</file>