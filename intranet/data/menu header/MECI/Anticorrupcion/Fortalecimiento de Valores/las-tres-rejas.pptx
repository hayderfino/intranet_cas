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41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06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69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72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20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190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08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53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46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14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816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2C2C9-09D2-4127-82F7-80A8AEA42403}" type="datetimeFigureOut">
              <a:rPr lang="es-ES" smtClean="0"/>
              <a:t>23/07/2014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3DDEB-FC7B-4521-AFAA-FB466F99A7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119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332656"/>
            <a:ext cx="8568952" cy="6192688"/>
          </a:xfrm>
        </p:spPr>
        <p:txBody>
          <a:bodyPr>
            <a:noAutofit/>
          </a:bodyPr>
          <a:lstStyle/>
          <a:p>
            <a:r>
              <a:rPr lang="es-ES" sz="2400" b="1" dirty="0"/>
              <a:t>Las Tres Rejas...... </a:t>
            </a:r>
            <a:r>
              <a:rPr lang="es-ES" sz="2000" dirty="0"/>
              <a:t>Siempre deberíamos hacer este ejercicio antes de hablar</a:t>
            </a:r>
            <a:r>
              <a:rPr lang="es-ES" sz="2000" dirty="0" smtClean="0"/>
              <a:t>.</a:t>
            </a:r>
            <a:br>
              <a:rPr lang="es-ES" sz="2000" dirty="0" smtClean="0"/>
            </a:b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El joven discípulo de un sabio filósofo llega a casa de éste y le dice:</a:t>
            </a:r>
            <a:br>
              <a:rPr lang="es-ES" sz="2000" dirty="0"/>
            </a:br>
            <a:r>
              <a:rPr lang="es-ES" sz="2000" dirty="0"/>
              <a:t>-Oye, maestro, un amigo tuyo estuvo hablando de ti con malevolencia... </a:t>
            </a:r>
            <a:r>
              <a:rPr lang="es-ES" sz="2000" dirty="0" smtClean="0"/>
              <a:t/>
            </a:r>
            <a:br>
              <a:rPr lang="es-ES" sz="2000" dirty="0" smtClean="0"/>
            </a:b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-¡Espera! lo interrumpe el filósofo-. ¿Ya has hecho pasar por las tres rejas lo que vas a contarme?</a:t>
            </a:r>
            <a:br>
              <a:rPr lang="es-ES" sz="2000" dirty="0"/>
            </a:br>
            <a:r>
              <a:rPr lang="es-ES" sz="2000" dirty="0"/>
              <a:t>-¿Las tres rejas?</a:t>
            </a:r>
            <a:br>
              <a:rPr lang="es-ES" sz="2000" dirty="0"/>
            </a:br>
            <a:r>
              <a:rPr lang="es-ES" sz="2000" dirty="0"/>
              <a:t>-Sí. La primera es la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verdad</a:t>
            </a:r>
            <a:r>
              <a:rPr lang="es-ES" sz="2000" dirty="0"/>
              <a:t>. ¿Estás seguro de que lo que quieres decirme es absolutamente cierto?</a:t>
            </a:r>
            <a:br>
              <a:rPr lang="es-ES" sz="2000" dirty="0"/>
            </a:br>
            <a:r>
              <a:rPr lang="es-ES" sz="2000" dirty="0"/>
              <a:t>-No. Lo oí comentar a unos vecinos.</a:t>
            </a:r>
            <a:br>
              <a:rPr lang="es-ES" sz="2000" dirty="0"/>
            </a:br>
            <a:r>
              <a:rPr lang="es-ES" sz="2000" dirty="0"/>
              <a:t>-Al menos lo habrás hecho pasar por la segunda reja, que es la bondad. Eso que deseas decirme, ¿es bueno para alguien?</a:t>
            </a:r>
            <a:br>
              <a:rPr lang="es-ES" sz="2000" dirty="0"/>
            </a:br>
            <a:r>
              <a:rPr lang="es-ES" sz="2000" dirty="0"/>
              <a:t>-No, en realidad no. Al contrario...</a:t>
            </a:r>
            <a:br>
              <a:rPr lang="es-ES" sz="2000" dirty="0"/>
            </a:br>
            <a:r>
              <a:rPr lang="es-ES" sz="2000" dirty="0"/>
              <a:t>-¡Ah, vaya! La última reja es la necesidad. ¿Es necesario hacerme saber eso que tanto te inquieta?</a:t>
            </a:r>
            <a:br>
              <a:rPr lang="es-ES" sz="2000" dirty="0"/>
            </a:br>
            <a:r>
              <a:rPr lang="es-ES" sz="2000" dirty="0"/>
              <a:t>-A decir verdad, no.</a:t>
            </a:r>
            <a:br>
              <a:rPr lang="es-ES" sz="2000" dirty="0"/>
            </a:br>
            <a:r>
              <a:rPr lang="es-ES" sz="2000" dirty="0"/>
              <a:t>-Entonces -dijo el sabio sonriendo-, si no es verdadero, ni bueno, ni necesario, enterrémoslo en el olvido</a:t>
            </a:r>
            <a:r>
              <a:rPr lang="es-ES" sz="2000" dirty="0" smtClean="0"/>
              <a:t>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78049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Presentación en pantalla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Las Tres Rejas...... Siempre deberíamos hacer este ejercicio antes de hablar.  El joven discípulo de un sabio filósofo llega a casa de éste y le dice: -Oye, maestro, un amigo tuyo estuvo hablando de ti con malevolencia...   -¡Espera! lo interrumpe el filósofo-. ¿Ya has hecho pasar por las tres rejas lo que vas a contarme? -¿Las tres rejas? -Sí. La primera es la verdad. ¿Estás seguro de que lo que quieres decirme es absolutamente cierto? -No. Lo oí comentar a unos vecinos. -Al menos lo habrás hecho pasar por la segunda reja, que es la bondad. Eso que deseas decirme, ¿es bueno para alguien? -No, en realidad no. Al contrario... -¡Ah, vaya! La última reja es la necesidad. ¿Es necesario hacerme saber eso que tanto te inquieta? -A decir verdad, no. -Entonces -dijo el sabio sonriendo-, si no es verdadero, ni bueno, ni necesario, enterrémoslo en el olvido.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Tres Rejas...... Siempre deberíamos hacer este ejercicio antes de hablar.  El joven discípulo de un sabio filósofo llega a casa de éste y le dice: -Oye, maestro, un amigo tuyo estuvo hablando de ti con malevolencia...   -¡Espera! lo interrumpe el filósofo-. ¿Ya has hecho pasar por las tres rejas lo que vas a contarme? -¿Las tres rejas? -Sí. La primera es la verdad. ¿Estás seguro de que lo que quieres decirme es absolutamente cierto? -No. Lo oí comentar a unos vecinos. -Al menos lo habrás hecho pasar por la segunda reja, que es la bondad. Eso que deseas decirme, ¿es bueno para alguien? -No, en realidad no. Al contrario... -¡Ah, vaya! La última reja es la necesidad. ¿Es necesario hacerme saber eso que tanto te inquieta? -A decir verdad, no. -Entonces -dijo el sabio sonriendo-, si no es verdadero, ni bueno, ni necesario, enterrémoslo en el olvido.</dc:title>
  <dc:creator>ASUS</dc:creator>
  <cp:lastModifiedBy>ASUS</cp:lastModifiedBy>
  <cp:revision>1</cp:revision>
  <dcterms:created xsi:type="dcterms:W3CDTF">2014-03-14T10:18:34Z</dcterms:created>
  <dcterms:modified xsi:type="dcterms:W3CDTF">2014-07-23T16:20:45Z</dcterms:modified>
</cp:coreProperties>
</file>