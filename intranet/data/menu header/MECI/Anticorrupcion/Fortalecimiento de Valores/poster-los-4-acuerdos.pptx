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6858000" cy="9144000" type="screen4x3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1" d="100"/>
          <a:sy n="51" d="100"/>
        </p:scale>
        <p:origin x="-2274" y="-108"/>
      </p:cViewPr>
      <p:guideLst>
        <p:guide orient="horz" pos="2880"/>
        <p:guide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ctrTitle"/>
          </p:nvPr>
        </p:nvSpPr>
        <p:spPr>
          <a:xfrm>
            <a:off x="514350" y="2840568"/>
            <a:ext cx="5829300" cy="196003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Subtítulo"/>
          <p:cNvSpPr>
            <a:spLocks noGrp="1"/>
          </p:cNvSpPr>
          <p:nvPr>
            <p:ph type="subTitle" idx="1"/>
          </p:nvPr>
        </p:nvSpPr>
        <p:spPr>
          <a:xfrm>
            <a:off x="1028700" y="5181600"/>
            <a:ext cx="4800600" cy="23368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modificar el estilo de subtítulo del patrón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2063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769520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541735" y="5875867"/>
            <a:ext cx="5829300" cy="181610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541735" y="3875618"/>
            <a:ext cx="5829300" cy="2000249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35281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257175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2628900" y="2844800"/>
            <a:ext cx="2257425" cy="804545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178396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</p:spPr>
        <p:txBody>
          <a:bodyPr/>
          <a:lstStyle>
            <a:lvl1pPr>
              <a:defRPr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342900" y="2046817"/>
            <a:ext cx="303014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342900" y="2899833"/>
            <a:ext cx="303014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4 Marcador de texto"/>
          <p:cNvSpPr>
            <a:spLocks noGrp="1"/>
          </p:cNvSpPr>
          <p:nvPr>
            <p:ph type="body" sz="quarter" idx="3"/>
          </p:nvPr>
        </p:nvSpPr>
        <p:spPr>
          <a:xfrm>
            <a:off x="3483769" y="2046817"/>
            <a:ext cx="3031331" cy="85301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3483769" y="2899833"/>
            <a:ext cx="3031331" cy="52683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616346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533810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44502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342900" y="364067"/>
            <a:ext cx="2256235" cy="15494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2681287" y="364067"/>
            <a:ext cx="3833813" cy="78041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342900" y="1913467"/>
            <a:ext cx="2256235" cy="6254751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204860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1344216" y="6400800"/>
            <a:ext cx="4114800" cy="7556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>
            <a:off x="1344216" y="817033"/>
            <a:ext cx="41148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1344216" y="7156451"/>
            <a:ext cx="4114800" cy="107314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97273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98187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3729037" y="488951"/>
            <a:ext cx="1157288" cy="10401300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257175" y="488951"/>
            <a:ext cx="3357563" cy="10401300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17881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título"/>
          <p:cNvSpPr>
            <a:spLocks noGrp="1"/>
          </p:cNvSpPr>
          <p:nvPr>
            <p:ph type="title"/>
          </p:nvPr>
        </p:nvSpPr>
        <p:spPr>
          <a:xfrm>
            <a:off x="342900" y="366184"/>
            <a:ext cx="6172200" cy="1524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342900" y="2133601"/>
            <a:ext cx="6172200" cy="603461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2"/>
          </p:nvPr>
        </p:nvSpPr>
        <p:spPr>
          <a:xfrm>
            <a:off x="342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01BAB9-5B30-4F2E-93CC-732220617D9A}" type="datetimeFigureOut">
              <a:rPr lang="es-ES" smtClean="0"/>
              <a:t>15/08/2014</a:t>
            </a:fld>
            <a:endParaRPr lang="es-E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2343150" y="8475134"/>
            <a:ext cx="21717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4914900" y="8475134"/>
            <a:ext cx="16002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D44D6D-FFDD-46E7-8FCC-878AF51CA56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34485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tucorazonteguia.files.wordpress.com/2012/11/4acuerdos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6857999" cy="914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0071690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Presentación en pantalla (4:3)</PresentationFormat>
  <Paragraphs>0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2" baseType="lpstr">
      <vt:lpstr>Tema de Office</vt:lpstr>
      <vt:lpstr>Presentación de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ASUS</dc:creator>
  <cp:lastModifiedBy>ASUS</cp:lastModifiedBy>
  <cp:revision>1</cp:revision>
  <dcterms:created xsi:type="dcterms:W3CDTF">2014-08-15T10:10:59Z</dcterms:created>
  <dcterms:modified xsi:type="dcterms:W3CDTF">2014-08-15T10:12:45Z</dcterms:modified>
</cp:coreProperties>
</file>