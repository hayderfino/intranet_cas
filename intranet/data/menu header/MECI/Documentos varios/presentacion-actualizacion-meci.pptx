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53"/>
  </p:notesMasterIdLst>
  <p:sldIdLst>
    <p:sldId id="353" r:id="rId2"/>
    <p:sldId id="300" r:id="rId3"/>
    <p:sldId id="295" r:id="rId4"/>
    <p:sldId id="301" r:id="rId5"/>
    <p:sldId id="307" r:id="rId6"/>
    <p:sldId id="329" r:id="rId7"/>
    <p:sldId id="308" r:id="rId8"/>
    <p:sldId id="328" r:id="rId9"/>
    <p:sldId id="309" r:id="rId10"/>
    <p:sldId id="302" r:id="rId11"/>
    <p:sldId id="257" r:id="rId12"/>
    <p:sldId id="258" r:id="rId13"/>
    <p:sldId id="303" r:id="rId14"/>
    <p:sldId id="311" r:id="rId15"/>
    <p:sldId id="312" r:id="rId16"/>
    <p:sldId id="304" r:id="rId17"/>
    <p:sldId id="273" r:id="rId18"/>
    <p:sldId id="354" r:id="rId19"/>
    <p:sldId id="274" r:id="rId20"/>
    <p:sldId id="330" r:id="rId21"/>
    <p:sldId id="287" r:id="rId22"/>
    <p:sldId id="306" r:id="rId23"/>
    <p:sldId id="332" r:id="rId24"/>
    <p:sldId id="337" r:id="rId25"/>
    <p:sldId id="339" r:id="rId26"/>
    <p:sldId id="350" r:id="rId27"/>
    <p:sldId id="351" r:id="rId28"/>
    <p:sldId id="352" r:id="rId29"/>
    <p:sldId id="340" r:id="rId30"/>
    <p:sldId id="348" r:id="rId31"/>
    <p:sldId id="341" r:id="rId32"/>
    <p:sldId id="343" r:id="rId33"/>
    <p:sldId id="276" r:id="rId34"/>
    <p:sldId id="322" r:id="rId35"/>
    <p:sldId id="277" r:id="rId36"/>
    <p:sldId id="323" r:id="rId37"/>
    <p:sldId id="278" r:id="rId38"/>
    <p:sldId id="324" r:id="rId39"/>
    <p:sldId id="279" r:id="rId40"/>
    <p:sldId id="325" r:id="rId41"/>
    <p:sldId id="280" r:id="rId42"/>
    <p:sldId id="326" r:id="rId43"/>
    <p:sldId id="305" r:id="rId44"/>
    <p:sldId id="281" r:id="rId45"/>
    <p:sldId id="285" r:id="rId46"/>
    <p:sldId id="284" r:id="rId47"/>
    <p:sldId id="286" r:id="rId48"/>
    <p:sldId id="315" r:id="rId49"/>
    <p:sldId id="316" r:id="rId50"/>
    <p:sldId id="317" r:id="rId51"/>
    <p:sldId id="355" r:id="rId52"/>
  </p:sldIdLst>
  <p:sldSz cx="9144000" cy="6858000" type="screen4x3"/>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C00"/>
    <a:srgbClr val="3D404C"/>
    <a:srgbClr val="6600FF"/>
    <a:srgbClr val="B06E0E"/>
    <a:srgbClr val="632B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09" autoAdjust="0"/>
    <p:restoredTop sz="93463" autoAdjust="0"/>
  </p:normalViewPr>
  <p:slideViewPr>
    <p:cSldViewPr snapToGrid="0" snapToObjects="1" showGuides="1">
      <p:cViewPr>
        <p:scale>
          <a:sx n="70" d="100"/>
          <a:sy n="70" d="100"/>
        </p:scale>
        <p:origin x="-1578" y="-66"/>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8" Type="http://schemas.openxmlformats.org/officeDocument/2006/relationships/slide" Target="../slides/slide6.xml"/><Relationship Id="rId3" Type="http://schemas.openxmlformats.org/officeDocument/2006/relationships/slide" Target="../slides/slide7.xml"/><Relationship Id="rId7" Type="http://schemas.openxmlformats.org/officeDocument/2006/relationships/hyperlink" Target="LEY%20489.pptx" TargetMode="External"/><Relationship Id="rId12" Type="http://schemas.openxmlformats.org/officeDocument/2006/relationships/hyperlink" Target="DECRETO%202539.pptx" TargetMode="External"/><Relationship Id="rId2" Type="http://schemas.openxmlformats.org/officeDocument/2006/relationships/hyperlink" Target="CONT.%20POLT.%20269.pptx" TargetMode="External"/><Relationship Id="rId1" Type="http://schemas.openxmlformats.org/officeDocument/2006/relationships/hyperlink" Target="CONT%20POLIT.209.pptx" TargetMode="External"/><Relationship Id="rId6" Type="http://schemas.openxmlformats.org/officeDocument/2006/relationships/hyperlink" Target="DECRETO%201537.pptx" TargetMode="External"/><Relationship Id="rId11" Type="http://schemas.openxmlformats.org/officeDocument/2006/relationships/hyperlink" Target="DECRETO%20943.pptx" TargetMode="External"/><Relationship Id="rId5" Type="http://schemas.openxmlformats.org/officeDocument/2006/relationships/hyperlink" Target="DECRETO%201826.pptx" TargetMode="External"/><Relationship Id="rId10" Type="http://schemas.openxmlformats.org/officeDocument/2006/relationships/hyperlink" Target="DECRETO%201599.pptx" TargetMode="External"/><Relationship Id="rId4" Type="http://schemas.openxmlformats.org/officeDocument/2006/relationships/hyperlink" Target="LEY%2087.pptx" TargetMode="External"/><Relationship Id="rId9" Type="http://schemas.openxmlformats.org/officeDocument/2006/relationships/hyperlink" Target="DECRETO%202145.pptx" TargetMode="External"/></Relationships>
</file>

<file path=ppt/diagrams/_rels/data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image" Target="../media/image8.png"/></Relationships>
</file>

<file path=ppt/diagrams/_rels/data4.xml.rels><?xml version="1.0" encoding="UTF-8" standalone="yes"?>
<Relationships xmlns="http://schemas.openxmlformats.org/package/2006/relationships"><Relationship Id="rId1" Type="http://schemas.openxmlformats.org/officeDocument/2006/relationships/image" Target="../media/image10.png"/></Relationships>
</file>

<file path=ppt/diagrams/_rels/data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image" Target="../media/image16.png"/></Relationships>
</file>

<file path=ppt/diagrams/_rels/data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image" Target="../media/image19.png"/></Relationships>
</file>

<file path=ppt/diagrams/_rels/data7.xml.rels><?xml version="1.0" encoding="UTF-8" standalone="yes"?>
<Relationships xmlns="http://schemas.openxmlformats.org/package/2006/relationships"><Relationship Id="rId1" Type="http://schemas.openxmlformats.org/officeDocument/2006/relationships/image" Target="../media/image16.png"/></Relationships>
</file>

<file path=ppt/diagrams/_rels/data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image" Target="../media/image26.jpeg"/><Relationship Id="rId4" Type="http://schemas.openxmlformats.org/officeDocument/2006/relationships/image" Target="../media/image29.jpeg"/></Relationships>
</file>

<file path=ppt/diagrams/_rels/data9.xml.rels><?xml version="1.0" encoding="UTF-8" standalone="yes"?>
<Relationships xmlns="http://schemas.openxmlformats.org/package/2006/relationships"><Relationship Id="rId1" Type="http://schemas.openxmlformats.org/officeDocument/2006/relationships/image" Target="../media/image30.png"/></Relationships>
</file>

<file path=ppt/diagrams/_rels/drawing1.xml.rels><?xml version="1.0" encoding="UTF-8" standalone="yes"?>
<Relationships xmlns="http://schemas.openxmlformats.org/package/2006/relationships"><Relationship Id="rId2" Type="http://schemas.openxmlformats.org/officeDocument/2006/relationships/hyperlink" Target="CONT.%20POLT.%20269.pptx" TargetMode="External"/><Relationship Id="rId1" Type="http://schemas.openxmlformats.org/officeDocument/2006/relationships/hyperlink" Target="CONT%20POLIT.209.pptx" TargetMode="External"/></Relationships>
</file>

<file path=ppt/diagrams/_rels/drawing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image" Target="../media/image8.png"/></Relationships>
</file>

<file path=ppt/diagrams/_rels/drawing4.xml.rels><?xml version="1.0" encoding="UTF-8" standalone="yes"?>
<Relationships xmlns="http://schemas.openxmlformats.org/package/2006/relationships"><Relationship Id="rId1" Type="http://schemas.openxmlformats.org/officeDocument/2006/relationships/image" Target="../media/image10.png"/></Relationships>
</file>

<file path=ppt/diagrams/_rels/drawing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image" Target="../media/image16.png"/></Relationships>
</file>

<file path=ppt/diagrams/_rels/drawing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image" Target="../media/image19.png"/></Relationships>
</file>

<file path=ppt/diagrams/_rels/drawing7.xml.rels><?xml version="1.0" encoding="UTF-8" standalone="yes"?>
<Relationships xmlns="http://schemas.openxmlformats.org/package/2006/relationships"><Relationship Id="rId1" Type="http://schemas.openxmlformats.org/officeDocument/2006/relationships/image" Target="../media/image16.png"/></Relationships>
</file>

<file path=ppt/diagrams/_rels/drawing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image" Target="../media/image26.jpeg"/><Relationship Id="rId4" Type="http://schemas.openxmlformats.org/officeDocument/2006/relationships/image" Target="../media/image29.jpeg"/></Relationships>
</file>

<file path=ppt/diagrams/_rels/drawing9.xml.rels><?xml version="1.0" encoding="UTF-8" standalone="yes"?>
<Relationships xmlns="http://schemas.openxmlformats.org/package/2006/relationships"><Relationship Id="rId1" Type="http://schemas.openxmlformats.org/officeDocument/2006/relationships/image" Target="../media/image30.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19C62BE-1660-4D34-8D8A-F8950A477B46}" type="doc">
      <dgm:prSet loTypeId="urn:microsoft.com/office/officeart/2005/8/layout/hierarchy2" loCatId="hierarchy" qsTypeId="urn:microsoft.com/office/officeart/2005/8/quickstyle/simple1" qsCatId="simple" csTypeId="urn:microsoft.com/office/officeart/2005/8/colors/accent1_2" csCatId="accent1" phldr="1"/>
      <dgm:spPr/>
      <dgm:t>
        <a:bodyPr/>
        <a:lstStyle/>
        <a:p>
          <a:endParaRPr lang="es-CO"/>
        </a:p>
      </dgm:t>
    </dgm:pt>
    <dgm:pt modelId="{1A328CA8-90C4-42B8-BE09-FD03EBDE8B65}">
      <dgm:prSet phldrT="[Texto]"/>
      <dgm:spPr/>
      <dgm:t>
        <a:bodyPr/>
        <a:lstStyle/>
        <a:p>
          <a:r>
            <a:rPr lang="es-CO" b="1" dirty="0" smtClean="0">
              <a:solidFill>
                <a:schemeClr val="bg1"/>
              </a:solidFill>
              <a:effectLst/>
              <a:latin typeface="Futura Std Medium" pitchFamily="34" charset="0"/>
            </a:rPr>
            <a:t>Constitución Política artículos </a:t>
          </a:r>
          <a:r>
            <a:rPr lang="es-CO" b="1" dirty="0" smtClean="0">
              <a:solidFill>
                <a:schemeClr val="bg1"/>
              </a:solidFill>
              <a:effectLst/>
              <a:latin typeface="Futura Std Medium" pitchFamily="34" charset="0"/>
              <a:hlinkClick xmlns:r="http://schemas.openxmlformats.org/officeDocument/2006/relationships" r:id="rId1" action="ppaction://hlinkpres?slideindex=1&amp;slidetitle="/>
            </a:rPr>
            <a:t>209</a:t>
          </a:r>
          <a:r>
            <a:rPr lang="es-CO" b="1" dirty="0" smtClean="0">
              <a:solidFill>
                <a:schemeClr val="bg1"/>
              </a:solidFill>
              <a:effectLst/>
              <a:latin typeface="Futura Std Medium" pitchFamily="34" charset="0"/>
            </a:rPr>
            <a:t> y </a:t>
          </a:r>
          <a:r>
            <a:rPr lang="es-CO" b="1" dirty="0" smtClean="0">
              <a:solidFill>
                <a:schemeClr val="bg1"/>
              </a:solidFill>
              <a:effectLst/>
              <a:latin typeface="Futura Std Medium" pitchFamily="34" charset="0"/>
              <a:hlinkClick xmlns:r="http://schemas.openxmlformats.org/officeDocument/2006/relationships" r:id="rId2" action="ppaction://hlinkpres?slideindex=1&amp;slidetitle="/>
            </a:rPr>
            <a:t>269</a:t>
          </a:r>
          <a:endParaRPr lang="es-CO" b="1" dirty="0">
            <a:solidFill>
              <a:schemeClr val="bg1"/>
            </a:solidFill>
            <a:effectLst/>
            <a:latin typeface="Futura Std Medium" pitchFamily="34" charset="0"/>
          </a:endParaRPr>
        </a:p>
      </dgm:t>
    </dgm:pt>
    <dgm:pt modelId="{BE804EDD-0227-4EDA-A23A-BCD7AC9E85E8}" type="parTrans" cxnId="{A93F59B7-3D86-4E00-9479-92208DD8EBCD}">
      <dgm:prSet/>
      <dgm:spPr/>
      <dgm:t>
        <a:bodyPr/>
        <a:lstStyle/>
        <a:p>
          <a:endParaRPr lang="es-CO"/>
        </a:p>
      </dgm:t>
    </dgm:pt>
    <dgm:pt modelId="{B0E00E2D-09EF-4926-8C46-607EC78137A0}" type="sibTrans" cxnId="{A93F59B7-3D86-4E00-9479-92208DD8EBCD}">
      <dgm:prSet/>
      <dgm:spPr/>
      <dgm:t>
        <a:bodyPr/>
        <a:lstStyle/>
        <a:p>
          <a:endParaRPr lang="es-CO"/>
        </a:p>
      </dgm:t>
    </dgm:pt>
    <dgm:pt modelId="{00F70FDC-41A0-4382-A93F-A7102A5E734C}">
      <dgm:prSet phldrT="[Texto]"/>
      <dgm:spPr>
        <a:solidFill>
          <a:schemeClr val="tx2">
            <a:lumMod val="60000"/>
            <a:lumOff val="40000"/>
          </a:schemeClr>
        </a:solidFill>
        <a:ln>
          <a:solidFill>
            <a:schemeClr val="accent1">
              <a:lumMod val="60000"/>
              <a:lumOff val="40000"/>
            </a:schemeClr>
          </a:solidFill>
        </a:ln>
      </dgm:spPr>
      <dgm:t>
        <a:bodyPr/>
        <a:lstStyle/>
        <a:p>
          <a:r>
            <a:rPr lang="es-CO" b="1" dirty="0" smtClean="0">
              <a:solidFill>
                <a:schemeClr val="bg1"/>
              </a:solidFill>
              <a:effectLst/>
              <a:latin typeface="Futura Std Medium" pitchFamily="34" charset="0"/>
              <a:hlinkClick xmlns:r="http://schemas.openxmlformats.org/officeDocument/2006/relationships" r:id="rId3" action="ppaction://hlinksldjump"/>
            </a:rPr>
            <a:t>Ley 87 de 1993</a:t>
          </a:r>
          <a:endParaRPr lang="es-CO" b="1" dirty="0">
            <a:solidFill>
              <a:schemeClr val="bg1"/>
            </a:solidFill>
            <a:effectLst/>
            <a:latin typeface="Futura Std Medium" pitchFamily="34" charset="0"/>
          </a:endParaRPr>
        </a:p>
      </dgm:t>
      <dgm:extLst>
        <a:ext uri="{E40237B7-FDA0-4F09-8148-C483321AD2D9}">
          <dgm14:cNvPr xmlns:dgm14="http://schemas.microsoft.com/office/drawing/2010/diagram" id="0" name="">
            <a:hlinkClick xmlns:r="http://schemas.openxmlformats.org/officeDocument/2006/relationships" r:id="rId4" action="ppaction://hlinkpres?slideindex=1&amp;slidetitle="/>
          </dgm14:cNvPr>
        </a:ext>
      </dgm:extLst>
    </dgm:pt>
    <dgm:pt modelId="{3BD2B9FB-BC71-4666-ABC4-27C47B1D8742}" type="parTrans" cxnId="{81116A71-53C5-48E8-A4FD-C7909A30664E}">
      <dgm:prSet/>
      <dgm:spPr/>
      <dgm:t>
        <a:bodyPr/>
        <a:lstStyle/>
        <a:p>
          <a:endParaRPr lang="es-CO" b="1">
            <a:solidFill>
              <a:schemeClr val="bg1"/>
            </a:solidFill>
            <a:effectLst/>
          </a:endParaRPr>
        </a:p>
      </dgm:t>
    </dgm:pt>
    <dgm:pt modelId="{0CF1BF57-9FA1-4E82-9CA3-F1A02B7D694C}" type="sibTrans" cxnId="{81116A71-53C5-48E8-A4FD-C7909A30664E}">
      <dgm:prSet/>
      <dgm:spPr/>
      <dgm:t>
        <a:bodyPr/>
        <a:lstStyle/>
        <a:p>
          <a:endParaRPr lang="es-CO"/>
        </a:p>
      </dgm:t>
    </dgm:pt>
    <dgm:pt modelId="{348CB809-3DA9-474E-A110-1AD0BF2D9E03}">
      <dgm:prSet phldrT="[Texto]"/>
      <dgm:spPr>
        <a:solidFill>
          <a:schemeClr val="tx2">
            <a:lumMod val="60000"/>
            <a:lumOff val="40000"/>
          </a:schemeClr>
        </a:solidFill>
        <a:ln>
          <a:solidFill>
            <a:schemeClr val="accent1">
              <a:lumMod val="60000"/>
              <a:lumOff val="40000"/>
            </a:schemeClr>
          </a:solidFill>
        </a:ln>
      </dgm:spPr>
      <dgm:t>
        <a:bodyPr/>
        <a:lstStyle/>
        <a:p>
          <a:r>
            <a:rPr lang="es-CO" b="1" dirty="0" smtClean="0">
              <a:solidFill>
                <a:schemeClr val="bg1"/>
              </a:solidFill>
              <a:effectLst/>
              <a:latin typeface="Futura Std Medium" pitchFamily="34" charset="0"/>
            </a:rPr>
            <a:t>Decreto 1826 de 1994</a:t>
          </a:r>
          <a:endParaRPr lang="es-CO" b="1" dirty="0">
            <a:solidFill>
              <a:schemeClr val="bg1"/>
            </a:solidFill>
            <a:effectLst/>
            <a:latin typeface="Futura Std Medium" pitchFamily="34" charset="0"/>
          </a:endParaRPr>
        </a:p>
      </dgm:t>
      <dgm:extLst>
        <a:ext uri="{E40237B7-FDA0-4F09-8148-C483321AD2D9}">
          <dgm14:cNvPr xmlns:dgm14="http://schemas.microsoft.com/office/drawing/2010/diagram" id="0" name="">
            <a:hlinkClick xmlns:r="http://schemas.openxmlformats.org/officeDocument/2006/relationships" r:id="rId5" action="ppaction://hlinkpres?slideindex=1&amp;slidetitle="/>
          </dgm14:cNvPr>
        </a:ext>
      </dgm:extLst>
    </dgm:pt>
    <dgm:pt modelId="{79AC73D9-2518-4F1F-9F0E-3FD64CD1F40D}" type="parTrans" cxnId="{67CF079B-179E-4278-8A32-DA19B44B150E}">
      <dgm:prSet/>
      <dgm:spPr/>
      <dgm:t>
        <a:bodyPr/>
        <a:lstStyle/>
        <a:p>
          <a:endParaRPr lang="es-CO" b="1">
            <a:solidFill>
              <a:schemeClr val="bg1"/>
            </a:solidFill>
            <a:effectLst/>
          </a:endParaRPr>
        </a:p>
      </dgm:t>
    </dgm:pt>
    <dgm:pt modelId="{4F57EE3C-34B4-48DA-A447-D3537E9A8CB9}" type="sibTrans" cxnId="{67CF079B-179E-4278-8A32-DA19B44B150E}">
      <dgm:prSet/>
      <dgm:spPr/>
      <dgm:t>
        <a:bodyPr/>
        <a:lstStyle/>
        <a:p>
          <a:endParaRPr lang="es-CO"/>
        </a:p>
      </dgm:t>
    </dgm:pt>
    <dgm:pt modelId="{E1BA870B-D877-4DAE-B840-0EC74526EA2C}">
      <dgm:prSet phldrT="[Texto]"/>
      <dgm:spPr>
        <a:solidFill>
          <a:schemeClr val="tx2">
            <a:lumMod val="60000"/>
            <a:lumOff val="40000"/>
          </a:schemeClr>
        </a:solidFill>
        <a:ln>
          <a:solidFill>
            <a:schemeClr val="accent1">
              <a:lumMod val="60000"/>
              <a:lumOff val="40000"/>
            </a:schemeClr>
          </a:solidFill>
        </a:ln>
      </dgm:spPr>
      <dgm:t>
        <a:bodyPr/>
        <a:lstStyle/>
        <a:p>
          <a:r>
            <a:rPr lang="es-CO" b="1" dirty="0" smtClean="0">
              <a:solidFill>
                <a:schemeClr val="bg1"/>
              </a:solidFill>
              <a:effectLst/>
              <a:latin typeface="Futura Std Medium" pitchFamily="34" charset="0"/>
            </a:rPr>
            <a:t>Decreto 1537 de 2000</a:t>
          </a:r>
          <a:endParaRPr lang="es-CO" b="1" dirty="0">
            <a:solidFill>
              <a:schemeClr val="bg1"/>
            </a:solidFill>
            <a:effectLst/>
            <a:latin typeface="Futura Std Medium" pitchFamily="34" charset="0"/>
          </a:endParaRPr>
        </a:p>
      </dgm:t>
      <dgm:extLst>
        <a:ext uri="{E40237B7-FDA0-4F09-8148-C483321AD2D9}">
          <dgm14:cNvPr xmlns:dgm14="http://schemas.microsoft.com/office/drawing/2010/diagram" id="0" name="">
            <a:hlinkClick xmlns:r="http://schemas.openxmlformats.org/officeDocument/2006/relationships" r:id="rId6" action="ppaction://hlinkpres?slideindex=1&amp;slidetitle="/>
          </dgm14:cNvPr>
        </a:ext>
      </dgm:extLst>
    </dgm:pt>
    <dgm:pt modelId="{79ED3CBB-351C-47FC-9A19-FDA12B5C3F45}" type="parTrans" cxnId="{5DE3B733-65B6-4E19-BE4E-206573F270ED}">
      <dgm:prSet/>
      <dgm:spPr/>
      <dgm:t>
        <a:bodyPr/>
        <a:lstStyle/>
        <a:p>
          <a:endParaRPr lang="es-CO" b="1">
            <a:solidFill>
              <a:schemeClr val="bg1"/>
            </a:solidFill>
            <a:effectLst/>
          </a:endParaRPr>
        </a:p>
      </dgm:t>
    </dgm:pt>
    <dgm:pt modelId="{38CDF51C-180F-4277-8381-161A3E8A636E}" type="sibTrans" cxnId="{5DE3B733-65B6-4E19-BE4E-206573F270ED}">
      <dgm:prSet/>
      <dgm:spPr/>
      <dgm:t>
        <a:bodyPr/>
        <a:lstStyle/>
        <a:p>
          <a:endParaRPr lang="es-CO"/>
        </a:p>
      </dgm:t>
    </dgm:pt>
    <dgm:pt modelId="{549138FE-B1D3-4993-86FA-71B4DB4344CE}">
      <dgm:prSet phldrT="[Texto]"/>
      <dgm:spPr>
        <a:solidFill>
          <a:schemeClr val="tx2">
            <a:lumMod val="60000"/>
            <a:lumOff val="40000"/>
          </a:schemeClr>
        </a:solidFill>
        <a:ln>
          <a:solidFill>
            <a:schemeClr val="accent1">
              <a:lumMod val="60000"/>
              <a:lumOff val="40000"/>
            </a:schemeClr>
          </a:solidFill>
        </a:ln>
      </dgm:spPr>
      <dgm:t>
        <a:bodyPr/>
        <a:lstStyle/>
        <a:p>
          <a:r>
            <a:rPr lang="es-CO" b="1" dirty="0" smtClean="0">
              <a:solidFill>
                <a:schemeClr val="bg1"/>
              </a:solidFill>
              <a:effectLst/>
              <a:latin typeface="Futura Std Medium" pitchFamily="34" charset="0"/>
            </a:rPr>
            <a:t>Ley 489 de 1998</a:t>
          </a:r>
          <a:endParaRPr lang="es-CO" b="1" dirty="0">
            <a:solidFill>
              <a:schemeClr val="bg1"/>
            </a:solidFill>
            <a:effectLst/>
            <a:latin typeface="Futura Std Medium" pitchFamily="34" charset="0"/>
          </a:endParaRPr>
        </a:p>
      </dgm:t>
      <dgm:extLst>
        <a:ext uri="{E40237B7-FDA0-4F09-8148-C483321AD2D9}">
          <dgm14:cNvPr xmlns:dgm14="http://schemas.microsoft.com/office/drawing/2010/diagram" id="0" name="">
            <a:hlinkClick xmlns:r="http://schemas.openxmlformats.org/officeDocument/2006/relationships" r:id="rId7" action="ppaction://hlinkpres?slideindex=1&amp;slidetitle="/>
          </dgm14:cNvPr>
        </a:ext>
      </dgm:extLst>
    </dgm:pt>
    <dgm:pt modelId="{C30627B3-5126-431B-8FC7-04FF22494865}" type="parTrans" cxnId="{F8574877-E384-4479-B594-751E2EA34129}">
      <dgm:prSet/>
      <dgm:spPr/>
      <dgm:t>
        <a:bodyPr/>
        <a:lstStyle/>
        <a:p>
          <a:endParaRPr lang="es-CO" b="1">
            <a:solidFill>
              <a:schemeClr val="bg1"/>
            </a:solidFill>
            <a:effectLst/>
          </a:endParaRPr>
        </a:p>
      </dgm:t>
    </dgm:pt>
    <dgm:pt modelId="{E479F8D5-39B2-42E7-BEFA-7F785E8054F3}" type="sibTrans" cxnId="{F8574877-E384-4479-B594-751E2EA34129}">
      <dgm:prSet/>
      <dgm:spPr/>
      <dgm:t>
        <a:bodyPr/>
        <a:lstStyle/>
        <a:p>
          <a:endParaRPr lang="es-CO"/>
        </a:p>
      </dgm:t>
    </dgm:pt>
    <dgm:pt modelId="{6CC53DF5-1E61-4C8A-AA59-94204768C3DB}">
      <dgm:prSet phldrT="[Texto]"/>
      <dgm:spPr>
        <a:solidFill>
          <a:schemeClr val="tx2">
            <a:lumMod val="60000"/>
            <a:lumOff val="40000"/>
          </a:schemeClr>
        </a:solidFill>
        <a:ln>
          <a:solidFill>
            <a:schemeClr val="accent1">
              <a:lumMod val="60000"/>
              <a:lumOff val="40000"/>
            </a:schemeClr>
          </a:solidFill>
        </a:ln>
      </dgm:spPr>
      <dgm:t>
        <a:bodyPr/>
        <a:lstStyle/>
        <a:p>
          <a:r>
            <a:rPr lang="es-CO" b="1" dirty="0" smtClean="0">
              <a:solidFill>
                <a:schemeClr val="bg1"/>
              </a:solidFill>
              <a:effectLst/>
              <a:latin typeface="Futura Std Medium" pitchFamily="34" charset="0"/>
              <a:hlinkClick xmlns:r="http://schemas.openxmlformats.org/officeDocument/2006/relationships" r:id="rId8" action="ppaction://hlinksldjump"/>
            </a:rPr>
            <a:t>Decreto 2145 de 1999</a:t>
          </a:r>
          <a:endParaRPr lang="es-CO" b="1" dirty="0">
            <a:solidFill>
              <a:schemeClr val="bg1"/>
            </a:solidFill>
            <a:effectLst/>
            <a:latin typeface="Futura Std Medium" pitchFamily="34" charset="0"/>
          </a:endParaRPr>
        </a:p>
      </dgm:t>
      <dgm:extLst>
        <a:ext uri="{E40237B7-FDA0-4F09-8148-C483321AD2D9}">
          <dgm14:cNvPr xmlns:dgm14="http://schemas.microsoft.com/office/drawing/2010/diagram" id="0" name="">
            <a:hlinkClick xmlns:r="http://schemas.openxmlformats.org/officeDocument/2006/relationships" r:id="rId9" action="ppaction://hlinkpres?slideindex=1&amp;slidetitle="/>
          </dgm14:cNvPr>
        </a:ext>
      </dgm:extLst>
    </dgm:pt>
    <dgm:pt modelId="{0623CEE3-B921-4DCA-AAFE-97814BEB09A6}" type="parTrans" cxnId="{BEE3B518-4CC2-44EA-9031-71753398BD68}">
      <dgm:prSet/>
      <dgm:spPr/>
      <dgm:t>
        <a:bodyPr/>
        <a:lstStyle/>
        <a:p>
          <a:endParaRPr lang="es-CO" b="1">
            <a:solidFill>
              <a:schemeClr val="bg1"/>
            </a:solidFill>
            <a:effectLst/>
          </a:endParaRPr>
        </a:p>
      </dgm:t>
    </dgm:pt>
    <dgm:pt modelId="{11D8E023-3E79-4A0A-988D-8132342181C2}" type="sibTrans" cxnId="{BEE3B518-4CC2-44EA-9031-71753398BD68}">
      <dgm:prSet/>
      <dgm:spPr/>
      <dgm:t>
        <a:bodyPr/>
        <a:lstStyle/>
        <a:p>
          <a:endParaRPr lang="es-CO"/>
        </a:p>
      </dgm:t>
    </dgm:pt>
    <dgm:pt modelId="{7172989F-15D3-460B-BD5D-950AD0EC8F3F}">
      <dgm:prSet phldrT="[Texto]"/>
      <dgm:spPr>
        <a:solidFill>
          <a:schemeClr val="tx2">
            <a:lumMod val="60000"/>
            <a:lumOff val="40000"/>
          </a:schemeClr>
        </a:solidFill>
        <a:ln>
          <a:solidFill>
            <a:schemeClr val="accent1">
              <a:lumMod val="60000"/>
              <a:lumOff val="40000"/>
            </a:schemeClr>
          </a:solidFill>
        </a:ln>
      </dgm:spPr>
      <dgm:t>
        <a:bodyPr/>
        <a:lstStyle/>
        <a:p>
          <a:r>
            <a:rPr lang="es-CO" b="1" dirty="0" smtClean="0">
              <a:solidFill>
                <a:schemeClr val="bg1"/>
              </a:solidFill>
              <a:effectLst/>
              <a:latin typeface="Futura Std Medium" pitchFamily="34" charset="0"/>
            </a:rPr>
            <a:t>Decreto 1599 de 2005</a:t>
          </a:r>
          <a:endParaRPr lang="es-CO" b="1" dirty="0">
            <a:solidFill>
              <a:schemeClr val="bg1"/>
            </a:solidFill>
            <a:effectLst/>
            <a:latin typeface="Futura Std Medium" pitchFamily="34" charset="0"/>
          </a:endParaRPr>
        </a:p>
      </dgm:t>
      <dgm:extLst>
        <a:ext uri="{E40237B7-FDA0-4F09-8148-C483321AD2D9}">
          <dgm14:cNvPr xmlns:dgm14="http://schemas.microsoft.com/office/drawing/2010/diagram" id="0" name="">
            <a:hlinkClick xmlns:r="http://schemas.openxmlformats.org/officeDocument/2006/relationships" r:id="rId10" action="ppaction://hlinkpres?slideindex=1&amp;slidetitle="/>
          </dgm14:cNvPr>
        </a:ext>
      </dgm:extLst>
    </dgm:pt>
    <dgm:pt modelId="{CAD52C97-4ACA-48FE-9AC0-6929ADF4C63A}" type="parTrans" cxnId="{F9F86124-DAEC-4792-BA60-45142CC84089}">
      <dgm:prSet/>
      <dgm:spPr/>
      <dgm:t>
        <a:bodyPr/>
        <a:lstStyle/>
        <a:p>
          <a:endParaRPr lang="es-CO" b="1">
            <a:solidFill>
              <a:schemeClr val="bg1"/>
            </a:solidFill>
            <a:effectLst/>
          </a:endParaRPr>
        </a:p>
      </dgm:t>
    </dgm:pt>
    <dgm:pt modelId="{87D7A74C-73F7-4BEE-BFA7-714E6A151474}" type="sibTrans" cxnId="{F9F86124-DAEC-4792-BA60-45142CC84089}">
      <dgm:prSet/>
      <dgm:spPr/>
      <dgm:t>
        <a:bodyPr/>
        <a:lstStyle/>
        <a:p>
          <a:endParaRPr lang="es-CO"/>
        </a:p>
      </dgm:t>
    </dgm:pt>
    <dgm:pt modelId="{A9D21FF1-91E9-4C64-B6F4-8411AB8301A7}">
      <dgm:prSet phldrT="[Texto]"/>
      <dgm:spPr>
        <a:solidFill>
          <a:schemeClr val="tx2">
            <a:lumMod val="60000"/>
            <a:lumOff val="40000"/>
          </a:schemeClr>
        </a:solidFill>
        <a:ln>
          <a:solidFill>
            <a:schemeClr val="accent1">
              <a:lumMod val="60000"/>
              <a:lumOff val="40000"/>
            </a:schemeClr>
          </a:solidFill>
        </a:ln>
      </dgm:spPr>
      <dgm:t>
        <a:bodyPr/>
        <a:lstStyle/>
        <a:p>
          <a:r>
            <a:rPr lang="es-CO" b="1" dirty="0" smtClean="0">
              <a:solidFill>
                <a:schemeClr val="bg1"/>
              </a:solidFill>
              <a:effectLst/>
              <a:latin typeface="Futura Std Medium" pitchFamily="34" charset="0"/>
            </a:rPr>
            <a:t>Decreto 943 de 2014</a:t>
          </a:r>
          <a:endParaRPr lang="es-CO" b="1" dirty="0">
            <a:solidFill>
              <a:schemeClr val="bg1"/>
            </a:solidFill>
            <a:effectLst/>
            <a:latin typeface="Futura Std Medium" pitchFamily="34" charset="0"/>
          </a:endParaRPr>
        </a:p>
      </dgm:t>
      <dgm:extLst>
        <a:ext uri="{E40237B7-FDA0-4F09-8148-C483321AD2D9}">
          <dgm14:cNvPr xmlns:dgm14="http://schemas.microsoft.com/office/drawing/2010/diagram" id="0" name="">
            <a:hlinkClick xmlns:r="http://schemas.openxmlformats.org/officeDocument/2006/relationships" r:id="rId11" action="ppaction://hlinkpres?slideindex=1&amp;slidetitle="/>
          </dgm14:cNvPr>
        </a:ext>
      </dgm:extLst>
    </dgm:pt>
    <dgm:pt modelId="{480E1392-405C-484F-97E1-5FA6589EE3A9}" type="parTrans" cxnId="{64C6204F-EA8F-482D-BC6C-41386067F8DF}">
      <dgm:prSet/>
      <dgm:spPr/>
      <dgm:t>
        <a:bodyPr/>
        <a:lstStyle/>
        <a:p>
          <a:endParaRPr lang="es-CO" b="1">
            <a:solidFill>
              <a:schemeClr val="bg1"/>
            </a:solidFill>
            <a:effectLst/>
          </a:endParaRPr>
        </a:p>
      </dgm:t>
    </dgm:pt>
    <dgm:pt modelId="{4BE6CCEA-5C90-495D-995D-CEFC0E4139BD}" type="sibTrans" cxnId="{64C6204F-EA8F-482D-BC6C-41386067F8DF}">
      <dgm:prSet/>
      <dgm:spPr/>
      <dgm:t>
        <a:bodyPr/>
        <a:lstStyle/>
        <a:p>
          <a:endParaRPr lang="es-CO"/>
        </a:p>
      </dgm:t>
    </dgm:pt>
    <dgm:pt modelId="{88FEE2E5-94F3-46CA-80A7-0518746D7D6C}">
      <dgm:prSet phldrT="[Texto]"/>
      <dgm:spPr>
        <a:solidFill>
          <a:schemeClr val="tx2">
            <a:lumMod val="60000"/>
            <a:lumOff val="40000"/>
          </a:schemeClr>
        </a:solidFill>
        <a:ln>
          <a:solidFill>
            <a:schemeClr val="accent1">
              <a:lumMod val="60000"/>
              <a:lumOff val="40000"/>
            </a:schemeClr>
          </a:solidFill>
        </a:ln>
      </dgm:spPr>
      <dgm:t>
        <a:bodyPr/>
        <a:lstStyle/>
        <a:p>
          <a:r>
            <a:rPr lang="es-CO" b="1" dirty="0" smtClean="0">
              <a:solidFill>
                <a:schemeClr val="bg1"/>
              </a:solidFill>
              <a:effectLst/>
              <a:latin typeface="Futura Std Medium" pitchFamily="34" charset="0"/>
            </a:rPr>
            <a:t>Decreto 2539 de 2000 </a:t>
          </a:r>
          <a:endParaRPr lang="es-CO" b="1" dirty="0">
            <a:solidFill>
              <a:schemeClr val="bg1"/>
            </a:solidFill>
            <a:effectLst/>
            <a:latin typeface="Futura Std Medium" pitchFamily="34" charset="0"/>
          </a:endParaRPr>
        </a:p>
      </dgm:t>
      <dgm:extLst>
        <a:ext uri="{E40237B7-FDA0-4F09-8148-C483321AD2D9}">
          <dgm14:cNvPr xmlns:dgm14="http://schemas.microsoft.com/office/drawing/2010/diagram" id="0" name="">
            <a:hlinkClick xmlns:r="http://schemas.openxmlformats.org/officeDocument/2006/relationships" r:id="rId12" action="ppaction://hlinkpres?slideindex=1&amp;slidetitle="/>
          </dgm14:cNvPr>
        </a:ext>
      </dgm:extLst>
    </dgm:pt>
    <dgm:pt modelId="{307D14FE-088A-498B-A2D6-BBA231EBA5D0}" type="parTrans" cxnId="{FCF09FAF-1013-4199-86E7-764044DECA65}">
      <dgm:prSet/>
      <dgm:spPr/>
      <dgm:t>
        <a:bodyPr/>
        <a:lstStyle/>
        <a:p>
          <a:endParaRPr lang="es-CO" b="1">
            <a:solidFill>
              <a:schemeClr val="bg1"/>
            </a:solidFill>
            <a:effectLst/>
          </a:endParaRPr>
        </a:p>
      </dgm:t>
    </dgm:pt>
    <dgm:pt modelId="{BCE67890-DB47-4E72-A838-15FB65901383}" type="sibTrans" cxnId="{FCF09FAF-1013-4199-86E7-764044DECA65}">
      <dgm:prSet/>
      <dgm:spPr/>
      <dgm:t>
        <a:bodyPr/>
        <a:lstStyle/>
        <a:p>
          <a:endParaRPr lang="es-CO"/>
        </a:p>
      </dgm:t>
    </dgm:pt>
    <dgm:pt modelId="{EC98B173-1A8D-4B72-889E-880C7C0B7941}" type="pres">
      <dgm:prSet presAssocID="{D19C62BE-1660-4D34-8D8A-F8950A477B46}" presName="diagram" presStyleCnt="0">
        <dgm:presLayoutVars>
          <dgm:chPref val="1"/>
          <dgm:dir/>
          <dgm:animOne val="branch"/>
          <dgm:animLvl val="lvl"/>
          <dgm:resizeHandles val="exact"/>
        </dgm:presLayoutVars>
      </dgm:prSet>
      <dgm:spPr/>
      <dgm:t>
        <a:bodyPr/>
        <a:lstStyle/>
        <a:p>
          <a:endParaRPr lang="es-CO"/>
        </a:p>
      </dgm:t>
    </dgm:pt>
    <dgm:pt modelId="{4B9C1707-6057-4ADA-BC55-5784150413A5}" type="pres">
      <dgm:prSet presAssocID="{1A328CA8-90C4-42B8-BE09-FD03EBDE8B65}" presName="root1" presStyleCnt="0"/>
      <dgm:spPr/>
    </dgm:pt>
    <dgm:pt modelId="{54BCB98C-C557-4849-A898-37345E69C151}" type="pres">
      <dgm:prSet presAssocID="{1A328CA8-90C4-42B8-BE09-FD03EBDE8B65}" presName="LevelOneTextNode" presStyleLbl="node0" presStyleIdx="0" presStyleCnt="1" custScaleX="107574" custLinFactNeighborX="-54314" custLinFactNeighborY="-80465">
        <dgm:presLayoutVars>
          <dgm:chPref val="3"/>
        </dgm:presLayoutVars>
      </dgm:prSet>
      <dgm:spPr/>
      <dgm:t>
        <a:bodyPr/>
        <a:lstStyle/>
        <a:p>
          <a:endParaRPr lang="es-CO"/>
        </a:p>
      </dgm:t>
    </dgm:pt>
    <dgm:pt modelId="{DBA91824-8694-47E6-A506-A7AC96086462}" type="pres">
      <dgm:prSet presAssocID="{1A328CA8-90C4-42B8-BE09-FD03EBDE8B65}" presName="level2hierChild" presStyleCnt="0"/>
      <dgm:spPr/>
    </dgm:pt>
    <dgm:pt modelId="{3BA692DB-E1AE-4EA2-9B44-22068DF76769}" type="pres">
      <dgm:prSet presAssocID="{3BD2B9FB-BC71-4666-ABC4-27C47B1D8742}" presName="conn2-1" presStyleLbl="parChTrans1D2" presStyleIdx="0" presStyleCnt="2"/>
      <dgm:spPr/>
      <dgm:t>
        <a:bodyPr/>
        <a:lstStyle/>
        <a:p>
          <a:endParaRPr lang="es-CO"/>
        </a:p>
      </dgm:t>
    </dgm:pt>
    <dgm:pt modelId="{4A1EEB89-0521-4FD7-AC66-8EC570833A6F}" type="pres">
      <dgm:prSet presAssocID="{3BD2B9FB-BC71-4666-ABC4-27C47B1D8742}" presName="connTx" presStyleLbl="parChTrans1D2" presStyleIdx="0" presStyleCnt="2"/>
      <dgm:spPr/>
      <dgm:t>
        <a:bodyPr/>
        <a:lstStyle/>
        <a:p>
          <a:endParaRPr lang="es-CO"/>
        </a:p>
      </dgm:t>
    </dgm:pt>
    <dgm:pt modelId="{49A08BCC-6146-43A4-BA7B-851CEC1337BD}" type="pres">
      <dgm:prSet presAssocID="{00F70FDC-41A0-4382-A93F-A7102A5E734C}" presName="root2" presStyleCnt="0"/>
      <dgm:spPr/>
    </dgm:pt>
    <dgm:pt modelId="{07143FF9-F08D-4263-9B39-2A55ADB4E1DC}" type="pres">
      <dgm:prSet presAssocID="{00F70FDC-41A0-4382-A93F-A7102A5E734C}" presName="LevelTwoTextNode" presStyleLbl="node2" presStyleIdx="0" presStyleCnt="2" custLinFactY="100000" custLinFactNeighborX="-47608" custLinFactNeighborY="186992">
        <dgm:presLayoutVars>
          <dgm:chPref val="3"/>
        </dgm:presLayoutVars>
      </dgm:prSet>
      <dgm:spPr/>
      <dgm:t>
        <a:bodyPr/>
        <a:lstStyle/>
        <a:p>
          <a:endParaRPr lang="es-CO"/>
        </a:p>
      </dgm:t>
    </dgm:pt>
    <dgm:pt modelId="{8AA3E0B3-D1B8-423E-A23E-FA4DC264B5AF}" type="pres">
      <dgm:prSet presAssocID="{00F70FDC-41A0-4382-A93F-A7102A5E734C}" presName="level3hierChild" presStyleCnt="0"/>
      <dgm:spPr/>
    </dgm:pt>
    <dgm:pt modelId="{39909A02-3538-4236-8116-B2970A05BA6B}" type="pres">
      <dgm:prSet presAssocID="{79AC73D9-2518-4F1F-9F0E-3FD64CD1F40D}" presName="conn2-1" presStyleLbl="parChTrans1D3" presStyleIdx="0" presStyleCnt="6"/>
      <dgm:spPr/>
      <dgm:t>
        <a:bodyPr/>
        <a:lstStyle/>
        <a:p>
          <a:endParaRPr lang="es-CO"/>
        </a:p>
      </dgm:t>
    </dgm:pt>
    <dgm:pt modelId="{75104F20-CDBA-4BAB-AC27-75C82D4C02CB}" type="pres">
      <dgm:prSet presAssocID="{79AC73D9-2518-4F1F-9F0E-3FD64CD1F40D}" presName="connTx" presStyleLbl="parChTrans1D3" presStyleIdx="0" presStyleCnt="6"/>
      <dgm:spPr/>
      <dgm:t>
        <a:bodyPr/>
        <a:lstStyle/>
        <a:p>
          <a:endParaRPr lang="es-CO"/>
        </a:p>
      </dgm:t>
    </dgm:pt>
    <dgm:pt modelId="{AAD4D1EE-2E42-4E61-ABC6-23B1EF550699}" type="pres">
      <dgm:prSet presAssocID="{348CB809-3DA9-474E-A110-1AD0BF2D9E03}" presName="root2" presStyleCnt="0"/>
      <dgm:spPr/>
    </dgm:pt>
    <dgm:pt modelId="{44C9AB53-EB8A-40CC-A7E3-4EAD9A4B9D53}" type="pres">
      <dgm:prSet presAssocID="{348CB809-3DA9-474E-A110-1AD0BF2D9E03}" presName="LevelTwoTextNode" presStyleLbl="node3" presStyleIdx="0" presStyleCnt="6" custLinFactY="100000" custLinFactNeighborX="44592" custLinFactNeighborY="159027">
        <dgm:presLayoutVars>
          <dgm:chPref val="3"/>
        </dgm:presLayoutVars>
      </dgm:prSet>
      <dgm:spPr/>
      <dgm:t>
        <a:bodyPr/>
        <a:lstStyle/>
        <a:p>
          <a:endParaRPr lang="es-CO"/>
        </a:p>
      </dgm:t>
    </dgm:pt>
    <dgm:pt modelId="{7898519C-01E9-49B0-94A7-FC252DCF680A}" type="pres">
      <dgm:prSet presAssocID="{348CB809-3DA9-474E-A110-1AD0BF2D9E03}" presName="level3hierChild" presStyleCnt="0"/>
      <dgm:spPr/>
    </dgm:pt>
    <dgm:pt modelId="{E038E99D-C0CA-4DCE-8B34-4E5A897041CD}" type="pres">
      <dgm:prSet presAssocID="{79ED3CBB-351C-47FC-9A19-FDA12B5C3F45}" presName="conn2-1" presStyleLbl="parChTrans1D3" presStyleIdx="1" presStyleCnt="6"/>
      <dgm:spPr/>
      <dgm:t>
        <a:bodyPr/>
        <a:lstStyle/>
        <a:p>
          <a:endParaRPr lang="es-CO"/>
        </a:p>
      </dgm:t>
    </dgm:pt>
    <dgm:pt modelId="{6E268DC1-ACD6-47B9-B630-3AB596F609A9}" type="pres">
      <dgm:prSet presAssocID="{79ED3CBB-351C-47FC-9A19-FDA12B5C3F45}" presName="connTx" presStyleLbl="parChTrans1D3" presStyleIdx="1" presStyleCnt="6"/>
      <dgm:spPr/>
      <dgm:t>
        <a:bodyPr/>
        <a:lstStyle/>
        <a:p>
          <a:endParaRPr lang="es-CO"/>
        </a:p>
      </dgm:t>
    </dgm:pt>
    <dgm:pt modelId="{9B21FAF8-A9AC-428B-B97B-2A15323CD859}" type="pres">
      <dgm:prSet presAssocID="{E1BA870B-D877-4DAE-B840-0EC74526EA2C}" presName="root2" presStyleCnt="0"/>
      <dgm:spPr/>
    </dgm:pt>
    <dgm:pt modelId="{DEA75BFB-2518-4A99-A076-6EEA0B7523D3}" type="pres">
      <dgm:prSet presAssocID="{E1BA870B-D877-4DAE-B840-0EC74526EA2C}" presName="LevelTwoTextNode" presStyleLbl="node3" presStyleIdx="1" presStyleCnt="6" custLinFactY="100000" custLinFactNeighborX="45722" custLinFactNeighborY="149353">
        <dgm:presLayoutVars>
          <dgm:chPref val="3"/>
        </dgm:presLayoutVars>
      </dgm:prSet>
      <dgm:spPr/>
      <dgm:t>
        <a:bodyPr/>
        <a:lstStyle/>
        <a:p>
          <a:endParaRPr lang="es-CO"/>
        </a:p>
      </dgm:t>
    </dgm:pt>
    <dgm:pt modelId="{52AEB5BC-5C71-4172-BDA4-A9DBCFF87F12}" type="pres">
      <dgm:prSet presAssocID="{E1BA870B-D877-4DAE-B840-0EC74526EA2C}" presName="level3hierChild" presStyleCnt="0"/>
      <dgm:spPr/>
    </dgm:pt>
    <dgm:pt modelId="{90092337-BDD3-4884-B61F-397DF32F9CEB}" type="pres">
      <dgm:prSet presAssocID="{CAD52C97-4ACA-48FE-9AC0-6929ADF4C63A}" presName="conn2-1" presStyleLbl="parChTrans1D3" presStyleIdx="2" presStyleCnt="6"/>
      <dgm:spPr/>
      <dgm:t>
        <a:bodyPr/>
        <a:lstStyle/>
        <a:p>
          <a:endParaRPr lang="es-CO"/>
        </a:p>
      </dgm:t>
    </dgm:pt>
    <dgm:pt modelId="{33D2AA66-51EA-4D57-82A1-2F50FEFA5F23}" type="pres">
      <dgm:prSet presAssocID="{CAD52C97-4ACA-48FE-9AC0-6929ADF4C63A}" presName="connTx" presStyleLbl="parChTrans1D3" presStyleIdx="2" presStyleCnt="6"/>
      <dgm:spPr/>
      <dgm:t>
        <a:bodyPr/>
        <a:lstStyle/>
        <a:p>
          <a:endParaRPr lang="es-CO"/>
        </a:p>
      </dgm:t>
    </dgm:pt>
    <dgm:pt modelId="{8CB56714-E01D-42CD-BD28-509F7239BD25}" type="pres">
      <dgm:prSet presAssocID="{7172989F-15D3-460B-BD5D-950AD0EC8F3F}" presName="root2" presStyleCnt="0"/>
      <dgm:spPr/>
    </dgm:pt>
    <dgm:pt modelId="{DACEAA23-C445-4BCC-8DA6-9D730BE37D67}" type="pres">
      <dgm:prSet presAssocID="{7172989F-15D3-460B-BD5D-950AD0EC8F3F}" presName="LevelTwoTextNode" presStyleLbl="node3" presStyleIdx="2" presStyleCnt="6" custLinFactY="100000" custLinFactNeighborX="45262" custLinFactNeighborY="140101">
        <dgm:presLayoutVars>
          <dgm:chPref val="3"/>
        </dgm:presLayoutVars>
      </dgm:prSet>
      <dgm:spPr/>
      <dgm:t>
        <a:bodyPr/>
        <a:lstStyle/>
        <a:p>
          <a:endParaRPr lang="es-CO"/>
        </a:p>
      </dgm:t>
    </dgm:pt>
    <dgm:pt modelId="{9EF749FE-3F7F-4A32-9BAA-21C650C8ABB3}" type="pres">
      <dgm:prSet presAssocID="{7172989F-15D3-460B-BD5D-950AD0EC8F3F}" presName="level3hierChild" presStyleCnt="0"/>
      <dgm:spPr/>
    </dgm:pt>
    <dgm:pt modelId="{877B12EC-1860-4A3B-9B80-555AC14B3A2D}" type="pres">
      <dgm:prSet presAssocID="{480E1392-405C-484F-97E1-5FA6589EE3A9}" presName="conn2-1" presStyleLbl="parChTrans1D3" presStyleIdx="3" presStyleCnt="6"/>
      <dgm:spPr/>
      <dgm:t>
        <a:bodyPr/>
        <a:lstStyle/>
        <a:p>
          <a:endParaRPr lang="es-CO"/>
        </a:p>
      </dgm:t>
    </dgm:pt>
    <dgm:pt modelId="{2FA1C7E7-0B78-4B62-8062-CBD4FBEE5AAD}" type="pres">
      <dgm:prSet presAssocID="{480E1392-405C-484F-97E1-5FA6589EE3A9}" presName="connTx" presStyleLbl="parChTrans1D3" presStyleIdx="3" presStyleCnt="6"/>
      <dgm:spPr/>
      <dgm:t>
        <a:bodyPr/>
        <a:lstStyle/>
        <a:p>
          <a:endParaRPr lang="es-CO"/>
        </a:p>
      </dgm:t>
    </dgm:pt>
    <dgm:pt modelId="{0CBEB301-F40A-471D-87AC-357C11EFCB1A}" type="pres">
      <dgm:prSet presAssocID="{A9D21FF1-91E9-4C64-B6F4-8411AB8301A7}" presName="root2" presStyleCnt="0"/>
      <dgm:spPr/>
    </dgm:pt>
    <dgm:pt modelId="{572E6915-6431-485C-AD6B-550D63D0E622}" type="pres">
      <dgm:prSet presAssocID="{A9D21FF1-91E9-4C64-B6F4-8411AB8301A7}" presName="LevelTwoTextNode" presStyleLbl="node3" presStyleIdx="3" presStyleCnt="6" custLinFactY="100000" custLinFactNeighborX="45932" custLinFactNeighborY="132081">
        <dgm:presLayoutVars>
          <dgm:chPref val="3"/>
        </dgm:presLayoutVars>
      </dgm:prSet>
      <dgm:spPr/>
      <dgm:t>
        <a:bodyPr/>
        <a:lstStyle/>
        <a:p>
          <a:endParaRPr lang="es-CO"/>
        </a:p>
      </dgm:t>
    </dgm:pt>
    <dgm:pt modelId="{06DBD4DA-6DB5-47E5-A7C5-CDB76C1D4DB8}" type="pres">
      <dgm:prSet presAssocID="{A9D21FF1-91E9-4C64-B6F4-8411AB8301A7}" presName="level3hierChild" presStyleCnt="0"/>
      <dgm:spPr/>
    </dgm:pt>
    <dgm:pt modelId="{6FED2BBD-7D90-4CC9-B03A-A99AAF4BA207}" type="pres">
      <dgm:prSet presAssocID="{C30627B3-5126-431B-8FC7-04FF22494865}" presName="conn2-1" presStyleLbl="parChTrans1D2" presStyleIdx="1" presStyleCnt="2"/>
      <dgm:spPr/>
      <dgm:t>
        <a:bodyPr/>
        <a:lstStyle/>
        <a:p>
          <a:endParaRPr lang="es-CO"/>
        </a:p>
      </dgm:t>
    </dgm:pt>
    <dgm:pt modelId="{7DDF26C2-C2A7-47DB-A018-1B3AF9B796CC}" type="pres">
      <dgm:prSet presAssocID="{C30627B3-5126-431B-8FC7-04FF22494865}" presName="connTx" presStyleLbl="parChTrans1D2" presStyleIdx="1" presStyleCnt="2"/>
      <dgm:spPr/>
      <dgm:t>
        <a:bodyPr/>
        <a:lstStyle/>
        <a:p>
          <a:endParaRPr lang="es-CO"/>
        </a:p>
      </dgm:t>
    </dgm:pt>
    <dgm:pt modelId="{ECA32F97-8ED3-41C5-9960-AC266CB8DB1C}" type="pres">
      <dgm:prSet presAssocID="{549138FE-B1D3-4993-86FA-71B4DB4344CE}" presName="root2" presStyleCnt="0"/>
      <dgm:spPr/>
    </dgm:pt>
    <dgm:pt modelId="{5C724653-6214-4834-B255-D45A3B6F3B9A}" type="pres">
      <dgm:prSet presAssocID="{549138FE-B1D3-4993-86FA-71B4DB4344CE}" presName="LevelTwoTextNode" presStyleLbl="node2" presStyleIdx="1" presStyleCnt="2" custLinFactY="-200000" custLinFactNeighborX="-46937" custLinFactNeighborY="-290837">
        <dgm:presLayoutVars>
          <dgm:chPref val="3"/>
        </dgm:presLayoutVars>
      </dgm:prSet>
      <dgm:spPr/>
      <dgm:t>
        <a:bodyPr/>
        <a:lstStyle/>
        <a:p>
          <a:endParaRPr lang="es-CO"/>
        </a:p>
      </dgm:t>
    </dgm:pt>
    <dgm:pt modelId="{93602C6B-63E3-4E21-9FC0-4F8E0277BE1C}" type="pres">
      <dgm:prSet presAssocID="{549138FE-B1D3-4993-86FA-71B4DB4344CE}" presName="level3hierChild" presStyleCnt="0"/>
      <dgm:spPr/>
    </dgm:pt>
    <dgm:pt modelId="{FC5E6E87-0BFA-4D2D-968A-9519F6B09077}" type="pres">
      <dgm:prSet presAssocID="{0623CEE3-B921-4DCA-AAFE-97814BEB09A6}" presName="conn2-1" presStyleLbl="parChTrans1D3" presStyleIdx="4" presStyleCnt="6"/>
      <dgm:spPr/>
      <dgm:t>
        <a:bodyPr/>
        <a:lstStyle/>
        <a:p>
          <a:endParaRPr lang="es-CO"/>
        </a:p>
      </dgm:t>
    </dgm:pt>
    <dgm:pt modelId="{AC8E4AAA-FAFD-4D52-877E-D934B3021C3C}" type="pres">
      <dgm:prSet presAssocID="{0623CEE3-B921-4DCA-AAFE-97814BEB09A6}" presName="connTx" presStyleLbl="parChTrans1D3" presStyleIdx="4" presStyleCnt="6"/>
      <dgm:spPr/>
      <dgm:t>
        <a:bodyPr/>
        <a:lstStyle/>
        <a:p>
          <a:endParaRPr lang="es-CO"/>
        </a:p>
      </dgm:t>
    </dgm:pt>
    <dgm:pt modelId="{D093D80D-D85B-4050-8553-3BDB2D686789}" type="pres">
      <dgm:prSet presAssocID="{6CC53DF5-1E61-4C8A-AA59-94204768C3DB}" presName="root2" presStyleCnt="0"/>
      <dgm:spPr/>
    </dgm:pt>
    <dgm:pt modelId="{3C9FFA66-97B2-4A75-8595-B785CDEE3E43}" type="pres">
      <dgm:prSet presAssocID="{6CC53DF5-1E61-4C8A-AA59-94204768C3DB}" presName="LevelTwoTextNode" presStyleLbl="node3" presStyleIdx="4" presStyleCnt="6" custLinFactY="-200000" custLinFactNeighborX="42959" custLinFactNeighborY="-260454">
        <dgm:presLayoutVars>
          <dgm:chPref val="3"/>
        </dgm:presLayoutVars>
      </dgm:prSet>
      <dgm:spPr/>
      <dgm:t>
        <a:bodyPr/>
        <a:lstStyle/>
        <a:p>
          <a:endParaRPr lang="es-CO"/>
        </a:p>
      </dgm:t>
    </dgm:pt>
    <dgm:pt modelId="{96AC2633-B603-4EB9-9778-3B1F0A99CF4F}" type="pres">
      <dgm:prSet presAssocID="{6CC53DF5-1E61-4C8A-AA59-94204768C3DB}" presName="level3hierChild" presStyleCnt="0"/>
      <dgm:spPr/>
    </dgm:pt>
    <dgm:pt modelId="{8E151538-1F69-4699-B98F-EA5CB1DEADE1}" type="pres">
      <dgm:prSet presAssocID="{307D14FE-088A-498B-A2D6-BBA231EBA5D0}" presName="conn2-1" presStyleLbl="parChTrans1D3" presStyleIdx="5" presStyleCnt="6"/>
      <dgm:spPr/>
      <dgm:t>
        <a:bodyPr/>
        <a:lstStyle/>
        <a:p>
          <a:endParaRPr lang="es-CO"/>
        </a:p>
      </dgm:t>
    </dgm:pt>
    <dgm:pt modelId="{67039BD5-3082-4C36-808C-9120F3FB477D}" type="pres">
      <dgm:prSet presAssocID="{307D14FE-088A-498B-A2D6-BBA231EBA5D0}" presName="connTx" presStyleLbl="parChTrans1D3" presStyleIdx="5" presStyleCnt="6"/>
      <dgm:spPr/>
      <dgm:t>
        <a:bodyPr/>
        <a:lstStyle/>
        <a:p>
          <a:endParaRPr lang="es-CO"/>
        </a:p>
      </dgm:t>
    </dgm:pt>
    <dgm:pt modelId="{EFC8E75D-6F12-4CC7-86CA-12DD672D293A}" type="pres">
      <dgm:prSet presAssocID="{88FEE2E5-94F3-46CA-80A7-0518746D7D6C}" presName="root2" presStyleCnt="0"/>
      <dgm:spPr/>
    </dgm:pt>
    <dgm:pt modelId="{857763F7-5C2A-43A3-A8AE-A1F5709BC9AE}" type="pres">
      <dgm:prSet presAssocID="{88FEE2E5-94F3-46CA-80A7-0518746D7D6C}" presName="LevelTwoTextNode" presStyleLbl="node3" presStyleIdx="5" presStyleCnt="6" custLinFactY="-200000" custLinFactNeighborX="45642" custLinFactNeighborY="-251492">
        <dgm:presLayoutVars>
          <dgm:chPref val="3"/>
        </dgm:presLayoutVars>
      </dgm:prSet>
      <dgm:spPr/>
      <dgm:t>
        <a:bodyPr/>
        <a:lstStyle/>
        <a:p>
          <a:endParaRPr lang="es-CO"/>
        </a:p>
      </dgm:t>
    </dgm:pt>
    <dgm:pt modelId="{8862DB39-D268-42B0-BD26-DF1A0B482D9A}" type="pres">
      <dgm:prSet presAssocID="{88FEE2E5-94F3-46CA-80A7-0518746D7D6C}" presName="level3hierChild" presStyleCnt="0"/>
      <dgm:spPr/>
    </dgm:pt>
  </dgm:ptLst>
  <dgm:cxnLst>
    <dgm:cxn modelId="{BABA81A2-31A1-46E2-BE81-7319A0D11F4C}" type="presOf" srcId="{79ED3CBB-351C-47FC-9A19-FDA12B5C3F45}" destId="{6E268DC1-ACD6-47B9-B630-3AB596F609A9}" srcOrd="1" destOrd="0" presId="urn:microsoft.com/office/officeart/2005/8/layout/hierarchy2"/>
    <dgm:cxn modelId="{AAF5A7A1-0663-4C17-83D4-6778654F4775}" type="presOf" srcId="{480E1392-405C-484F-97E1-5FA6589EE3A9}" destId="{877B12EC-1860-4A3B-9B80-555AC14B3A2D}" srcOrd="0" destOrd="0" presId="urn:microsoft.com/office/officeart/2005/8/layout/hierarchy2"/>
    <dgm:cxn modelId="{2C8AE500-8B25-4FD7-9CF8-07100F1E6F11}" type="presOf" srcId="{7172989F-15D3-460B-BD5D-950AD0EC8F3F}" destId="{DACEAA23-C445-4BCC-8DA6-9D730BE37D67}" srcOrd="0" destOrd="0" presId="urn:microsoft.com/office/officeart/2005/8/layout/hierarchy2"/>
    <dgm:cxn modelId="{02D4ADFB-7B29-4036-B416-02BF19560F78}" type="presOf" srcId="{CAD52C97-4ACA-48FE-9AC0-6929ADF4C63A}" destId="{90092337-BDD3-4884-B61F-397DF32F9CEB}" srcOrd="0" destOrd="0" presId="urn:microsoft.com/office/officeart/2005/8/layout/hierarchy2"/>
    <dgm:cxn modelId="{24BAA367-7555-4796-B66E-FC19B64D9F31}" type="presOf" srcId="{79AC73D9-2518-4F1F-9F0E-3FD64CD1F40D}" destId="{75104F20-CDBA-4BAB-AC27-75C82D4C02CB}" srcOrd="1" destOrd="0" presId="urn:microsoft.com/office/officeart/2005/8/layout/hierarchy2"/>
    <dgm:cxn modelId="{AF3A36C0-DE55-4AB2-A4F1-E944A51AAC55}" type="presOf" srcId="{E1BA870B-D877-4DAE-B840-0EC74526EA2C}" destId="{DEA75BFB-2518-4A99-A076-6EEA0B7523D3}" srcOrd="0" destOrd="0" presId="urn:microsoft.com/office/officeart/2005/8/layout/hierarchy2"/>
    <dgm:cxn modelId="{67CF079B-179E-4278-8A32-DA19B44B150E}" srcId="{00F70FDC-41A0-4382-A93F-A7102A5E734C}" destId="{348CB809-3DA9-474E-A110-1AD0BF2D9E03}" srcOrd="0" destOrd="0" parTransId="{79AC73D9-2518-4F1F-9F0E-3FD64CD1F40D}" sibTransId="{4F57EE3C-34B4-48DA-A447-D3537E9A8CB9}"/>
    <dgm:cxn modelId="{4B818602-98E9-4606-9A36-D03805B23069}" type="presOf" srcId="{CAD52C97-4ACA-48FE-9AC0-6929ADF4C63A}" destId="{33D2AA66-51EA-4D57-82A1-2F50FEFA5F23}" srcOrd="1" destOrd="0" presId="urn:microsoft.com/office/officeart/2005/8/layout/hierarchy2"/>
    <dgm:cxn modelId="{5D22298D-5B11-4D47-875D-0723494D174A}" type="presOf" srcId="{307D14FE-088A-498B-A2D6-BBA231EBA5D0}" destId="{67039BD5-3082-4C36-808C-9120F3FB477D}" srcOrd="1" destOrd="0" presId="urn:microsoft.com/office/officeart/2005/8/layout/hierarchy2"/>
    <dgm:cxn modelId="{F63D1010-867E-40FE-8513-7AAC211AEA2F}" type="presOf" srcId="{3BD2B9FB-BC71-4666-ABC4-27C47B1D8742}" destId="{4A1EEB89-0521-4FD7-AC66-8EC570833A6F}" srcOrd="1" destOrd="0" presId="urn:microsoft.com/office/officeart/2005/8/layout/hierarchy2"/>
    <dgm:cxn modelId="{CDAD636C-338B-4ADE-8085-E1C0680419AB}" type="presOf" srcId="{480E1392-405C-484F-97E1-5FA6589EE3A9}" destId="{2FA1C7E7-0B78-4B62-8062-CBD4FBEE5AAD}" srcOrd="1" destOrd="0" presId="urn:microsoft.com/office/officeart/2005/8/layout/hierarchy2"/>
    <dgm:cxn modelId="{C1416334-54C6-44C2-B231-E85B367DC876}" type="presOf" srcId="{C30627B3-5126-431B-8FC7-04FF22494865}" destId="{7DDF26C2-C2A7-47DB-A018-1B3AF9B796CC}" srcOrd="1" destOrd="0" presId="urn:microsoft.com/office/officeart/2005/8/layout/hierarchy2"/>
    <dgm:cxn modelId="{FCF09FAF-1013-4199-86E7-764044DECA65}" srcId="{549138FE-B1D3-4993-86FA-71B4DB4344CE}" destId="{88FEE2E5-94F3-46CA-80A7-0518746D7D6C}" srcOrd="1" destOrd="0" parTransId="{307D14FE-088A-498B-A2D6-BBA231EBA5D0}" sibTransId="{BCE67890-DB47-4E72-A838-15FB65901383}"/>
    <dgm:cxn modelId="{F9F86124-DAEC-4792-BA60-45142CC84089}" srcId="{00F70FDC-41A0-4382-A93F-A7102A5E734C}" destId="{7172989F-15D3-460B-BD5D-950AD0EC8F3F}" srcOrd="2" destOrd="0" parTransId="{CAD52C97-4ACA-48FE-9AC0-6929ADF4C63A}" sibTransId="{87D7A74C-73F7-4BEE-BFA7-714E6A151474}"/>
    <dgm:cxn modelId="{8EF40383-FD18-41C9-80D0-908C9E8B68C7}" type="presOf" srcId="{D19C62BE-1660-4D34-8D8A-F8950A477B46}" destId="{EC98B173-1A8D-4B72-889E-880C7C0B7941}" srcOrd="0" destOrd="0" presId="urn:microsoft.com/office/officeart/2005/8/layout/hierarchy2"/>
    <dgm:cxn modelId="{BC2FCB46-2BBD-4A50-B639-2477AB856F6E}" type="presOf" srcId="{307D14FE-088A-498B-A2D6-BBA231EBA5D0}" destId="{8E151538-1F69-4699-B98F-EA5CB1DEADE1}" srcOrd="0" destOrd="0" presId="urn:microsoft.com/office/officeart/2005/8/layout/hierarchy2"/>
    <dgm:cxn modelId="{49F818A8-CB68-4E85-8C57-44972599299A}" type="presOf" srcId="{79AC73D9-2518-4F1F-9F0E-3FD64CD1F40D}" destId="{39909A02-3538-4236-8116-B2970A05BA6B}" srcOrd="0" destOrd="0" presId="urn:microsoft.com/office/officeart/2005/8/layout/hierarchy2"/>
    <dgm:cxn modelId="{FEBA7E85-D6EE-4764-9D2F-D77AF02093D5}" type="presOf" srcId="{0623CEE3-B921-4DCA-AAFE-97814BEB09A6}" destId="{FC5E6E87-0BFA-4D2D-968A-9519F6B09077}" srcOrd="0" destOrd="0" presId="urn:microsoft.com/office/officeart/2005/8/layout/hierarchy2"/>
    <dgm:cxn modelId="{54B510C2-3619-4178-AF16-FF9FA930810E}" type="presOf" srcId="{549138FE-B1D3-4993-86FA-71B4DB4344CE}" destId="{5C724653-6214-4834-B255-D45A3B6F3B9A}" srcOrd="0" destOrd="0" presId="urn:microsoft.com/office/officeart/2005/8/layout/hierarchy2"/>
    <dgm:cxn modelId="{1941C8EF-63D5-4D04-AB79-4B078BFAC7A7}" type="presOf" srcId="{A9D21FF1-91E9-4C64-B6F4-8411AB8301A7}" destId="{572E6915-6431-485C-AD6B-550D63D0E622}" srcOrd="0" destOrd="0" presId="urn:microsoft.com/office/officeart/2005/8/layout/hierarchy2"/>
    <dgm:cxn modelId="{9ACBE5BB-EA5D-46A8-BE9D-303B745CD5FA}" type="presOf" srcId="{C30627B3-5126-431B-8FC7-04FF22494865}" destId="{6FED2BBD-7D90-4CC9-B03A-A99AAF4BA207}" srcOrd="0" destOrd="0" presId="urn:microsoft.com/office/officeart/2005/8/layout/hierarchy2"/>
    <dgm:cxn modelId="{F8574877-E384-4479-B594-751E2EA34129}" srcId="{1A328CA8-90C4-42B8-BE09-FD03EBDE8B65}" destId="{549138FE-B1D3-4993-86FA-71B4DB4344CE}" srcOrd="1" destOrd="0" parTransId="{C30627B3-5126-431B-8FC7-04FF22494865}" sibTransId="{E479F8D5-39B2-42E7-BEFA-7F785E8054F3}"/>
    <dgm:cxn modelId="{64C6204F-EA8F-482D-BC6C-41386067F8DF}" srcId="{00F70FDC-41A0-4382-A93F-A7102A5E734C}" destId="{A9D21FF1-91E9-4C64-B6F4-8411AB8301A7}" srcOrd="3" destOrd="0" parTransId="{480E1392-405C-484F-97E1-5FA6589EE3A9}" sibTransId="{4BE6CCEA-5C90-495D-995D-CEFC0E4139BD}"/>
    <dgm:cxn modelId="{AE62D7DF-78EF-4F37-8820-4C21AADD8E66}" type="presOf" srcId="{6CC53DF5-1E61-4C8A-AA59-94204768C3DB}" destId="{3C9FFA66-97B2-4A75-8595-B785CDEE3E43}" srcOrd="0" destOrd="0" presId="urn:microsoft.com/office/officeart/2005/8/layout/hierarchy2"/>
    <dgm:cxn modelId="{BEE3B518-4CC2-44EA-9031-71753398BD68}" srcId="{549138FE-B1D3-4993-86FA-71B4DB4344CE}" destId="{6CC53DF5-1E61-4C8A-AA59-94204768C3DB}" srcOrd="0" destOrd="0" parTransId="{0623CEE3-B921-4DCA-AAFE-97814BEB09A6}" sibTransId="{11D8E023-3E79-4A0A-988D-8132342181C2}"/>
    <dgm:cxn modelId="{7D1573D5-FC3E-4931-AC85-B969D09E8AE3}" type="presOf" srcId="{0623CEE3-B921-4DCA-AAFE-97814BEB09A6}" destId="{AC8E4AAA-FAFD-4D52-877E-D934B3021C3C}" srcOrd="1" destOrd="0" presId="urn:microsoft.com/office/officeart/2005/8/layout/hierarchy2"/>
    <dgm:cxn modelId="{A93F59B7-3D86-4E00-9479-92208DD8EBCD}" srcId="{D19C62BE-1660-4D34-8D8A-F8950A477B46}" destId="{1A328CA8-90C4-42B8-BE09-FD03EBDE8B65}" srcOrd="0" destOrd="0" parTransId="{BE804EDD-0227-4EDA-A23A-BCD7AC9E85E8}" sibTransId="{B0E00E2D-09EF-4926-8C46-607EC78137A0}"/>
    <dgm:cxn modelId="{0EE64227-6917-4C53-AF1F-3781966CB0A4}" type="presOf" srcId="{00F70FDC-41A0-4382-A93F-A7102A5E734C}" destId="{07143FF9-F08D-4263-9B39-2A55ADB4E1DC}" srcOrd="0" destOrd="0" presId="urn:microsoft.com/office/officeart/2005/8/layout/hierarchy2"/>
    <dgm:cxn modelId="{4F10EF52-288B-4174-85FF-351E2101B143}" type="presOf" srcId="{88FEE2E5-94F3-46CA-80A7-0518746D7D6C}" destId="{857763F7-5C2A-43A3-A8AE-A1F5709BC9AE}" srcOrd="0" destOrd="0" presId="urn:microsoft.com/office/officeart/2005/8/layout/hierarchy2"/>
    <dgm:cxn modelId="{5DE3B733-65B6-4E19-BE4E-206573F270ED}" srcId="{00F70FDC-41A0-4382-A93F-A7102A5E734C}" destId="{E1BA870B-D877-4DAE-B840-0EC74526EA2C}" srcOrd="1" destOrd="0" parTransId="{79ED3CBB-351C-47FC-9A19-FDA12B5C3F45}" sibTransId="{38CDF51C-180F-4277-8381-161A3E8A636E}"/>
    <dgm:cxn modelId="{10EC8380-F7BE-4D74-98B5-1BA316B34069}" type="presOf" srcId="{1A328CA8-90C4-42B8-BE09-FD03EBDE8B65}" destId="{54BCB98C-C557-4849-A898-37345E69C151}" srcOrd="0" destOrd="0" presId="urn:microsoft.com/office/officeart/2005/8/layout/hierarchy2"/>
    <dgm:cxn modelId="{AF64EDF9-64E1-4B76-AD8D-D8E4AE4E3AB7}" type="presOf" srcId="{3BD2B9FB-BC71-4666-ABC4-27C47B1D8742}" destId="{3BA692DB-E1AE-4EA2-9B44-22068DF76769}" srcOrd="0" destOrd="0" presId="urn:microsoft.com/office/officeart/2005/8/layout/hierarchy2"/>
    <dgm:cxn modelId="{08350C7D-B17C-4A2C-B8A2-FDBEC49B2710}" type="presOf" srcId="{348CB809-3DA9-474E-A110-1AD0BF2D9E03}" destId="{44C9AB53-EB8A-40CC-A7E3-4EAD9A4B9D53}" srcOrd="0" destOrd="0" presId="urn:microsoft.com/office/officeart/2005/8/layout/hierarchy2"/>
    <dgm:cxn modelId="{8881CADA-F57A-4650-8AAD-1117859663D6}" type="presOf" srcId="{79ED3CBB-351C-47FC-9A19-FDA12B5C3F45}" destId="{E038E99D-C0CA-4DCE-8B34-4E5A897041CD}" srcOrd="0" destOrd="0" presId="urn:microsoft.com/office/officeart/2005/8/layout/hierarchy2"/>
    <dgm:cxn modelId="{81116A71-53C5-48E8-A4FD-C7909A30664E}" srcId="{1A328CA8-90C4-42B8-BE09-FD03EBDE8B65}" destId="{00F70FDC-41A0-4382-A93F-A7102A5E734C}" srcOrd="0" destOrd="0" parTransId="{3BD2B9FB-BC71-4666-ABC4-27C47B1D8742}" sibTransId="{0CF1BF57-9FA1-4E82-9CA3-F1A02B7D694C}"/>
    <dgm:cxn modelId="{DDCA39F8-D997-45F7-B587-ED409EDDE601}" type="presParOf" srcId="{EC98B173-1A8D-4B72-889E-880C7C0B7941}" destId="{4B9C1707-6057-4ADA-BC55-5784150413A5}" srcOrd="0" destOrd="0" presId="urn:microsoft.com/office/officeart/2005/8/layout/hierarchy2"/>
    <dgm:cxn modelId="{29A639C9-447E-40EA-9E05-7E34BF3EADF5}" type="presParOf" srcId="{4B9C1707-6057-4ADA-BC55-5784150413A5}" destId="{54BCB98C-C557-4849-A898-37345E69C151}" srcOrd="0" destOrd="0" presId="urn:microsoft.com/office/officeart/2005/8/layout/hierarchy2"/>
    <dgm:cxn modelId="{EDB3E289-AC13-4F8A-99B3-0886F89C5C4E}" type="presParOf" srcId="{4B9C1707-6057-4ADA-BC55-5784150413A5}" destId="{DBA91824-8694-47E6-A506-A7AC96086462}" srcOrd="1" destOrd="0" presId="urn:microsoft.com/office/officeart/2005/8/layout/hierarchy2"/>
    <dgm:cxn modelId="{C877F88B-D9F0-4C1F-BBB3-52281D80B5EF}" type="presParOf" srcId="{DBA91824-8694-47E6-A506-A7AC96086462}" destId="{3BA692DB-E1AE-4EA2-9B44-22068DF76769}" srcOrd="0" destOrd="0" presId="urn:microsoft.com/office/officeart/2005/8/layout/hierarchy2"/>
    <dgm:cxn modelId="{B0433949-947F-4173-B174-3140FF37DFA4}" type="presParOf" srcId="{3BA692DB-E1AE-4EA2-9B44-22068DF76769}" destId="{4A1EEB89-0521-4FD7-AC66-8EC570833A6F}" srcOrd="0" destOrd="0" presId="urn:microsoft.com/office/officeart/2005/8/layout/hierarchy2"/>
    <dgm:cxn modelId="{49CC1583-2FFD-4B68-927D-DDB245FC3238}" type="presParOf" srcId="{DBA91824-8694-47E6-A506-A7AC96086462}" destId="{49A08BCC-6146-43A4-BA7B-851CEC1337BD}" srcOrd="1" destOrd="0" presId="urn:microsoft.com/office/officeart/2005/8/layout/hierarchy2"/>
    <dgm:cxn modelId="{D196CDCD-AA85-4502-B039-36A0A524FA56}" type="presParOf" srcId="{49A08BCC-6146-43A4-BA7B-851CEC1337BD}" destId="{07143FF9-F08D-4263-9B39-2A55ADB4E1DC}" srcOrd="0" destOrd="0" presId="urn:microsoft.com/office/officeart/2005/8/layout/hierarchy2"/>
    <dgm:cxn modelId="{19ED253C-D964-4637-8583-26EF414F09B9}" type="presParOf" srcId="{49A08BCC-6146-43A4-BA7B-851CEC1337BD}" destId="{8AA3E0B3-D1B8-423E-A23E-FA4DC264B5AF}" srcOrd="1" destOrd="0" presId="urn:microsoft.com/office/officeart/2005/8/layout/hierarchy2"/>
    <dgm:cxn modelId="{83327BAF-8458-45D0-8E2A-6CCD7C3AA3F8}" type="presParOf" srcId="{8AA3E0B3-D1B8-423E-A23E-FA4DC264B5AF}" destId="{39909A02-3538-4236-8116-B2970A05BA6B}" srcOrd="0" destOrd="0" presId="urn:microsoft.com/office/officeart/2005/8/layout/hierarchy2"/>
    <dgm:cxn modelId="{060DF817-3D77-4E38-B102-92D333EF82BC}" type="presParOf" srcId="{39909A02-3538-4236-8116-B2970A05BA6B}" destId="{75104F20-CDBA-4BAB-AC27-75C82D4C02CB}" srcOrd="0" destOrd="0" presId="urn:microsoft.com/office/officeart/2005/8/layout/hierarchy2"/>
    <dgm:cxn modelId="{A55EE3D4-83AB-4194-88B6-5822A58EE312}" type="presParOf" srcId="{8AA3E0B3-D1B8-423E-A23E-FA4DC264B5AF}" destId="{AAD4D1EE-2E42-4E61-ABC6-23B1EF550699}" srcOrd="1" destOrd="0" presId="urn:microsoft.com/office/officeart/2005/8/layout/hierarchy2"/>
    <dgm:cxn modelId="{DC22AF1F-3CA3-4E5E-8B0D-920CC376831B}" type="presParOf" srcId="{AAD4D1EE-2E42-4E61-ABC6-23B1EF550699}" destId="{44C9AB53-EB8A-40CC-A7E3-4EAD9A4B9D53}" srcOrd="0" destOrd="0" presId="urn:microsoft.com/office/officeart/2005/8/layout/hierarchy2"/>
    <dgm:cxn modelId="{8C4BEE8C-D52D-40BB-9B15-E8B41F87E5B0}" type="presParOf" srcId="{AAD4D1EE-2E42-4E61-ABC6-23B1EF550699}" destId="{7898519C-01E9-49B0-94A7-FC252DCF680A}" srcOrd="1" destOrd="0" presId="urn:microsoft.com/office/officeart/2005/8/layout/hierarchy2"/>
    <dgm:cxn modelId="{0FFB6F96-11AA-4259-880E-073FE57C1D36}" type="presParOf" srcId="{8AA3E0B3-D1B8-423E-A23E-FA4DC264B5AF}" destId="{E038E99D-C0CA-4DCE-8B34-4E5A897041CD}" srcOrd="2" destOrd="0" presId="urn:microsoft.com/office/officeart/2005/8/layout/hierarchy2"/>
    <dgm:cxn modelId="{4AB218B8-A281-4AFC-9ABF-CBD06A9390EF}" type="presParOf" srcId="{E038E99D-C0CA-4DCE-8B34-4E5A897041CD}" destId="{6E268DC1-ACD6-47B9-B630-3AB596F609A9}" srcOrd="0" destOrd="0" presId="urn:microsoft.com/office/officeart/2005/8/layout/hierarchy2"/>
    <dgm:cxn modelId="{97CEADAB-7680-4896-B7D7-7E7FAC085E75}" type="presParOf" srcId="{8AA3E0B3-D1B8-423E-A23E-FA4DC264B5AF}" destId="{9B21FAF8-A9AC-428B-B97B-2A15323CD859}" srcOrd="3" destOrd="0" presId="urn:microsoft.com/office/officeart/2005/8/layout/hierarchy2"/>
    <dgm:cxn modelId="{96FBEEC3-D20E-43B3-8355-A6A187C74C7B}" type="presParOf" srcId="{9B21FAF8-A9AC-428B-B97B-2A15323CD859}" destId="{DEA75BFB-2518-4A99-A076-6EEA0B7523D3}" srcOrd="0" destOrd="0" presId="urn:microsoft.com/office/officeart/2005/8/layout/hierarchy2"/>
    <dgm:cxn modelId="{D3BBE87D-4D2D-49C8-9EAB-538B5D4913CD}" type="presParOf" srcId="{9B21FAF8-A9AC-428B-B97B-2A15323CD859}" destId="{52AEB5BC-5C71-4172-BDA4-A9DBCFF87F12}" srcOrd="1" destOrd="0" presId="urn:microsoft.com/office/officeart/2005/8/layout/hierarchy2"/>
    <dgm:cxn modelId="{D956C745-B312-4380-A651-4DB315BBA062}" type="presParOf" srcId="{8AA3E0B3-D1B8-423E-A23E-FA4DC264B5AF}" destId="{90092337-BDD3-4884-B61F-397DF32F9CEB}" srcOrd="4" destOrd="0" presId="urn:microsoft.com/office/officeart/2005/8/layout/hierarchy2"/>
    <dgm:cxn modelId="{5BA12069-8BD1-4B26-81A4-020A7FD82FB6}" type="presParOf" srcId="{90092337-BDD3-4884-B61F-397DF32F9CEB}" destId="{33D2AA66-51EA-4D57-82A1-2F50FEFA5F23}" srcOrd="0" destOrd="0" presId="urn:microsoft.com/office/officeart/2005/8/layout/hierarchy2"/>
    <dgm:cxn modelId="{2EFA7446-2901-4F19-9548-A0CEC4FEDFC1}" type="presParOf" srcId="{8AA3E0B3-D1B8-423E-A23E-FA4DC264B5AF}" destId="{8CB56714-E01D-42CD-BD28-509F7239BD25}" srcOrd="5" destOrd="0" presId="urn:microsoft.com/office/officeart/2005/8/layout/hierarchy2"/>
    <dgm:cxn modelId="{6B17C625-7054-4F0B-B203-5E3ED0568FD4}" type="presParOf" srcId="{8CB56714-E01D-42CD-BD28-509F7239BD25}" destId="{DACEAA23-C445-4BCC-8DA6-9D730BE37D67}" srcOrd="0" destOrd="0" presId="urn:microsoft.com/office/officeart/2005/8/layout/hierarchy2"/>
    <dgm:cxn modelId="{2E48E758-D8A9-44C3-9F8A-4EB87A1CA7D3}" type="presParOf" srcId="{8CB56714-E01D-42CD-BD28-509F7239BD25}" destId="{9EF749FE-3F7F-4A32-9BAA-21C650C8ABB3}" srcOrd="1" destOrd="0" presId="urn:microsoft.com/office/officeart/2005/8/layout/hierarchy2"/>
    <dgm:cxn modelId="{F3FF57A6-8622-4AE4-A33C-8BD1866BB349}" type="presParOf" srcId="{8AA3E0B3-D1B8-423E-A23E-FA4DC264B5AF}" destId="{877B12EC-1860-4A3B-9B80-555AC14B3A2D}" srcOrd="6" destOrd="0" presId="urn:microsoft.com/office/officeart/2005/8/layout/hierarchy2"/>
    <dgm:cxn modelId="{B4C2A3BC-A5DC-4C76-BBEE-2919069C774C}" type="presParOf" srcId="{877B12EC-1860-4A3B-9B80-555AC14B3A2D}" destId="{2FA1C7E7-0B78-4B62-8062-CBD4FBEE5AAD}" srcOrd="0" destOrd="0" presId="urn:microsoft.com/office/officeart/2005/8/layout/hierarchy2"/>
    <dgm:cxn modelId="{C6D52D9F-3CF3-40C1-9643-0DD8A7687E7A}" type="presParOf" srcId="{8AA3E0B3-D1B8-423E-A23E-FA4DC264B5AF}" destId="{0CBEB301-F40A-471D-87AC-357C11EFCB1A}" srcOrd="7" destOrd="0" presId="urn:microsoft.com/office/officeart/2005/8/layout/hierarchy2"/>
    <dgm:cxn modelId="{4F087F7E-23C8-4462-86FF-4787AA9C9DDB}" type="presParOf" srcId="{0CBEB301-F40A-471D-87AC-357C11EFCB1A}" destId="{572E6915-6431-485C-AD6B-550D63D0E622}" srcOrd="0" destOrd="0" presId="urn:microsoft.com/office/officeart/2005/8/layout/hierarchy2"/>
    <dgm:cxn modelId="{CE57A89F-32FB-4836-B2E9-60C8DB295026}" type="presParOf" srcId="{0CBEB301-F40A-471D-87AC-357C11EFCB1A}" destId="{06DBD4DA-6DB5-47E5-A7C5-CDB76C1D4DB8}" srcOrd="1" destOrd="0" presId="urn:microsoft.com/office/officeart/2005/8/layout/hierarchy2"/>
    <dgm:cxn modelId="{96140D68-FDB2-4B0B-992B-4AAAB4512FB5}" type="presParOf" srcId="{DBA91824-8694-47E6-A506-A7AC96086462}" destId="{6FED2BBD-7D90-4CC9-B03A-A99AAF4BA207}" srcOrd="2" destOrd="0" presId="urn:microsoft.com/office/officeart/2005/8/layout/hierarchy2"/>
    <dgm:cxn modelId="{EF5E6A35-F7CC-48AE-BDFC-2EADF7AC1D11}" type="presParOf" srcId="{6FED2BBD-7D90-4CC9-B03A-A99AAF4BA207}" destId="{7DDF26C2-C2A7-47DB-A018-1B3AF9B796CC}" srcOrd="0" destOrd="0" presId="urn:microsoft.com/office/officeart/2005/8/layout/hierarchy2"/>
    <dgm:cxn modelId="{089373EC-6140-4A67-A89A-5E85F3B093C9}" type="presParOf" srcId="{DBA91824-8694-47E6-A506-A7AC96086462}" destId="{ECA32F97-8ED3-41C5-9960-AC266CB8DB1C}" srcOrd="3" destOrd="0" presId="urn:microsoft.com/office/officeart/2005/8/layout/hierarchy2"/>
    <dgm:cxn modelId="{BBFE51D0-8AB7-45B1-88BE-AFED5A9296B7}" type="presParOf" srcId="{ECA32F97-8ED3-41C5-9960-AC266CB8DB1C}" destId="{5C724653-6214-4834-B255-D45A3B6F3B9A}" srcOrd="0" destOrd="0" presId="urn:microsoft.com/office/officeart/2005/8/layout/hierarchy2"/>
    <dgm:cxn modelId="{FF12EBAC-DE14-4184-9661-94DB81AB1520}" type="presParOf" srcId="{ECA32F97-8ED3-41C5-9960-AC266CB8DB1C}" destId="{93602C6B-63E3-4E21-9FC0-4F8E0277BE1C}" srcOrd="1" destOrd="0" presId="urn:microsoft.com/office/officeart/2005/8/layout/hierarchy2"/>
    <dgm:cxn modelId="{EE8406C4-5804-4223-9B4E-60C34C779CA9}" type="presParOf" srcId="{93602C6B-63E3-4E21-9FC0-4F8E0277BE1C}" destId="{FC5E6E87-0BFA-4D2D-968A-9519F6B09077}" srcOrd="0" destOrd="0" presId="urn:microsoft.com/office/officeart/2005/8/layout/hierarchy2"/>
    <dgm:cxn modelId="{311FE087-0C20-4C8B-963E-7D43E1BF8699}" type="presParOf" srcId="{FC5E6E87-0BFA-4D2D-968A-9519F6B09077}" destId="{AC8E4AAA-FAFD-4D52-877E-D934B3021C3C}" srcOrd="0" destOrd="0" presId="urn:microsoft.com/office/officeart/2005/8/layout/hierarchy2"/>
    <dgm:cxn modelId="{1A703A0D-959B-47F2-A71D-CE5F907C6CC6}" type="presParOf" srcId="{93602C6B-63E3-4E21-9FC0-4F8E0277BE1C}" destId="{D093D80D-D85B-4050-8553-3BDB2D686789}" srcOrd="1" destOrd="0" presId="urn:microsoft.com/office/officeart/2005/8/layout/hierarchy2"/>
    <dgm:cxn modelId="{01DDD1B0-BB02-4156-A97D-7BB3C0B666A4}" type="presParOf" srcId="{D093D80D-D85B-4050-8553-3BDB2D686789}" destId="{3C9FFA66-97B2-4A75-8595-B785CDEE3E43}" srcOrd="0" destOrd="0" presId="urn:microsoft.com/office/officeart/2005/8/layout/hierarchy2"/>
    <dgm:cxn modelId="{EF19B453-3084-4A4F-953B-5DD9EE64D5AD}" type="presParOf" srcId="{D093D80D-D85B-4050-8553-3BDB2D686789}" destId="{96AC2633-B603-4EB9-9778-3B1F0A99CF4F}" srcOrd="1" destOrd="0" presId="urn:microsoft.com/office/officeart/2005/8/layout/hierarchy2"/>
    <dgm:cxn modelId="{9D9BF3C2-F6BB-476C-8FD1-A62B9806E8B2}" type="presParOf" srcId="{93602C6B-63E3-4E21-9FC0-4F8E0277BE1C}" destId="{8E151538-1F69-4699-B98F-EA5CB1DEADE1}" srcOrd="2" destOrd="0" presId="urn:microsoft.com/office/officeart/2005/8/layout/hierarchy2"/>
    <dgm:cxn modelId="{11438A88-33F9-468E-9106-DA8BF4B872BC}" type="presParOf" srcId="{8E151538-1F69-4699-B98F-EA5CB1DEADE1}" destId="{67039BD5-3082-4C36-808C-9120F3FB477D}" srcOrd="0" destOrd="0" presId="urn:microsoft.com/office/officeart/2005/8/layout/hierarchy2"/>
    <dgm:cxn modelId="{4898F355-D9AD-46EC-B300-4ED705892C60}" type="presParOf" srcId="{93602C6B-63E3-4E21-9FC0-4F8E0277BE1C}" destId="{EFC8E75D-6F12-4CC7-86CA-12DD672D293A}" srcOrd="3" destOrd="0" presId="urn:microsoft.com/office/officeart/2005/8/layout/hierarchy2"/>
    <dgm:cxn modelId="{7283DAF4-9951-4CEC-A9D4-FF2250E2719E}" type="presParOf" srcId="{EFC8E75D-6F12-4CC7-86CA-12DD672D293A}" destId="{857763F7-5C2A-43A3-A8AE-A1F5709BC9AE}" srcOrd="0" destOrd="0" presId="urn:microsoft.com/office/officeart/2005/8/layout/hierarchy2"/>
    <dgm:cxn modelId="{1AE2074B-B409-43F2-BE3B-A20956D192D3}" type="presParOf" srcId="{EFC8E75D-6F12-4CC7-86CA-12DD672D293A}" destId="{8862DB39-D268-42B0-BD26-DF1A0B482D9A}" srcOrd="1" destOrd="0" presId="urn:microsoft.com/office/officeart/2005/8/layout/hierarchy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F1CDB62-04F9-4E7A-B76F-A916D20534A5}" type="doc">
      <dgm:prSet loTypeId="urn:microsoft.com/office/officeart/2005/8/layout/gear1" loCatId="process" qsTypeId="urn:microsoft.com/office/officeart/2005/8/quickstyle/simple1" qsCatId="simple" csTypeId="urn:microsoft.com/office/officeart/2005/8/colors/accent2_2" csCatId="accent2" phldr="1"/>
      <dgm:spPr/>
    </dgm:pt>
    <dgm:pt modelId="{D3A53CB2-0150-454F-BCA3-97FE98B16E3D}">
      <dgm:prSet phldrT="[Texto]" custT="1"/>
      <dgm:spPr/>
      <dgm:t>
        <a:bodyPr/>
        <a:lstStyle/>
        <a:p>
          <a:r>
            <a:rPr lang="es-CO" sz="1400" b="1" dirty="0" smtClean="0"/>
            <a:t>Consejo Asesor del Gobierno </a:t>
          </a:r>
          <a:r>
            <a:rPr lang="es-CO" sz="1400" b="1" dirty="0" smtClean="0">
              <a:latin typeface="Calibri" pitchFamily="34" charset="0"/>
              <a:cs typeface="Calibri" pitchFamily="34" charset="0"/>
            </a:rPr>
            <a:t>Nacional</a:t>
          </a:r>
          <a:r>
            <a:rPr lang="es-CO" sz="1400" b="1" dirty="0" smtClean="0"/>
            <a:t> en materia de Control Interno</a:t>
          </a:r>
          <a:endParaRPr lang="es-CO" sz="1400" b="1" dirty="0"/>
        </a:p>
      </dgm:t>
    </dgm:pt>
    <dgm:pt modelId="{5A75C4B3-5C4C-4CA4-85E8-2013484DE022}" type="parTrans" cxnId="{B7BAAA42-5F59-4DFF-8185-BE12D8CB50AE}">
      <dgm:prSet/>
      <dgm:spPr/>
      <dgm:t>
        <a:bodyPr/>
        <a:lstStyle/>
        <a:p>
          <a:endParaRPr lang="es-CO"/>
        </a:p>
      </dgm:t>
    </dgm:pt>
    <dgm:pt modelId="{0FCA3B49-A945-4823-B373-DCE3C65A469B}" type="sibTrans" cxnId="{B7BAAA42-5F59-4DFF-8185-BE12D8CB50AE}">
      <dgm:prSet/>
      <dgm:spPr/>
      <dgm:t>
        <a:bodyPr/>
        <a:lstStyle/>
        <a:p>
          <a:endParaRPr lang="es-CO"/>
        </a:p>
      </dgm:t>
    </dgm:pt>
    <dgm:pt modelId="{564AEBD7-25DB-4EB2-B878-215EF306B991}">
      <dgm:prSet phldrT="[Texto]" custT="1"/>
      <dgm:spPr/>
      <dgm:t>
        <a:bodyPr/>
        <a:lstStyle/>
        <a:p>
          <a:r>
            <a:rPr lang="es-CO" sz="1100" b="1" dirty="0" smtClean="0"/>
            <a:t>Comité de Coordinación de control Interno</a:t>
          </a:r>
          <a:endParaRPr lang="es-CO" sz="1100" b="1" dirty="0"/>
        </a:p>
      </dgm:t>
    </dgm:pt>
    <dgm:pt modelId="{8ECD289B-FD90-4C97-8C56-EA325BFF4F95}" type="parTrans" cxnId="{D07FF56B-E240-4E26-B998-1535960F62D5}">
      <dgm:prSet/>
      <dgm:spPr/>
      <dgm:t>
        <a:bodyPr/>
        <a:lstStyle/>
        <a:p>
          <a:endParaRPr lang="es-CO"/>
        </a:p>
      </dgm:t>
    </dgm:pt>
    <dgm:pt modelId="{1525063A-2B1F-41D6-8DDD-FF59C98FAE54}" type="sibTrans" cxnId="{D07FF56B-E240-4E26-B998-1535960F62D5}">
      <dgm:prSet/>
      <dgm:spPr/>
      <dgm:t>
        <a:bodyPr/>
        <a:lstStyle/>
        <a:p>
          <a:endParaRPr lang="es-CO"/>
        </a:p>
      </dgm:t>
    </dgm:pt>
    <dgm:pt modelId="{D980B53F-74F8-4E31-BCAC-066D6EF866C6}">
      <dgm:prSet phldrT="[Texto]" custT="1"/>
      <dgm:spPr/>
      <dgm:t>
        <a:bodyPr/>
        <a:lstStyle/>
        <a:p>
          <a:r>
            <a:rPr lang="en-US" sz="1400" b="1" dirty="0" smtClean="0">
              <a:latin typeface="Calibri" pitchFamily="34" charset="0"/>
              <a:cs typeface="Calibri" pitchFamily="34" charset="0"/>
            </a:rPr>
            <a:t>Oficina de Control Interno</a:t>
          </a:r>
          <a:endParaRPr lang="es-CO" sz="1400" b="1" dirty="0">
            <a:latin typeface="Calibri" pitchFamily="34" charset="0"/>
            <a:cs typeface="Calibri" pitchFamily="34" charset="0"/>
          </a:endParaRPr>
        </a:p>
      </dgm:t>
    </dgm:pt>
    <dgm:pt modelId="{7CBA43A6-0844-4DE6-83C5-617D1CFFC677}" type="parTrans" cxnId="{1226FBCE-8EC4-4ED0-8CC5-8A5EA43B5E37}">
      <dgm:prSet/>
      <dgm:spPr/>
      <dgm:t>
        <a:bodyPr/>
        <a:lstStyle/>
        <a:p>
          <a:endParaRPr lang="es-CO"/>
        </a:p>
      </dgm:t>
    </dgm:pt>
    <dgm:pt modelId="{2C46EE07-F690-46C8-8CA2-BA4D3313EE36}" type="sibTrans" cxnId="{1226FBCE-8EC4-4ED0-8CC5-8A5EA43B5E37}">
      <dgm:prSet/>
      <dgm:spPr/>
      <dgm:t>
        <a:bodyPr/>
        <a:lstStyle/>
        <a:p>
          <a:endParaRPr lang="es-CO"/>
        </a:p>
      </dgm:t>
    </dgm:pt>
    <dgm:pt modelId="{13021A1B-B7C9-488A-B4B7-5E3A4A0EC06F}" type="pres">
      <dgm:prSet presAssocID="{EF1CDB62-04F9-4E7A-B76F-A916D20534A5}" presName="composite" presStyleCnt="0">
        <dgm:presLayoutVars>
          <dgm:chMax val="3"/>
          <dgm:animLvl val="lvl"/>
          <dgm:resizeHandles val="exact"/>
        </dgm:presLayoutVars>
      </dgm:prSet>
      <dgm:spPr/>
    </dgm:pt>
    <dgm:pt modelId="{AC11E3D9-6788-44B9-8062-B46F29FFE98A}" type="pres">
      <dgm:prSet presAssocID="{D3A53CB2-0150-454F-BCA3-97FE98B16E3D}" presName="gear1" presStyleLbl="node1" presStyleIdx="0" presStyleCnt="3">
        <dgm:presLayoutVars>
          <dgm:chMax val="1"/>
          <dgm:bulletEnabled val="1"/>
        </dgm:presLayoutVars>
      </dgm:prSet>
      <dgm:spPr/>
      <dgm:t>
        <a:bodyPr/>
        <a:lstStyle/>
        <a:p>
          <a:endParaRPr lang="es-CO"/>
        </a:p>
      </dgm:t>
    </dgm:pt>
    <dgm:pt modelId="{6AA93367-0054-4603-BF7D-B9BF11A7E8CC}" type="pres">
      <dgm:prSet presAssocID="{D3A53CB2-0150-454F-BCA3-97FE98B16E3D}" presName="gear1srcNode" presStyleLbl="node1" presStyleIdx="0" presStyleCnt="3"/>
      <dgm:spPr/>
      <dgm:t>
        <a:bodyPr/>
        <a:lstStyle/>
        <a:p>
          <a:endParaRPr lang="es-CO"/>
        </a:p>
      </dgm:t>
    </dgm:pt>
    <dgm:pt modelId="{82E061C8-F0D5-4BFB-BAA6-922B21D1CD28}" type="pres">
      <dgm:prSet presAssocID="{D3A53CB2-0150-454F-BCA3-97FE98B16E3D}" presName="gear1dstNode" presStyleLbl="node1" presStyleIdx="0" presStyleCnt="3"/>
      <dgm:spPr/>
      <dgm:t>
        <a:bodyPr/>
        <a:lstStyle/>
        <a:p>
          <a:endParaRPr lang="es-CO"/>
        </a:p>
      </dgm:t>
    </dgm:pt>
    <dgm:pt modelId="{7FCBC342-B973-451A-842B-226B6B540306}" type="pres">
      <dgm:prSet presAssocID="{564AEBD7-25DB-4EB2-B878-215EF306B991}" presName="gear2" presStyleLbl="node1" presStyleIdx="1" presStyleCnt="3" custScaleX="110983">
        <dgm:presLayoutVars>
          <dgm:chMax val="1"/>
          <dgm:bulletEnabled val="1"/>
        </dgm:presLayoutVars>
      </dgm:prSet>
      <dgm:spPr/>
      <dgm:t>
        <a:bodyPr/>
        <a:lstStyle/>
        <a:p>
          <a:endParaRPr lang="es-CO"/>
        </a:p>
      </dgm:t>
    </dgm:pt>
    <dgm:pt modelId="{2F52EE3B-4798-4E2D-A1BE-BAF609036848}" type="pres">
      <dgm:prSet presAssocID="{564AEBD7-25DB-4EB2-B878-215EF306B991}" presName="gear2srcNode" presStyleLbl="node1" presStyleIdx="1" presStyleCnt="3"/>
      <dgm:spPr/>
      <dgm:t>
        <a:bodyPr/>
        <a:lstStyle/>
        <a:p>
          <a:endParaRPr lang="es-CO"/>
        </a:p>
      </dgm:t>
    </dgm:pt>
    <dgm:pt modelId="{3C2DB349-C3E4-48CD-8CF2-3F860E745BD4}" type="pres">
      <dgm:prSet presAssocID="{564AEBD7-25DB-4EB2-B878-215EF306B991}" presName="gear2dstNode" presStyleLbl="node1" presStyleIdx="1" presStyleCnt="3"/>
      <dgm:spPr/>
      <dgm:t>
        <a:bodyPr/>
        <a:lstStyle/>
        <a:p>
          <a:endParaRPr lang="es-CO"/>
        </a:p>
      </dgm:t>
    </dgm:pt>
    <dgm:pt modelId="{5E576EAC-967F-44AB-B806-0681BB83C2D6}" type="pres">
      <dgm:prSet presAssocID="{D980B53F-74F8-4E31-BCAC-066D6EF866C6}" presName="gear3" presStyleLbl="node1" presStyleIdx="2" presStyleCnt="3"/>
      <dgm:spPr/>
      <dgm:t>
        <a:bodyPr/>
        <a:lstStyle/>
        <a:p>
          <a:endParaRPr lang="es-CO"/>
        </a:p>
      </dgm:t>
    </dgm:pt>
    <dgm:pt modelId="{B5E97036-7B49-4AC6-B0EA-C2A3942E970B}" type="pres">
      <dgm:prSet presAssocID="{D980B53F-74F8-4E31-BCAC-066D6EF866C6}" presName="gear3tx" presStyleLbl="node1" presStyleIdx="2" presStyleCnt="3">
        <dgm:presLayoutVars>
          <dgm:chMax val="1"/>
          <dgm:bulletEnabled val="1"/>
        </dgm:presLayoutVars>
      </dgm:prSet>
      <dgm:spPr/>
      <dgm:t>
        <a:bodyPr/>
        <a:lstStyle/>
        <a:p>
          <a:endParaRPr lang="es-CO"/>
        </a:p>
      </dgm:t>
    </dgm:pt>
    <dgm:pt modelId="{A0CDE8E7-3B61-4CFA-B578-0EF22443C86C}" type="pres">
      <dgm:prSet presAssocID="{D980B53F-74F8-4E31-BCAC-066D6EF866C6}" presName="gear3srcNode" presStyleLbl="node1" presStyleIdx="2" presStyleCnt="3"/>
      <dgm:spPr/>
      <dgm:t>
        <a:bodyPr/>
        <a:lstStyle/>
        <a:p>
          <a:endParaRPr lang="es-CO"/>
        </a:p>
      </dgm:t>
    </dgm:pt>
    <dgm:pt modelId="{23D39C30-A8AA-4D86-8896-D20D2E16D9CE}" type="pres">
      <dgm:prSet presAssocID="{D980B53F-74F8-4E31-BCAC-066D6EF866C6}" presName="gear3dstNode" presStyleLbl="node1" presStyleIdx="2" presStyleCnt="3"/>
      <dgm:spPr/>
      <dgm:t>
        <a:bodyPr/>
        <a:lstStyle/>
        <a:p>
          <a:endParaRPr lang="es-CO"/>
        </a:p>
      </dgm:t>
    </dgm:pt>
    <dgm:pt modelId="{D6DD0776-8F11-4AE6-A59F-F1B4BCC8E330}" type="pres">
      <dgm:prSet presAssocID="{0FCA3B49-A945-4823-B373-DCE3C65A469B}" presName="connector1" presStyleLbl="sibTrans2D1" presStyleIdx="0" presStyleCnt="3"/>
      <dgm:spPr/>
      <dgm:t>
        <a:bodyPr/>
        <a:lstStyle/>
        <a:p>
          <a:endParaRPr lang="es-CO"/>
        </a:p>
      </dgm:t>
    </dgm:pt>
    <dgm:pt modelId="{8091C284-8615-4D47-98D5-428C806C03B6}" type="pres">
      <dgm:prSet presAssocID="{1525063A-2B1F-41D6-8DDD-FF59C98FAE54}" presName="connector2" presStyleLbl="sibTrans2D1" presStyleIdx="1" presStyleCnt="3"/>
      <dgm:spPr/>
      <dgm:t>
        <a:bodyPr/>
        <a:lstStyle/>
        <a:p>
          <a:endParaRPr lang="es-CO"/>
        </a:p>
      </dgm:t>
    </dgm:pt>
    <dgm:pt modelId="{886BADAD-D544-46C6-8C9E-5C0B53B8F16B}" type="pres">
      <dgm:prSet presAssocID="{2C46EE07-F690-46C8-8CA2-BA4D3313EE36}" presName="connector3" presStyleLbl="sibTrans2D1" presStyleIdx="2" presStyleCnt="3"/>
      <dgm:spPr/>
      <dgm:t>
        <a:bodyPr/>
        <a:lstStyle/>
        <a:p>
          <a:endParaRPr lang="es-CO"/>
        </a:p>
      </dgm:t>
    </dgm:pt>
  </dgm:ptLst>
  <dgm:cxnLst>
    <dgm:cxn modelId="{616742D6-F0DE-4811-8B17-744712462972}" type="presOf" srcId="{D980B53F-74F8-4E31-BCAC-066D6EF866C6}" destId="{B5E97036-7B49-4AC6-B0EA-C2A3942E970B}" srcOrd="1" destOrd="0" presId="urn:microsoft.com/office/officeart/2005/8/layout/gear1"/>
    <dgm:cxn modelId="{65395209-F3FE-4EEF-AED8-CEED8B42920C}" type="presOf" srcId="{564AEBD7-25DB-4EB2-B878-215EF306B991}" destId="{3C2DB349-C3E4-48CD-8CF2-3F860E745BD4}" srcOrd="2" destOrd="0" presId="urn:microsoft.com/office/officeart/2005/8/layout/gear1"/>
    <dgm:cxn modelId="{99EE1C5A-585D-4D80-9A64-FCECE5630C79}" type="presOf" srcId="{2C46EE07-F690-46C8-8CA2-BA4D3313EE36}" destId="{886BADAD-D544-46C6-8C9E-5C0B53B8F16B}" srcOrd="0" destOrd="0" presId="urn:microsoft.com/office/officeart/2005/8/layout/gear1"/>
    <dgm:cxn modelId="{1251CED7-D780-4A00-B628-0983BF02FCD3}" type="presOf" srcId="{D980B53F-74F8-4E31-BCAC-066D6EF866C6}" destId="{A0CDE8E7-3B61-4CFA-B578-0EF22443C86C}" srcOrd="2" destOrd="0" presId="urn:microsoft.com/office/officeart/2005/8/layout/gear1"/>
    <dgm:cxn modelId="{A81E6ED0-4BFF-44A9-A68C-FA4EE1E3F59B}" type="presOf" srcId="{D3A53CB2-0150-454F-BCA3-97FE98B16E3D}" destId="{AC11E3D9-6788-44B9-8062-B46F29FFE98A}" srcOrd="0" destOrd="0" presId="urn:microsoft.com/office/officeart/2005/8/layout/gear1"/>
    <dgm:cxn modelId="{0D33021C-BE08-4544-AF32-91050F57802B}" type="presOf" srcId="{D3A53CB2-0150-454F-BCA3-97FE98B16E3D}" destId="{6AA93367-0054-4603-BF7D-B9BF11A7E8CC}" srcOrd="1" destOrd="0" presId="urn:microsoft.com/office/officeart/2005/8/layout/gear1"/>
    <dgm:cxn modelId="{09F7C506-5DA7-44A7-A680-7726600AB411}" type="presOf" srcId="{D3A53CB2-0150-454F-BCA3-97FE98B16E3D}" destId="{82E061C8-F0D5-4BFB-BAA6-922B21D1CD28}" srcOrd="2" destOrd="0" presId="urn:microsoft.com/office/officeart/2005/8/layout/gear1"/>
    <dgm:cxn modelId="{4961BD10-E112-42FD-98BF-0243046BD0C5}" type="presOf" srcId="{564AEBD7-25DB-4EB2-B878-215EF306B991}" destId="{7FCBC342-B973-451A-842B-226B6B540306}" srcOrd="0" destOrd="0" presId="urn:microsoft.com/office/officeart/2005/8/layout/gear1"/>
    <dgm:cxn modelId="{D07FF56B-E240-4E26-B998-1535960F62D5}" srcId="{EF1CDB62-04F9-4E7A-B76F-A916D20534A5}" destId="{564AEBD7-25DB-4EB2-B878-215EF306B991}" srcOrd="1" destOrd="0" parTransId="{8ECD289B-FD90-4C97-8C56-EA325BFF4F95}" sibTransId="{1525063A-2B1F-41D6-8DDD-FF59C98FAE54}"/>
    <dgm:cxn modelId="{B7BAAA42-5F59-4DFF-8185-BE12D8CB50AE}" srcId="{EF1CDB62-04F9-4E7A-B76F-A916D20534A5}" destId="{D3A53CB2-0150-454F-BCA3-97FE98B16E3D}" srcOrd="0" destOrd="0" parTransId="{5A75C4B3-5C4C-4CA4-85E8-2013484DE022}" sibTransId="{0FCA3B49-A945-4823-B373-DCE3C65A469B}"/>
    <dgm:cxn modelId="{30ABF95C-BFA7-4BAB-AD1E-C98DD778E394}" type="presOf" srcId="{D980B53F-74F8-4E31-BCAC-066D6EF866C6}" destId="{23D39C30-A8AA-4D86-8896-D20D2E16D9CE}" srcOrd="3" destOrd="0" presId="urn:microsoft.com/office/officeart/2005/8/layout/gear1"/>
    <dgm:cxn modelId="{54F7C3C5-B5D4-4CA0-9694-F73668BA4D43}" type="presOf" srcId="{EF1CDB62-04F9-4E7A-B76F-A916D20534A5}" destId="{13021A1B-B7C9-488A-B4B7-5E3A4A0EC06F}" srcOrd="0" destOrd="0" presId="urn:microsoft.com/office/officeart/2005/8/layout/gear1"/>
    <dgm:cxn modelId="{1226FBCE-8EC4-4ED0-8CC5-8A5EA43B5E37}" srcId="{EF1CDB62-04F9-4E7A-B76F-A916D20534A5}" destId="{D980B53F-74F8-4E31-BCAC-066D6EF866C6}" srcOrd="2" destOrd="0" parTransId="{7CBA43A6-0844-4DE6-83C5-617D1CFFC677}" sibTransId="{2C46EE07-F690-46C8-8CA2-BA4D3313EE36}"/>
    <dgm:cxn modelId="{73A6978A-C5FE-4434-8008-42961DB246C3}" type="presOf" srcId="{564AEBD7-25DB-4EB2-B878-215EF306B991}" destId="{2F52EE3B-4798-4E2D-A1BE-BAF609036848}" srcOrd="1" destOrd="0" presId="urn:microsoft.com/office/officeart/2005/8/layout/gear1"/>
    <dgm:cxn modelId="{19FB3D50-D688-42E8-A949-14447DFAB683}" type="presOf" srcId="{0FCA3B49-A945-4823-B373-DCE3C65A469B}" destId="{D6DD0776-8F11-4AE6-A59F-F1B4BCC8E330}" srcOrd="0" destOrd="0" presId="urn:microsoft.com/office/officeart/2005/8/layout/gear1"/>
    <dgm:cxn modelId="{0752E030-8725-4D15-9179-CAE033238D7C}" type="presOf" srcId="{1525063A-2B1F-41D6-8DDD-FF59C98FAE54}" destId="{8091C284-8615-4D47-98D5-428C806C03B6}" srcOrd="0" destOrd="0" presId="urn:microsoft.com/office/officeart/2005/8/layout/gear1"/>
    <dgm:cxn modelId="{B72AC861-69EA-4614-9BA6-5000E14235EC}" type="presOf" srcId="{D980B53F-74F8-4E31-BCAC-066D6EF866C6}" destId="{5E576EAC-967F-44AB-B806-0681BB83C2D6}" srcOrd="0" destOrd="0" presId="urn:microsoft.com/office/officeart/2005/8/layout/gear1"/>
    <dgm:cxn modelId="{5DE040EA-E144-4574-9A19-28AA7AB955D9}" type="presParOf" srcId="{13021A1B-B7C9-488A-B4B7-5E3A4A0EC06F}" destId="{AC11E3D9-6788-44B9-8062-B46F29FFE98A}" srcOrd="0" destOrd="0" presId="urn:microsoft.com/office/officeart/2005/8/layout/gear1"/>
    <dgm:cxn modelId="{2E53717B-DD70-4E8A-87E3-AE648B4CC576}" type="presParOf" srcId="{13021A1B-B7C9-488A-B4B7-5E3A4A0EC06F}" destId="{6AA93367-0054-4603-BF7D-B9BF11A7E8CC}" srcOrd="1" destOrd="0" presId="urn:microsoft.com/office/officeart/2005/8/layout/gear1"/>
    <dgm:cxn modelId="{20C368F1-BA38-4B03-B2E5-2F4A11253FE5}" type="presParOf" srcId="{13021A1B-B7C9-488A-B4B7-5E3A4A0EC06F}" destId="{82E061C8-F0D5-4BFB-BAA6-922B21D1CD28}" srcOrd="2" destOrd="0" presId="urn:microsoft.com/office/officeart/2005/8/layout/gear1"/>
    <dgm:cxn modelId="{D06B605D-B0F3-4CB1-BAB9-2FD72CFBECAD}" type="presParOf" srcId="{13021A1B-B7C9-488A-B4B7-5E3A4A0EC06F}" destId="{7FCBC342-B973-451A-842B-226B6B540306}" srcOrd="3" destOrd="0" presId="urn:microsoft.com/office/officeart/2005/8/layout/gear1"/>
    <dgm:cxn modelId="{578799DA-82B7-48F9-B735-05F12526C197}" type="presParOf" srcId="{13021A1B-B7C9-488A-B4B7-5E3A4A0EC06F}" destId="{2F52EE3B-4798-4E2D-A1BE-BAF609036848}" srcOrd="4" destOrd="0" presId="urn:microsoft.com/office/officeart/2005/8/layout/gear1"/>
    <dgm:cxn modelId="{C1353B63-6101-44ED-9BB3-2BC8EC4B931D}" type="presParOf" srcId="{13021A1B-B7C9-488A-B4B7-5E3A4A0EC06F}" destId="{3C2DB349-C3E4-48CD-8CF2-3F860E745BD4}" srcOrd="5" destOrd="0" presId="urn:microsoft.com/office/officeart/2005/8/layout/gear1"/>
    <dgm:cxn modelId="{BC4B9DFD-F7AA-4A2B-AFFB-130B31F03D04}" type="presParOf" srcId="{13021A1B-B7C9-488A-B4B7-5E3A4A0EC06F}" destId="{5E576EAC-967F-44AB-B806-0681BB83C2D6}" srcOrd="6" destOrd="0" presId="urn:microsoft.com/office/officeart/2005/8/layout/gear1"/>
    <dgm:cxn modelId="{4006CB02-75D2-45D7-89FF-3CAC37EDBE1F}" type="presParOf" srcId="{13021A1B-B7C9-488A-B4B7-5E3A4A0EC06F}" destId="{B5E97036-7B49-4AC6-B0EA-C2A3942E970B}" srcOrd="7" destOrd="0" presId="urn:microsoft.com/office/officeart/2005/8/layout/gear1"/>
    <dgm:cxn modelId="{F65ACEF2-71A8-4BCE-A29B-23641C44D958}" type="presParOf" srcId="{13021A1B-B7C9-488A-B4B7-5E3A4A0EC06F}" destId="{A0CDE8E7-3B61-4CFA-B578-0EF22443C86C}" srcOrd="8" destOrd="0" presId="urn:microsoft.com/office/officeart/2005/8/layout/gear1"/>
    <dgm:cxn modelId="{3CE22778-DD72-4BE6-AB27-0DFCB1B2B239}" type="presParOf" srcId="{13021A1B-B7C9-488A-B4B7-5E3A4A0EC06F}" destId="{23D39C30-A8AA-4D86-8896-D20D2E16D9CE}" srcOrd="9" destOrd="0" presId="urn:microsoft.com/office/officeart/2005/8/layout/gear1"/>
    <dgm:cxn modelId="{565DB98A-852B-495B-8346-79EE26A2C617}" type="presParOf" srcId="{13021A1B-B7C9-488A-B4B7-5E3A4A0EC06F}" destId="{D6DD0776-8F11-4AE6-A59F-F1B4BCC8E330}" srcOrd="10" destOrd="0" presId="urn:microsoft.com/office/officeart/2005/8/layout/gear1"/>
    <dgm:cxn modelId="{B8A2FD7A-5647-4BC5-99FF-10707BC37963}" type="presParOf" srcId="{13021A1B-B7C9-488A-B4B7-5E3A4A0EC06F}" destId="{8091C284-8615-4D47-98D5-428C806C03B6}" srcOrd="11" destOrd="0" presId="urn:microsoft.com/office/officeart/2005/8/layout/gear1"/>
    <dgm:cxn modelId="{E9E6A85A-AAE8-4E2D-A440-22D96A4F3290}" type="presParOf" srcId="{13021A1B-B7C9-488A-B4B7-5E3A4A0EC06F}" destId="{886BADAD-D544-46C6-8C9E-5C0B53B8F16B}" srcOrd="12" destOrd="0" presId="urn:microsoft.com/office/officeart/2005/8/layout/gear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317492F-1768-4B58-8C20-611EB1AAC2C9}" type="doc">
      <dgm:prSet loTypeId="urn:microsoft.com/office/officeart/2005/8/layout/vList4#2" loCatId="list" qsTypeId="urn:microsoft.com/office/officeart/2005/8/quickstyle/simple1" qsCatId="simple" csTypeId="urn:microsoft.com/office/officeart/2005/8/colors/accent1_2" csCatId="accent1" phldr="1"/>
      <dgm:spPr/>
      <dgm:t>
        <a:bodyPr/>
        <a:lstStyle/>
        <a:p>
          <a:endParaRPr lang="es-CO"/>
        </a:p>
      </dgm:t>
    </dgm:pt>
    <dgm:pt modelId="{2EEE46D7-FB35-4E92-A8CF-8B9A8C43DAFB}">
      <dgm:prSet phldrT="[Texto]"/>
      <dgm:spPr/>
      <dgm:t>
        <a:bodyPr/>
        <a:lstStyle/>
        <a:p>
          <a:pPr algn="just"/>
          <a:r>
            <a:rPr lang="es-CO" dirty="0" smtClean="0">
              <a:solidFill>
                <a:schemeClr val="bg1"/>
              </a:solidFill>
              <a:latin typeface="Futura Std Medium" pitchFamily="34" charset="0"/>
            </a:rPr>
            <a:t>“Los controles previo y perceptivo que venía ejerciendo la Contraloría General se trasladan en buena medida a la Administración, que asume la responsabilidad sobre el manejo diario de sus propios recursos, la custodia de activos y valores y el registro y reporte financiero y contable de sus actuaciones (control preventivo)”. </a:t>
          </a:r>
          <a:endParaRPr lang="es-CO" dirty="0">
            <a:solidFill>
              <a:schemeClr val="bg1"/>
            </a:solidFill>
            <a:latin typeface="Futura Std Medium" pitchFamily="34" charset="0"/>
          </a:endParaRPr>
        </a:p>
      </dgm:t>
    </dgm:pt>
    <dgm:pt modelId="{E4A0CBB9-615A-45CA-81E4-0F9022C4AD0F}" type="parTrans" cxnId="{BDBE96D7-3232-4384-B936-D2137CE0E5B9}">
      <dgm:prSet/>
      <dgm:spPr/>
      <dgm:t>
        <a:bodyPr/>
        <a:lstStyle/>
        <a:p>
          <a:endParaRPr lang="es-CO"/>
        </a:p>
      </dgm:t>
    </dgm:pt>
    <dgm:pt modelId="{0E38333F-4897-4AE8-AB56-6079CDD73A91}" type="sibTrans" cxnId="{BDBE96D7-3232-4384-B936-D2137CE0E5B9}">
      <dgm:prSet/>
      <dgm:spPr/>
      <dgm:t>
        <a:bodyPr/>
        <a:lstStyle/>
        <a:p>
          <a:endParaRPr lang="es-CO"/>
        </a:p>
      </dgm:t>
    </dgm:pt>
    <dgm:pt modelId="{BAACF578-D167-4413-8E5E-CA0C5636B9B0}">
      <dgm:prSet phldrT="[Texto]"/>
      <dgm:spPr/>
      <dgm:t>
        <a:bodyPr/>
        <a:lstStyle/>
        <a:p>
          <a:pPr algn="just"/>
          <a:r>
            <a:rPr lang="es-CO" dirty="0" smtClean="0">
              <a:solidFill>
                <a:schemeClr val="bg1"/>
              </a:solidFill>
              <a:latin typeface="Futura Std Medium" pitchFamily="34" charset="0"/>
            </a:rPr>
            <a:t>“El control interno (…) provee numerosos mecanismos para valorar y supervisar las diferentes actuaciones dentro de la misma”</a:t>
          </a:r>
          <a:endParaRPr lang="es-CO" dirty="0">
            <a:solidFill>
              <a:schemeClr val="bg1"/>
            </a:solidFill>
            <a:latin typeface="Futura Std Medium" pitchFamily="34" charset="0"/>
          </a:endParaRPr>
        </a:p>
      </dgm:t>
    </dgm:pt>
    <dgm:pt modelId="{CE5CC6BC-F671-4FD3-A444-27A31C41DCA7}" type="parTrans" cxnId="{71B4128A-882F-493E-8933-B2C7A8F4DEDE}">
      <dgm:prSet/>
      <dgm:spPr/>
      <dgm:t>
        <a:bodyPr/>
        <a:lstStyle/>
        <a:p>
          <a:endParaRPr lang="es-CO"/>
        </a:p>
      </dgm:t>
    </dgm:pt>
    <dgm:pt modelId="{F4E1E343-2278-4317-BD28-1DD58D32662D}" type="sibTrans" cxnId="{71B4128A-882F-493E-8933-B2C7A8F4DEDE}">
      <dgm:prSet/>
      <dgm:spPr/>
      <dgm:t>
        <a:bodyPr/>
        <a:lstStyle/>
        <a:p>
          <a:endParaRPr lang="es-CO"/>
        </a:p>
      </dgm:t>
    </dgm:pt>
    <dgm:pt modelId="{A5C33A4D-7110-4698-BACF-A35375F2E0B1}" type="pres">
      <dgm:prSet presAssocID="{F317492F-1768-4B58-8C20-611EB1AAC2C9}" presName="linear" presStyleCnt="0">
        <dgm:presLayoutVars>
          <dgm:dir/>
          <dgm:resizeHandles val="exact"/>
        </dgm:presLayoutVars>
      </dgm:prSet>
      <dgm:spPr/>
      <dgm:t>
        <a:bodyPr/>
        <a:lstStyle/>
        <a:p>
          <a:endParaRPr lang="es-CO"/>
        </a:p>
      </dgm:t>
    </dgm:pt>
    <dgm:pt modelId="{971A92B4-AFAE-48CF-8DB6-EB8EE82E1A47}" type="pres">
      <dgm:prSet presAssocID="{2EEE46D7-FB35-4E92-A8CF-8B9A8C43DAFB}" presName="comp" presStyleCnt="0"/>
      <dgm:spPr/>
    </dgm:pt>
    <dgm:pt modelId="{4B02F5D3-30E0-4504-8B4D-59049C3FAACF}" type="pres">
      <dgm:prSet presAssocID="{2EEE46D7-FB35-4E92-A8CF-8B9A8C43DAFB}" presName="box" presStyleLbl="node1" presStyleIdx="0" presStyleCnt="2"/>
      <dgm:spPr/>
      <dgm:t>
        <a:bodyPr/>
        <a:lstStyle/>
        <a:p>
          <a:endParaRPr lang="es-CO"/>
        </a:p>
      </dgm:t>
    </dgm:pt>
    <dgm:pt modelId="{2C9039B9-705C-4748-B013-5731BB5D9E2F}" type="pres">
      <dgm:prSet presAssocID="{2EEE46D7-FB35-4E92-A8CF-8B9A8C43DAFB}" presName="img" presStyleLbl="fgImgPlace1" presStyleIdx="0" presStyleCnt="2"/>
      <dgm:spPr>
        <a:blipFill rotWithShape="1">
          <a:blip xmlns:r="http://schemas.openxmlformats.org/officeDocument/2006/relationships" r:embed="rId1"/>
          <a:stretch>
            <a:fillRect/>
          </a:stretch>
        </a:blipFill>
      </dgm:spPr>
      <dgm:t>
        <a:bodyPr/>
        <a:lstStyle/>
        <a:p>
          <a:endParaRPr lang="es-CO"/>
        </a:p>
      </dgm:t>
    </dgm:pt>
    <dgm:pt modelId="{73AB0F65-A1A2-48CB-AB69-CF61C8B67DD8}" type="pres">
      <dgm:prSet presAssocID="{2EEE46D7-FB35-4E92-A8CF-8B9A8C43DAFB}" presName="text" presStyleLbl="node1" presStyleIdx="0" presStyleCnt="2">
        <dgm:presLayoutVars>
          <dgm:bulletEnabled val="1"/>
        </dgm:presLayoutVars>
      </dgm:prSet>
      <dgm:spPr/>
      <dgm:t>
        <a:bodyPr/>
        <a:lstStyle/>
        <a:p>
          <a:endParaRPr lang="es-CO"/>
        </a:p>
      </dgm:t>
    </dgm:pt>
    <dgm:pt modelId="{6F50913D-8184-4862-909A-25F0C0D901E4}" type="pres">
      <dgm:prSet presAssocID="{0E38333F-4897-4AE8-AB56-6079CDD73A91}" presName="spacer" presStyleCnt="0"/>
      <dgm:spPr/>
    </dgm:pt>
    <dgm:pt modelId="{E80A5B03-0BFC-4F76-9C74-4142F40DAF30}" type="pres">
      <dgm:prSet presAssocID="{BAACF578-D167-4413-8E5E-CA0C5636B9B0}" presName="comp" presStyleCnt="0"/>
      <dgm:spPr/>
    </dgm:pt>
    <dgm:pt modelId="{987A24AD-C6E6-4996-A65D-87E491D8D792}" type="pres">
      <dgm:prSet presAssocID="{BAACF578-D167-4413-8E5E-CA0C5636B9B0}" presName="box" presStyleLbl="node1" presStyleIdx="1" presStyleCnt="2" custLinFactNeighborY="51"/>
      <dgm:spPr/>
      <dgm:t>
        <a:bodyPr/>
        <a:lstStyle/>
        <a:p>
          <a:endParaRPr lang="es-CO"/>
        </a:p>
      </dgm:t>
    </dgm:pt>
    <dgm:pt modelId="{EFB6ECBC-603B-4CA0-8587-AD5AA5E22273}" type="pres">
      <dgm:prSet presAssocID="{BAACF578-D167-4413-8E5E-CA0C5636B9B0}" presName="img" presStyleLbl="fgImgPlace1" presStyleIdx="1" presStyleCnt="2"/>
      <dgm:spPr>
        <a:blipFill rotWithShape="1">
          <a:blip xmlns:r="http://schemas.openxmlformats.org/officeDocument/2006/relationships" r:embed="rId2"/>
          <a:stretch>
            <a:fillRect/>
          </a:stretch>
        </a:blipFill>
      </dgm:spPr>
      <dgm:t>
        <a:bodyPr/>
        <a:lstStyle/>
        <a:p>
          <a:endParaRPr lang="es-CO"/>
        </a:p>
      </dgm:t>
    </dgm:pt>
    <dgm:pt modelId="{07F73E7F-D4DA-4CE5-BFD7-7B3999782730}" type="pres">
      <dgm:prSet presAssocID="{BAACF578-D167-4413-8E5E-CA0C5636B9B0}" presName="text" presStyleLbl="node1" presStyleIdx="1" presStyleCnt="2">
        <dgm:presLayoutVars>
          <dgm:bulletEnabled val="1"/>
        </dgm:presLayoutVars>
      </dgm:prSet>
      <dgm:spPr/>
      <dgm:t>
        <a:bodyPr/>
        <a:lstStyle/>
        <a:p>
          <a:endParaRPr lang="es-CO"/>
        </a:p>
      </dgm:t>
    </dgm:pt>
  </dgm:ptLst>
  <dgm:cxnLst>
    <dgm:cxn modelId="{71B4128A-882F-493E-8933-B2C7A8F4DEDE}" srcId="{F317492F-1768-4B58-8C20-611EB1AAC2C9}" destId="{BAACF578-D167-4413-8E5E-CA0C5636B9B0}" srcOrd="1" destOrd="0" parTransId="{CE5CC6BC-F671-4FD3-A444-27A31C41DCA7}" sibTransId="{F4E1E343-2278-4317-BD28-1DD58D32662D}"/>
    <dgm:cxn modelId="{6C970E03-B961-4813-B521-73C13899C5F3}" type="presOf" srcId="{F317492F-1768-4B58-8C20-611EB1AAC2C9}" destId="{A5C33A4D-7110-4698-BACF-A35375F2E0B1}" srcOrd="0" destOrd="0" presId="urn:microsoft.com/office/officeart/2005/8/layout/vList4#2"/>
    <dgm:cxn modelId="{E5C6707D-AA67-40F2-8557-E55D23BA4595}" type="presOf" srcId="{2EEE46D7-FB35-4E92-A8CF-8B9A8C43DAFB}" destId="{4B02F5D3-30E0-4504-8B4D-59049C3FAACF}" srcOrd="0" destOrd="0" presId="urn:microsoft.com/office/officeart/2005/8/layout/vList4#2"/>
    <dgm:cxn modelId="{BDBE96D7-3232-4384-B936-D2137CE0E5B9}" srcId="{F317492F-1768-4B58-8C20-611EB1AAC2C9}" destId="{2EEE46D7-FB35-4E92-A8CF-8B9A8C43DAFB}" srcOrd="0" destOrd="0" parTransId="{E4A0CBB9-615A-45CA-81E4-0F9022C4AD0F}" sibTransId="{0E38333F-4897-4AE8-AB56-6079CDD73A91}"/>
    <dgm:cxn modelId="{CC20FFEC-8856-495C-9DF6-B1D4C9E6BB6F}" type="presOf" srcId="{2EEE46D7-FB35-4E92-A8CF-8B9A8C43DAFB}" destId="{73AB0F65-A1A2-48CB-AB69-CF61C8B67DD8}" srcOrd="1" destOrd="0" presId="urn:microsoft.com/office/officeart/2005/8/layout/vList4#2"/>
    <dgm:cxn modelId="{A9354F31-6BE4-4110-9C02-4B16B197DC26}" type="presOf" srcId="{BAACF578-D167-4413-8E5E-CA0C5636B9B0}" destId="{987A24AD-C6E6-4996-A65D-87E491D8D792}" srcOrd="0" destOrd="0" presId="urn:microsoft.com/office/officeart/2005/8/layout/vList4#2"/>
    <dgm:cxn modelId="{C7539EF1-F507-440A-A831-BEC8445BEC99}" type="presOf" srcId="{BAACF578-D167-4413-8E5E-CA0C5636B9B0}" destId="{07F73E7F-D4DA-4CE5-BFD7-7B3999782730}" srcOrd="1" destOrd="0" presId="urn:microsoft.com/office/officeart/2005/8/layout/vList4#2"/>
    <dgm:cxn modelId="{2B65B0A8-AB29-4BE0-9711-750E9F0CBB3F}" type="presParOf" srcId="{A5C33A4D-7110-4698-BACF-A35375F2E0B1}" destId="{971A92B4-AFAE-48CF-8DB6-EB8EE82E1A47}" srcOrd="0" destOrd="0" presId="urn:microsoft.com/office/officeart/2005/8/layout/vList4#2"/>
    <dgm:cxn modelId="{2AF53024-CDFD-4F1C-BE95-1D659DA861F3}" type="presParOf" srcId="{971A92B4-AFAE-48CF-8DB6-EB8EE82E1A47}" destId="{4B02F5D3-30E0-4504-8B4D-59049C3FAACF}" srcOrd="0" destOrd="0" presId="urn:microsoft.com/office/officeart/2005/8/layout/vList4#2"/>
    <dgm:cxn modelId="{E345B626-7F80-4EED-819E-7977895F7AB5}" type="presParOf" srcId="{971A92B4-AFAE-48CF-8DB6-EB8EE82E1A47}" destId="{2C9039B9-705C-4748-B013-5731BB5D9E2F}" srcOrd="1" destOrd="0" presId="urn:microsoft.com/office/officeart/2005/8/layout/vList4#2"/>
    <dgm:cxn modelId="{6AAD0772-F8F6-4A16-9D4C-F89691DFB671}" type="presParOf" srcId="{971A92B4-AFAE-48CF-8DB6-EB8EE82E1A47}" destId="{73AB0F65-A1A2-48CB-AB69-CF61C8B67DD8}" srcOrd="2" destOrd="0" presId="urn:microsoft.com/office/officeart/2005/8/layout/vList4#2"/>
    <dgm:cxn modelId="{73100CAC-30F6-47DE-B666-D87590DB9728}" type="presParOf" srcId="{A5C33A4D-7110-4698-BACF-A35375F2E0B1}" destId="{6F50913D-8184-4862-909A-25F0C0D901E4}" srcOrd="1" destOrd="0" presId="urn:microsoft.com/office/officeart/2005/8/layout/vList4#2"/>
    <dgm:cxn modelId="{7FCA0F3A-D69A-46DB-8D35-D10323F0B69E}" type="presParOf" srcId="{A5C33A4D-7110-4698-BACF-A35375F2E0B1}" destId="{E80A5B03-0BFC-4F76-9C74-4142F40DAF30}" srcOrd="2" destOrd="0" presId="urn:microsoft.com/office/officeart/2005/8/layout/vList4#2"/>
    <dgm:cxn modelId="{6F954FF3-6BF1-4925-B752-346E7F90AC4D}" type="presParOf" srcId="{E80A5B03-0BFC-4F76-9C74-4142F40DAF30}" destId="{987A24AD-C6E6-4996-A65D-87E491D8D792}" srcOrd="0" destOrd="0" presId="urn:microsoft.com/office/officeart/2005/8/layout/vList4#2"/>
    <dgm:cxn modelId="{A980F3D2-05CA-49FF-A9E3-B94D627B1DF3}" type="presParOf" srcId="{E80A5B03-0BFC-4F76-9C74-4142F40DAF30}" destId="{EFB6ECBC-603B-4CA0-8587-AD5AA5E22273}" srcOrd="1" destOrd="0" presId="urn:microsoft.com/office/officeart/2005/8/layout/vList4#2"/>
    <dgm:cxn modelId="{3338AFCE-DE38-44EB-9A24-F6BB8A4C0839}" type="presParOf" srcId="{E80A5B03-0BFC-4F76-9C74-4142F40DAF30}" destId="{07F73E7F-D4DA-4CE5-BFD7-7B3999782730}" srcOrd="2" destOrd="0" presId="urn:microsoft.com/office/officeart/2005/8/layout/vList4#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317492F-1768-4B58-8C20-611EB1AAC2C9}" type="doc">
      <dgm:prSet loTypeId="urn:microsoft.com/office/officeart/2005/8/layout/vList4#2" loCatId="list" qsTypeId="urn:microsoft.com/office/officeart/2005/8/quickstyle/simple1" qsCatId="simple" csTypeId="urn:microsoft.com/office/officeart/2005/8/colors/accent1_2" csCatId="accent1" phldr="1"/>
      <dgm:spPr/>
      <dgm:t>
        <a:bodyPr/>
        <a:lstStyle/>
        <a:p>
          <a:endParaRPr lang="es-CO"/>
        </a:p>
      </dgm:t>
    </dgm:pt>
    <dgm:pt modelId="{9183C98E-EC08-4146-A3B5-3C0EC248D0B7}">
      <dgm:prSet phldrT="[Texto]"/>
      <dgm:spPr/>
      <dgm:t>
        <a:bodyPr/>
        <a:lstStyle/>
        <a:p>
          <a:pPr algn="just"/>
          <a:r>
            <a:rPr lang="es-CO" dirty="0" smtClean="0">
              <a:solidFill>
                <a:schemeClr val="bg1"/>
              </a:solidFill>
              <a:latin typeface="Futura Std Medium" pitchFamily="34" charset="0"/>
            </a:rPr>
            <a:t>“</a:t>
          </a:r>
          <a:r>
            <a:rPr lang="es-CO" u="sng" dirty="0" smtClean="0">
              <a:solidFill>
                <a:schemeClr val="bg1"/>
              </a:solidFill>
              <a:latin typeface="Futura Std Medium" pitchFamily="34" charset="0"/>
            </a:rPr>
            <a:t>No se limita </a:t>
          </a:r>
          <a:r>
            <a:rPr lang="es-CO" dirty="0" smtClean="0">
              <a:solidFill>
                <a:schemeClr val="bg1"/>
              </a:solidFill>
              <a:latin typeface="Futura Std Medium" pitchFamily="34" charset="0"/>
            </a:rPr>
            <a:t>únicamente a establecer mecanismos de </a:t>
          </a:r>
          <a:r>
            <a:rPr lang="es-CO" u="sng" dirty="0" smtClean="0">
              <a:solidFill>
                <a:schemeClr val="bg1"/>
              </a:solidFill>
              <a:latin typeface="Futura Std Medium" pitchFamily="34" charset="0"/>
            </a:rPr>
            <a:t>control contable</a:t>
          </a:r>
          <a:r>
            <a:rPr lang="es-CO" dirty="0" smtClean="0">
              <a:solidFill>
                <a:schemeClr val="bg1"/>
              </a:solidFill>
              <a:latin typeface="Futura Std Medium" pitchFamily="34" charset="0"/>
            </a:rPr>
            <a:t>, sino a señalar que </a:t>
          </a:r>
          <a:r>
            <a:rPr lang="es-CO" dirty="0" smtClean="0">
              <a:solidFill>
                <a:schemeClr val="bg1"/>
              </a:solidFill>
              <a:effectLst>
                <a:outerShdw blurRad="38100" dist="38100" dir="2700000" algn="tl">
                  <a:srgbClr val="000000">
                    <a:alpha val="43137"/>
                  </a:srgbClr>
                </a:outerShdw>
              </a:effectLst>
              <a:latin typeface="Futura Std Medium" pitchFamily="34" charset="0"/>
            </a:rPr>
            <a:t>dentro de cada institución </a:t>
          </a:r>
          <a:r>
            <a:rPr lang="es-CO" dirty="0" smtClean="0">
              <a:solidFill>
                <a:schemeClr val="bg1"/>
              </a:solidFill>
              <a:latin typeface="Futura Std Medium" pitchFamily="34" charset="0"/>
            </a:rPr>
            <a:t>se </a:t>
          </a:r>
          <a:r>
            <a:rPr lang="es-CO" dirty="0" smtClean="0">
              <a:solidFill>
                <a:schemeClr val="bg1"/>
              </a:solidFill>
              <a:effectLst>
                <a:outerShdw blurRad="38100" dist="38100" dir="2700000" algn="tl">
                  <a:srgbClr val="000000">
                    <a:alpha val="43137"/>
                  </a:srgbClr>
                </a:outerShdw>
              </a:effectLst>
              <a:latin typeface="Futura Std Medium" pitchFamily="34" charset="0"/>
            </a:rPr>
            <a:t>establezcan los medios idóneos </a:t>
          </a:r>
          <a:r>
            <a:rPr lang="es-CO" dirty="0" smtClean="0">
              <a:solidFill>
                <a:schemeClr val="bg1"/>
              </a:solidFill>
              <a:latin typeface="Futura Std Medium" pitchFamily="34" charset="0"/>
            </a:rPr>
            <a:t>necesarios para lograr los fines que la Constitución o las leyes le han asignado a las diferentes entidades de la administración pública a nivel nacional, departamental o municipal y </a:t>
          </a:r>
          <a:r>
            <a:rPr lang="es-CO" dirty="0" smtClean="0">
              <a:solidFill>
                <a:schemeClr val="bg1"/>
              </a:solidFill>
              <a:effectLst>
                <a:outerShdw blurRad="38100" dist="38100" dir="2700000" algn="tl">
                  <a:srgbClr val="000000">
                    <a:alpha val="43137"/>
                  </a:srgbClr>
                </a:outerShdw>
              </a:effectLst>
              <a:latin typeface="Futura Std Medium" pitchFamily="34" charset="0"/>
            </a:rPr>
            <a:t>lograr los principios de igualdad, moralidad, eficacia, economía celeridad, imparcialidad y publicidad</a:t>
          </a:r>
          <a:r>
            <a:rPr lang="es-CO" dirty="0" smtClean="0">
              <a:solidFill>
                <a:schemeClr val="bg1"/>
              </a:solidFill>
              <a:latin typeface="Futura Std Medium" pitchFamily="34" charset="0"/>
            </a:rPr>
            <a:t>”</a:t>
          </a:r>
          <a:endParaRPr lang="es-CO" dirty="0">
            <a:solidFill>
              <a:schemeClr val="bg1"/>
            </a:solidFill>
            <a:latin typeface="Futura Std Medium" pitchFamily="34" charset="0"/>
          </a:endParaRPr>
        </a:p>
      </dgm:t>
    </dgm:pt>
    <dgm:pt modelId="{D62A1E1A-26F5-4CE7-AB58-D85A6FE1B264}" type="sibTrans" cxnId="{B3852D9C-9B11-4A4F-BBF4-70FA7C958B64}">
      <dgm:prSet/>
      <dgm:spPr/>
      <dgm:t>
        <a:bodyPr/>
        <a:lstStyle/>
        <a:p>
          <a:endParaRPr lang="es-CO"/>
        </a:p>
      </dgm:t>
    </dgm:pt>
    <dgm:pt modelId="{A4CAA7B7-75D5-4D4D-9909-EB67B989949A}" type="parTrans" cxnId="{B3852D9C-9B11-4A4F-BBF4-70FA7C958B64}">
      <dgm:prSet/>
      <dgm:spPr/>
      <dgm:t>
        <a:bodyPr/>
        <a:lstStyle/>
        <a:p>
          <a:endParaRPr lang="es-CO"/>
        </a:p>
      </dgm:t>
    </dgm:pt>
    <dgm:pt modelId="{A5C33A4D-7110-4698-BACF-A35375F2E0B1}" type="pres">
      <dgm:prSet presAssocID="{F317492F-1768-4B58-8C20-611EB1AAC2C9}" presName="linear" presStyleCnt="0">
        <dgm:presLayoutVars>
          <dgm:dir/>
          <dgm:resizeHandles val="exact"/>
        </dgm:presLayoutVars>
      </dgm:prSet>
      <dgm:spPr/>
      <dgm:t>
        <a:bodyPr/>
        <a:lstStyle/>
        <a:p>
          <a:endParaRPr lang="es-CO"/>
        </a:p>
      </dgm:t>
    </dgm:pt>
    <dgm:pt modelId="{B6EEC32A-AE5C-44C8-A839-2ACA8E940A9B}" type="pres">
      <dgm:prSet presAssocID="{9183C98E-EC08-4146-A3B5-3C0EC248D0B7}" presName="comp" presStyleCnt="0"/>
      <dgm:spPr/>
    </dgm:pt>
    <dgm:pt modelId="{2616D924-9D9B-46A0-959D-025842878E65}" type="pres">
      <dgm:prSet presAssocID="{9183C98E-EC08-4146-A3B5-3C0EC248D0B7}" presName="box" presStyleLbl="node1" presStyleIdx="0" presStyleCnt="1"/>
      <dgm:spPr/>
      <dgm:t>
        <a:bodyPr/>
        <a:lstStyle/>
        <a:p>
          <a:endParaRPr lang="es-CO"/>
        </a:p>
      </dgm:t>
    </dgm:pt>
    <dgm:pt modelId="{C8ED4CDF-F258-484F-B33A-00E7F9375F83}" type="pres">
      <dgm:prSet presAssocID="{9183C98E-EC08-4146-A3B5-3C0EC248D0B7}" presName="img" presStyleLbl="fgImgPlace1" presStyleIdx="0" presStyleCnt="1" custScaleY="59641" custLinFactNeighborX="-12805" custLinFactNeighborY="-2249"/>
      <dgm:spPr>
        <a:blipFill rotWithShape="1">
          <a:blip xmlns:r="http://schemas.openxmlformats.org/officeDocument/2006/relationships" r:embed="rId1"/>
          <a:stretch>
            <a:fillRect/>
          </a:stretch>
        </a:blipFill>
      </dgm:spPr>
      <dgm:t>
        <a:bodyPr/>
        <a:lstStyle/>
        <a:p>
          <a:endParaRPr lang="es-CO"/>
        </a:p>
      </dgm:t>
    </dgm:pt>
    <dgm:pt modelId="{279E6A4B-0B2F-4945-B9BA-86669EC62A45}" type="pres">
      <dgm:prSet presAssocID="{9183C98E-EC08-4146-A3B5-3C0EC248D0B7}" presName="text" presStyleLbl="node1" presStyleIdx="0" presStyleCnt="1">
        <dgm:presLayoutVars>
          <dgm:bulletEnabled val="1"/>
        </dgm:presLayoutVars>
      </dgm:prSet>
      <dgm:spPr/>
      <dgm:t>
        <a:bodyPr/>
        <a:lstStyle/>
        <a:p>
          <a:endParaRPr lang="es-CO"/>
        </a:p>
      </dgm:t>
    </dgm:pt>
  </dgm:ptLst>
  <dgm:cxnLst>
    <dgm:cxn modelId="{2F9D8B09-70C7-4C29-921D-DBCB498723AB}" type="presOf" srcId="{9183C98E-EC08-4146-A3B5-3C0EC248D0B7}" destId="{279E6A4B-0B2F-4945-B9BA-86669EC62A45}" srcOrd="1" destOrd="0" presId="urn:microsoft.com/office/officeart/2005/8/layout/vList4#2"/>
    <dgm:cxn modelId="{335DC8E2-F150-4A11-BA15-5AB8266235F2}" type="presOf" srcId="{F317492F-1768-4B58-8C20-611EB1AAC2C9}" destId="{A5C33A4D-7110-4698-BACF-A35375F2E0B1}" srcOrd="0" destOrd="0" presId="urn:microsoft.com/office/officeart/2005/8/layout/vList4#2"/>
    <dgm:cxn modelId="{6F311F29-EBDE-4788-A404-F9588C239686}" type="presOf" srcId="{9183C98E-EC08-4146-A3B5-3C0EC248D0B7}" destId="{2616D924-9D9B-46A0-959D-025842878E65}" srcOrd="0" destOrd="0" presId="urn:microsoft.com/office/officeart/2005/8/layout/vList4#2"/>
    <dgm:cxn modelId="{B3852D9C-9B11-4A4F-BBF4-70FA7C958B64}" srcId="{F317492F-1768-4B58-8C20-611EB1AAC2C9}" destId="{9183C98E-EC08-4146-A3B5-3C0EC248D0B7}" srcOrd="0" destOrd="0" parTransId="{A4CAA7B7-75D5-4D4D-9909-EB67B989949A}" sibTransId="{D62A1E1A-26F5-4CE7-AB58-D85A6FE1B264}"/>
    <dgm:cxn modelId="{EC140AD5-8851-46E5-BFC1-4D68FE17A60A}" type="presParOf" srcId="{A5C33A4D-7110-4698-BACF-A35375F2E0B1}" destId="{B6EEC32A-AE5C-44C8-A839-2ACA8E940A9B}" srcOrd="0" destOrd="0" presId="urn:microsoft.com/office/officeart/2005/8/layout/vList4#2"/>
    <dgm:cxn modelId="{66E93567-7AFC-438D-8D80-404D5275203F}" type="presParOf" srcId="{B6EEC32A-AE5C-44C8-A839-2ACA8E940A9B}" destId="{2616D924-9D9B-46A0-959D-025842878E65}" srcOrd="0" destOrd="0" presId="urn:microsoft.com/office/officeart/2005/8/layout/vList4#2"/>
    <dgm:cxn modelId="{64DD369D-E764-434B-9B73-8DE00D43290B}" type="presParOf" srcId="{B6EEC32A-AE5C-44C8-A839-2ACA8E940A9B}" destId="{C8ED4CDF-F258-484F-B33A-00E7F9375F83}" srcOrd="1" destOrd="0" presId="urn:microsoft.com/office/officeart/2005/8/layout/vList4#2"/>
    <dgm:cxn modelId="{B9A234E3-FACE-4B51-8CD7-243CDA6A0F36}" type="presParOf" srcId="{B6EEC32A-AE5C-44C8-A839-2ACA8E940A9B}" destId="{279E6A4B-0B2F-4945-B9BA-86669EC62A45}" srcOrd="2" destOrd="0" presId="urn:microsoft.com/office/officeart/2005/8/layout/vList4#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AF0B5E1-9935-4ED1-9626-6B0D399924BF}" type="doc">
      <dgm:prSet loTypeId="urn:microsoft.com/office/officeart/2005/8/layout/vList4#3" loCatId="list" qsTypeId="urn:microsoft.com/office/officeart/2005/8/quickstyle/simple1" qsCatId="simple" csTypeId="urn:microsoft.com/office/officeart/2005/8/colors/accent1_2" csCatId="accent1" phldr="1"/>
      <dgm:spPr/>
      <dgm:t>
        <a:bodyPr/>
        <a:lstStyle/>
        <a:p>
          <a:endParaRPr lang="es-CO"/>
        </a:p>
      </dgm:t>
    </dgm:pt>
    <dgm:pt modelId="{E0F9531C-C5BF-4F61-A31E-7F7A82D5FB0D}">
      <dgm:prSet phldrT="[Texto]" custT="1"/>
      <dgm:spPr/>
      <dgm:t>
        <a:bodyPr/>
        <a:lstStyle/>
        <a:p>
          <a:pPr algn="just"/>
          <a:r>
            <a:rPr lang="es-CO" sz="2000" b="1" dirty="0" smtClean="0">
              <a:solidFill>
                <a:schemeClr val="bg1"/>
              </a:solidFill>
              <a:latin typeface="Futura Std Medium" pitchFamily="34" charset="0"/>
            </a:rPr>
            <a:t>1. </a:t>
          </a:r>
          <a:r>
            <a:rPr lang="es-CO" sz="2200" b="1" dirty="0" smtClean="0">
              <a:solidFill>
                <a:schemeClr val="bg1"/>
              </a:solidFill>
              <a:latin typeface="Futura Std Medium" pitchFamily="34" charset="0"/>
            </a:rPr>
            <a:t>Grupos focales (17) Entidades Nacionales, Territoriales, Organismos de Control y otras Ramas del Poder Público (200 recomendaciones)</a:t>
          </a:r>
          <a:endParaRPr lang="es-CO" sz="2200" b="1" dirty="0">
            <a:solidFill>
              <a:schemeClr val="bg1"/>
            </a:solidFill>
            <a:latin typeface="Futura Std Medium" pitchFamily="34" charset="0"/>
          </a:endParaRPr>
        </a:p>
      </dgm:t>
    </dgm:pt>
    <dgm:pt modelId="{BAB1C1BE-4255-4726-9E5A-651B8FA7F63B}" type="parTrans" cxnId="{9D93E2F7-CC9E-4349-B230-B97EFB3648CD}">
      <dgm:prSet/>
      <dgm:spPr/>
      <dgm:t>
        <a:bodyPr/>
        <a:lstStyle/>
        <a:p>
          <a:endParaRPr lang="es-CO"/>
        </a:p>
      </dgm:t>
    </dgm:pt>
    <dgm:pt modelId="{12B3DB00-DEE5-4917-9387-D9978A1B6C53}" type="sibTrans" cxnId="{9D93E2F7-CC9E-4349-B230-B97EFB3648CD}">
      <dgm:prSet/>
      <dgm:spPr/>
      <dgm:t>
        <a:bodyPr/>
        <a:lstStyle/>
        <a:p>
          <a:endParaRPr lang="es-CO"/>
        </a:p>
      </dgm:t>
    </dgm:pt>
    <dgm:pt modelId="{FBC58F86-437F-484C-975C-10165E3D7928}">
      <dgm:prSet phldrT="[Texto]" custT="1"/>
      <dgm:spPr/>
      <dgm:t>
        <a:bodyPr/>
        <a:lstStyle/>
        <a:p>
          <a:pPr algn="just"/>
          <a:r>
            <a:rPr lang="es-CO" sz="2200" b="1" dirty="0" smtClean="0">
              <a:solidFill>
                <a:schemeClr val="bg1"/>
              </a:solidFill>
              <a:latin typeface="Futura Std Medium" pitchFamily="34" charset="0"/>
            </a:rPr>
            <a:t>2. Elaboración documento propuesta de actualización preliminar</a:t>
          </a:r>
          <a:endParaRPr lang="es-CO" sz="2200" b="1" dirty="0">
            <a:solidFill>
              <a:schemeClr val="bg1"/>
            </a:solidFill>
            <a:latin typeface="Futura Std Medium" pitchFamily="34" charset="0"/>
          </a:endParaRPr>
        </a:p>
      </dgm:t>
    </dgm:pt>
    <dgm:pt modelId="{178EC0DC-5A3D-4AFD-BEE7-F632A37DCCD6}" type="parTrans" cxnId="{052A6DBF-EE7D-4D0C-ABDB-AA48AF417042}">
      <dgm:prSet/>
      <dgm:spPr/>
      <dgm:t>
        <a:bodyPr/>
        <a:lstStyle/>
        <a:p>
          <a:endParaRPr lang="es-CO"/>
        </a:p>
      </dgm:t>
    </dgm:pt>
    <dgm:pt modelId="{A354E2F4-1802-4297-833A-969ADA5654C8}" type="sibTrans" cxnId="{052A6DBF-EE7D-4D0C-ABDB-AA48AF417042}">
      <dgm:prSet/>
      <dgm:spPr/>
      <dgm:t>
        <a:bodyPr/>
        <a:lstStyle/>
        <a:p>
          <a:endParaRPr lang="es-CO"/>
        </a:p>
      </dgm:t>
    </dgm:pt>
    <dgm:pt modelId="{9EC36F21-EC0C-4B4E-8ECB-47D7995375C7}">
      <dgm:prSet phldrT="[Texto]" custT="1"/>
      <dgm:spPr/>
      <dgm:t>
        <a:bodyPr/>
        <a:lstStyle/>
        <a:p>
          <a:pPr algn="just"/>
          <a:r>
            <a:rPr lang="es-CO" sz="2200" b="1" dirty="0" smtClean="0">
              <a:solidFill>
                <a:schemeClr val="bg1"/>
              </a:solidFill>
              <a:latin typeface="Futura Std Medium" pitchFamily="34" charset="0"/>
            </a:rPr>
            <a:t>3. Validación (Jefes de Control Interno y prueba piloto 150 recomendaciones</a:t>
          </a:r>
          <a:r>
            <a:rPr lang="es-CO" sz="2200" b="1" dirty="0" smtClean="0">
              <a:solidFill>
                <a:schemeClr val="bg1"/>
              </a:solidFill>
            </a:rPr>
            <a:t>)</a:t>
          </a:r>
          <a:endParaRPr lang="es-CO" sz="2200" b="1" dirty="0">
            <a:solidFill>
              <a:schemeClr val="bg1"/>
            </a:solidFill>
          </a:endParaRPr>
        </a:p>
      </dgm:t>
    </dgm:pt>
    <dgm:pt modelId="{F82BE387-F559-4FA2-A8CF-A3AD38182109}" type="parTrans" cxnId="{66170C6C-CC68-414E-B781-04ABD5E53756}">
      <dgm:prSet/>
      <dgm:spPr/>
      <dgm:t>
        <a:bodyPr/>
        <a:lstStyle/>
        <a:p>
          <a:endParaRPr lang="es-CO"/>
        </a:p>
      </dgm:t>
    </dgm:pt>
    <dgm:pt modelId="{246D82EF-DEF3-450C-9840-45EC5B7F66A7}" type="sibTrans" cxnId="{66170C6C-CC68-414E-B781-04ABD5E53756}">
      <dgm:prSet/>
      <dgm:spPr/>
      <dgm:t>
        <a:bodyPr/>
        <a:lstStyle/>
        <a:p>
          <a:endParaRPr lang="es-CO"/>
        </a:p>
      </dgm:t>
    </dgm:pt>
    <dgm:pt modelId="{5B3BCC80-F56E-498D-B170-DB136A23E3E2}" type="pres">
      <dgm:prSet presAssocID="{5AF0B5E1-9935-4ED1-9626-6B0D399924BF}" presName="linear" presStyleCnt="0">
        <dgm:presLayoutVars>
          <dgm:dir/>
          <dgm:resizeHandles val="exact"/>
        </dgm:presLayoutVars>
      </dgm:prSet>
      <dgm:spPr/>
      <dgm:t>
        <a:bodyPr/>
        <a:lstStyle/>
        <a:p>
          <a:endParaRPr lang="es-CO"/>
        </a:p>
      </dgm:t>
    </dgm:pt>
    <dgm:pt modelId="{D7C7AAD9-1A3F-4409-8072-76A217B6EAC5}" type="pres">
      <dgm:prSet presAssocID="{E0F9531C-C5BF-4F61-A31E-7F7A82D5FB0D}" presName="comp" presStyleCnt="0"/>
      <dgm:spPr/>
    </dgm:pt>
    <dgm:pt modelId="{D04D0EA0-41DA-46BE-B17C-078C329DF4EE}" type="pres">
      <dgm:prSet presAssocID="{E0F9531C-C5BF-4F61-A31E-7F7A82D5FB0D}" presName="box" presStyleLbl="node1" presStyleIdx="0" presStyleCnt="3"/>
      <dgm:spPr/>
      <dgm:t>
        <a:bodyPr/>
        <a:lstStyle/>
        <a:p>
          <a:endParaRPr lang="es-CO"/>
        </a:p>
      </dgm:t>
    </dgm:pt>
    <dgm:pt modelId="{B63F9A8B-F335-4541-8EF1-73EE3FD51390}" type="pres">
      <dgm:prSet presAssocID="{E0F9531C-C5BF-4F61-A31E-7F7A82D5FB0D}" presName="img" presStyleLbl="fgImgPlace1" presStyleIdx="0" presStyleCnt="3"/>
      <dgm:spPr>
        <a:blipFill rotWithShape="1">
          <a:blip xmlns:r="http://schemas.openxmlformats.org/officeDocument/2006/relationships" r:embed="rId1"/>
          <a:stretch>
            <a:fillRect/>
          </a:stretch>
        </a:blipFill>
      </dgm:spPr>
    </dgm:pt>
    <dgm:pt modelId="{AE4E1390-F224-465E-A3A5-7656F2DE070D}" type="pres">
      <dgm:prSet presAssocID="{E0F9531C-C5BF-4F61-A31E-7F7A82D5FB0D}" presName="text" presStyleLbl="node1" presStyleIdx="0" presStyleCnt="3">
        <dgm:presLayoutVars>
          <dgm:bulletEnabled val="1"/>
        </dgm:presLayoutVars>
      </dgm:prSet>
      <dgm:spPr/>
      <dgm:t>
        <a:bodyPr/>
        <a:lstStyle/>
        <a:p>
          <a:endParaRPr lang="es-CO"/>
        </a:p>
      </dgm:t>
    </dgm:pt>
    <dgm:pt modelId="{3294F47A-4FA9-41A8-8B86-FD20D26F960C}" type="pres">
      <dgm:prSet presAssocID="{12B3DB00-DEE5-4917-9387-D9978A1B6C53}" presName="spacer" presStyleCnt="0"/>
      <dgm:spPr/>
    </dgm:pt>
    <dgm:pt modelId="{1C8DEE16-A361-4FDF-98A2-FDC902D935EA}" type="pres">
      <dgm:prSet presAssocID="{FBC58F86-437F-484C-975C-10165E3D7928}" presName="comp" presStyleCnt="0"/>
      <dgm:spPr/>
    </dgm:pt>
    <dgm:pt modelId="{0BC72365-565C-4ED2-9F35-168CA660DDF1}" type="pres">
      <dgm:prSet presAssocID="{FBC58F86-437F-484C-975C-10165E3D7928}" presName="box" presStyleLbl="node1" presStyleIdx="1" presStyleCnt="3"/>
      <dgm:spPr/>
      <dgm:t>
        <a:bodyPr/>
        <a:lstStyle/>
        <a:p>
          <a:endParaRPr lang="es-CO"/>
        </a:p>
      </dgm:t>
    </dgm:pt>
    <dgm:pt modelId="{32A79EF1-4CD8-43F5-9700-4318CABEB2AC}" type="pres">
      <dgm:prSet presAssocID="{FBC58F86-437F-484C-975C-10165E3D7928}" presName="img" presStyleLbl="fgImgPlace1" presStyleIdx="1" presStyleCnt="3"/>
      <dgm:spPr>
        <a:blipFill rotWithShape="1">
          <a:blip xmlns:r="http://schemas.openxmlformats.org/officeDocument/2006/relationships" r:embed="rId2"/>
          <a:stretch>
            <a:fillRect/>
          </a:stretch>
        </a:blipFill>
      </dgm:spPr>
    </dgm:pt>
    <dgm:pt modelId="{2C588797-5710-4396-A71B-918A987CCA01}" type="pres">
      <dgm:prSet presAssocID="{FBC58F86-437F-484C-975C-10165E3D7928}" presName="text" presStyleLbl="node1" presStyleIdx="1" presStyleCnt="3">
        <dgm:presLayoutVars>
          <dgm:bulletEnabled val="1"/>
        </dgm:presLayoutVars>
      </dgm:prSet>
      <dgm:spPr/>
      <dgm:t>
        <a:bodyPr/>
        <a:lstStyle/>
        <a:p>
          <a:endParaRPr lang="es-CO"/>
        </a:p>
      </dgm:t>
    </dgm:pt>
    <dgm:pt modelId="{A5A5A258-BDB4-45D9-A5F5-18D3451E9F27}" type="pres">
      <dgm:prSet presAssocID="{A354E2F4-1802-4297-833A-969ADA5654C8}" presName="spacer" presStyleCnt="0"/>
      <dgm:spPr/>
    </dgm:pt>
    <dgm:pt modelId="{EA5BDEA0-DFE8-4F2C-B2BF-633477FE191B}" type="pres">
      <dgm:prSet presAssocID="{9EC36F21-EC0C-4B4E-8ECB-47D7995375C7}" presName="comp" presStyleCnt="0"/>
      <dgm:spPr/>
    </dgm:pt>
    <dgm:pt modelId="{C5AA1CF9-463B-41C4-9ABA-DB10084630D1}" type="pres">
      <dgm:prSet presAssocID="{9EC36F21-EC0C-4B4E-8ECB-47D7995375C7}" presName="box" presStyleLbl="node1" presStyleIdx="2" presStyleCnt="3"/>
      <dgm:spPr/>
      <dgm:t>
        <a:bodyPr/>
        <a:lstStyle/>
        <a:p>
          <a:endParaRPr lang="es-CO"/>
        </a:p>
      </dgm:t>
    </dgm:pt>
    <dgm:pt modelId="{D28237B5-0AF2-41B9-860A-A84C7C137BC8}" type="pres">
      <dgm:prSet presAssocID="{9EC36F21-EC0C-4B4E-8ECB-47D7995375C7}" presName="img" presStyleLbl="fgImgPlace1" presStyleIdx="2" presStyleCnt="3"/>
      <dgm:spPr>
        <a:blipFill rotWithShape="1">
          <a:blip xmlns:r="http://schemas.openxmlformats.org/officeDocument/2006/relationships" r:embed="rId3"/>
          <a:stretch>
            <a:fillRect/>
          </a:stretch>
        </a:blipFill>
      </dgm:spPr>
    </dgm:pt>
    <dgm:pt modelId="{3124DD4E-DCB2-4BC2-8FFD-1339FDC46089}" type="pres">
      <dgm:prSet presAssocID="{9EC36F21-EC0C-4B4E-8ECB-47D7995375C7}" presName="text" presStyleLbl="node1" presStyleIdx="2" presStyleCnt="3">
        <dgm:presLayoutVars>
          <dgm:bulletEnabled val="1"/>
        </dgm:presLayoutVars>
      </dgm:prSet>
      <dgm:spPr/>
      <dgm:t>
        <a:bodyPr/>
        <a:lstStyle/>
        <a:p>
          <a:endParaRPr lang="es-CO"/>
        </a:p>
      </dgm:t>
    </dgm:pt>
  </dgm:ptLst>
  <dgm:cxnLst>
    <dgm:cxn modelId="{66170C6C-CC68-414E-B781-04ABD5E53756}" srcId="{5AF0B5E1-9935-4ED1-9626-6B0D399924BF}" destId="{9EC36F21-EC0C-4B4E-8ECB-47D7995375C7}" srcOrd="2" destOrd="0" parTransId="{F82BE387-F559-4FA2-A8CF-A3AD38182109}" sibTransId="{246D82EF-DEF3-450C-9840-45EC5B7F66A7}"/>
    <dgm:cxn modelId="{3DE4627E-FC53-4545-B8AC-CD0B634DB5C7}" type="presOf" srcId="{E0F9531C-C5BF-4F61-A31E-7F7A82D5FB0D}" destId="{AE4E1390-F224-465E-A3A5-7656F2DE070D}" srcOrd="1" destOrd="0" presId="urn:microsoft.com/office/officeart/2005/8/layout/vList4#3"/>
    <dgm:cxn modelId="{A6B86095-5BA6-4EFC-943D-BF9CC672C83C}" type="presOf" srcId="{FBC58F86-437F-484C-975C-10165E3D7928}" destId="{2C588797-5710-4396-A71B-918A987CCA01}" srcOrd="1" destOrd="0" presId="urn:microsoft.com/office/officeart/2005/8/layout/vList4#3"/>
    <dgm:cxn modelId="{052A6DBF-EE7D-4D0C-ABDB-AA48AF417042}" srcId="{5AF0B5E1-9935-4ED1-9626-6B0D399924BF}" destId="{FBC58F86-437F-484C-975C-10165E3D7928}" srcOrd="1" destOrd="0" parTransId="{178EC0DC-5A3D-4AFD-BEE7-F632A37DCCD6}" sibTransId="{A354E2F4-1802-4297-833A-969ADA5654C8}"/>
    <dgm:cxn modelId="{8C601FD7-756F-42F2-BF45-ED721DFBEE5D}" type="presOf" srcId="{9EC36F21-EC0C-4B4E-8ECB-47D7995375C7}" destId="{3124DD4E-DCB2-4BC2-8FFD-1339FDC46089}" srcOrd="1" destOrd="0" presId="urn:microsoft.com/office/officeart/2005/8/layout/vList4#3"/>
    <dgm:cxn modelId="{955A24ED-A066-4704-9370-C4C838529E88}" type="presOf" srcId="{5AF0B5E1-9935-4ED1-9626-6B0D399924BF}" destId="{5B3BCC80-F56E-498D-B170-DB136A23E3E2}" srcOrd="0" destOrd="0" presId="urn:microsoft.com/office/officeart/2005/8/layout/vList4#3"/>
    <dgm:cxn modelId="{CD982E1E-3D34-45C8-971A-2F9BE541AC33}" type="presOf" srcId="{FBC58F86-437F-484C-975C-10165E3D7928}" destId="{0BC72365-565C-4ED2-9F35-168CA660DDF1}" srcOrd="0" destOrd="0" presId="urn:microsoft.com/office/officeart/2005/8/layout/vList4#3"/>
    <dgm:cxn modelId="{9D93E2F7-CC9E-4349-B230-B97EFB3648CD}" srcId="{5AF0B5E1-9935-4ED1-9626-6B0D399924BF}" destId="{E0F9531C-C5BF-4F61-A31E-7F7A82D5FB0D}" srcOrd="0" destOrd="0" parTransId="{BAB1C1BE-4255-4726-9E5A-651B8FA7F63B}" sibTransId="{12B3DB00-DEE5-4917-9387-D9978A1B6C53}"/>
    <dgm:cxn modelId="{4ECEA199-E498-49B7-A51E-32228A6BCBDE}" type="presOf" srcId="{9EC36F21-EC0C-4B4E-8ECB-47D7995375C7}" destId="{C5AA1CF9-463B-41C4-9ABA-DB10084630D1}" srcOrd="0" destOrd="0" presId="urn:microsoft.com/office/officeart/2005/8/layout/vList4#3"/>
    <dgm:cxn modelId="{55BED67C-5943-4913-B774-99CA7D41E1A7}" type="presOf" srcId="{E0F9531C-C5BF-4F61-A31E-7F7A82D5FB0D}" destId="{D04D0EA0-41DA-46BE-B17C-078C329DF4EE}" srcOrd="0" destOrd="0" presId="urn:microsoft.com/office/officeart/2005/8/layout/vList4#3"/>
    <dgm:cxn modelId="{C48FE477-0BD4-4313-8A64-E7174EFB352F}" type="presParOf" srcId="{5B3BCC80-F56E-498D-B170-DB136A23E3E2}" destId="{D7C7AAD9-1A3F-4409-8072-76A217B6EAC5}" srcOrd="0" destOrd="0" presId="urn:microsoft.com/office/officeart/2005/8/layout/vList4#3"/>
    <dgm:cxn modelId="{70E35A48-8EA9-44A9-895F-63C4064B1282}" type="presParOf" srcId="{D7C7AAD9-1A3F-4409-8072-76A217B6EAC5}" destId="{D04D0EA0-41DA-46BE-B17C-078C329DF4EE}" srcOrd="0" destOrd="0" presId="urn:microsoft.com/office/officeart/2005/8/layout/vList4#3"/>
    <dgm:cxn modelId="{6BB64303-E408-41C5-A5C4-2A5C1A139DBC}" type="presParOf" srcId="{D7C7AAD9-1A3F-4409-8072-76A217B6EAC5}" destId="{B63F9A8B-F335-4541-8EF1-73EE3FD51390}" srcOrd="1" destOrd="0" presId="urn:microsoft.com/office/officeart/2005/8/layout/vList4#3"/>
    <dgm:cxn modelId="{47BD62A9-B68C-40FF-8884-29FC553D3DFA}" type="presParOf" srcId="{D7C7AAD9-1A3F-4409-8072-76A217B6EAC5}" destId="{AE4E1390-F224-465E-A3A5-7656F2DE070D}" srcOrd="2" destOrd="0" presId="urn:microsoft.com/office/officeart/2005/8/layout/vList4#3"/>
    <dgm:cxn modelId="{4DE7F3BB-7CA7-49DC-A042-A78B5643D085}" type="presParOf" srcId="{5B3BCC80-F56E-498D-B170-DB136A23E3E2}" destId="{3294F47A-4FA9-41A8-8B86-FD20D26F960C}" srcOrd="1" destOrd="0" presId="urn:microsoft.com/office/officeart/2005/8/layout/vList4#3"/>
    <dgm:cxn modelId="{562E8BEF-5FDF-41D5-97DF-C65D4513212E}" type="presParOf" srcId="{5B3BCC80-F56E-498D-B170-DB136A23E3E2}" destId="{1C8DEE16-A361-4FDF-98A2-FDC902D935EA}" srcOrd="2" destOrd="0" presId="urn:microsoft.com/office/officeart/2005/8/layout/vList4#3"/>
    <dgm:cxn modelId="{1B507D18-AA2D-4B87-8668-D7CAA9DB91AC}" type="presParOf" srcId="{1C8DEE16-A361-4FDF-98A2-FDC902D935EA}" destId="{0BC72365-565C-4ED2-9F35-168CA660DDF1}" srcOrd="0" destOrd="0" presId="urn:microsoft.com/office/officeart/2005/8/layout/vList4#3"/>
    <dgm:cxn modelId="{46700AA1-7123-4EC6-9B10-B1711805B101}" type="presParOf" srcId="{1C8DEE16-A361-4FDF-98A2-FDC902D935EA}" destId="{32A79EF1-4CD8-43F5-9700-4318CABEB2AC}" srcOrd="1" destOrd="0" presId="urn:microsoft.com/office/officeart/2005/8/layout/vList4#3"/>
    <dgm:cxn modelId="{B535749A-ED48-479A-9C53-B7109641A910}" type="presParOf" srcId="{1C8DEE16-A361-4FDF-98A2-FDC902D935EA}" destId="{2C588797-5710-4396-A71B-918A987CCA01}" srcOrd="2" destOrd="0" presId="urn:microsoft.com/office/officeart/2005/8/layout/vList4#3"/>
    <dgm:cxn modelId="{A6C82755-FA90-426B-9194-CF9E1C6A9871}" type="presParOf" srcId="{5B3BCC80-F56E-498D-B170-DB136A23E3E2}" destId="{A5A5A258-BDB4-45D9-A5F5-18D3451E9F27}" srcOrd="3" destOrd="0" presId="urn:microsoft.com/office/officeart/2005/8/layout/vList4#3"/>
    <dgm:cxn modelId="{4E37165D-6145-4330-BA70-FB01580D700B}" type="presParOf" srcId="{5B3BCC80-F56E-498D-B170-DB136A23E3E2}" destId="{EA5BDEA0-DFE8-4F2C-B2BF-633477FE191B}" srcOrd="4" destOrd="0" presId="urn:microsoft.com/office/officeart/2005/8/layout/vList4#3"/>
    <dgm:cxn modelId="{444A529E-83DB-4796-8B9D-929D215B824E}" type="presParOf" srcId="{EA5BDEA0-DFE8-4F2C-B2BF-633477FE191B}" destId="{C5AA1CF9-463B-41C4-9ABA-DB10084630D1}" srcOrd="0" destOrd="0" presId="urn:microsoft.com/office/officeart/2005/8/layout/vList4#3"/>
    <dgm:cxn modelId="{DA3E5130-0847-4675-82A6-04E1DC50E520}" type="presParOf" srcId="{EA5BDEA0-DFE8-4F2C-B2BF-633477FE191B}" destId="{D28237B5-0AF2-41B9-860A-A84C7C137BC8}" srcOrd="1" destOrd="0" presId="urn:microsoft.com/office/officeart/2005/8/layout/vList4#3"/>
    <dgm:cxn modelId="{B9B5685A-6C89-48D3-B1A1-53A1F6615F05}" type="presParOf" srcId="{EA5BDEA0-DFE8-4F2C-B2BF-633477FE191B}" destId="{3124DD4E-DCB2-4BC2-8FFD-1339FDC46089}" srcOrd="2" destOrd="0" presId="urn:microsoft.com/office/officeart/2005/8/layout/vList4#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0B5E1-9935-4ED1-9626-6B0D399924BF}" type="doc">
      <dgm:prSet loTypeId="urn:microsoft.com/office/officeart/2005/8/layout/vList4#4" loCatId="list" qsTypeId="urn:microsoft.com/office/officeart/2005/8/quickstyle/simple1" qsCatId="simple" csTypeId="urn:microsoft.com/office/officeart/2005/8/colors/accent1_2" csCatId="accent1" phldr="1"/>
      <dgm:spPr/>
      <dgm:t>
        <a:bodyPr/>
        <a:lstStyle/>
        <a:p>
          <a:endParaRPr lang="es-CO"/>
        </a:p>
      </dgm:t>
    </dgm:pt>
    <dgm:pt modelId="{E0F9531C-C5BF-4F61-A31E-7F7A82D5FB0D}">
      <dgm:prSet phldrT="[Texto]" custT="1"/>
      <dgm:spPr/>
      <dgm:t>
        <a:bodyPr/>
        <a:lstStyle/>
        <a:p>
          <a:pPr algn="just"/>
          <a:r>
            <a:rPr lang="es-CO" sz="2200" b="1" dirty="0" smtClean="0">
              <a:solidFill>
                <a:schemeClr val="bg1"/>
              </a:solidFill>
              <a:latin typeface="Futura Std Medium" pitchFamily="34" charset="0"/>
            </a:rPr>
            <a:t>4. Revisión de expertos (IIA, Universidad de Antioquia, Alcaldía de Medellín, miembros Consejo Asesor)</a:t>
          </a:r>
          <a:endParaRPr lang="es-CO" sz="2200" b="1" dirty="0">
            <a:solidFill>
              <a:schemeClr val="bg1"/>
            </a:solidFill>
            <a:latin typeface="Futura Std Medium" pitchFamily="34" charset="0"/>
          </a:endParaRPr>
        </a:p>
      </dgm:t>
    </dgm:pt>
    <dgm:pt modelId="{BAB1C1BE-4255-4726-9E5A-651B8FA7F63B}" type="parTrans" cxnId="{9D93E2F7-CC9E-4349-B230-B97EFB3648CD}">
      <dgm:prSet/>
      <dgm:spPr/>
      <dgm:t>
        <a:bodyPr/>
        <a:lstStyle/>
        <a:p>
          <a:endParaRPr lang="es-CO"/>
        </a:p>
      </dgm:t>
    </dgm:pt>
    <dgm:pt modelId="{12B3DB00-DEE5-4917-9387-D9978A1B6C53}" type="sibTrans" cxnId="{9D93E2F7-CC9E-4349-B230-B97EFB3648CD}">
      <dgm:prSet/>
      <dgm:spPr/>
      <dgm:t>
        <a:bodyPr/>
        <a:lstStyle/>
        <a:p>
          <a:endParaRPr lang="es-CO"/>
        </a:p>
      </dgm:t>
    </dgm:pt>
    <dgm:pt modelId="{FBC58F86-437F-484C-975C-10165E3D7928}">
      <dgm:prSet phldrT="[Texto]" custT="1"/>
      <dgm:spPr/>
      <dgm:t>
        <a:bodyPr/>
        <a:lstStyle/>
        <a:p>
          <a:pPr algn="just"/>
          <a:r>
            <a:rPr lang="es-CO" sz="2400" b="1" dirty="0" smtClean="0">
              <a:solidFill>
                <a:schemeClr val="bg1"/>
              </a:solidFill>
              <a:latin typeface="Futura Std Medium" pitchFamily="34" charset="0"/>
            </a:rPr>
            <a:t>5. Consulta Pública (más de 100 recomendaciones)</a:t>
          </a:r>
          <a:endParaRPr lang="es-CO" sz="2400" b="1" dirty="0">
            <a:solidFill>
              <a:schemeClr val="bg1"/>
            </a:solidFill>
            <a:latin typeface="Futura Std Medium" pitchFamily="34" charset="0"/>
          </a:endParaRPr>
        </a:p>
      </dgm:t>
    </dgm:pt>
    <dgm:pt modelId="{178EC0DC-5A3D-4AFD-BEE7-F632A37DCCD6}" type="parTrans" cxnId="{052A6DBF-EE7D-4D0C-ABDB-AA48AF417042}">
      <dgm:prSet/>
      <dgm:spPr/>
      <dgm:t>
        <a:bodyPr/>
        <a:lstStyle/>
        <a:p>
          <a:endParaRPr lang="es-CO"/>
        </a:p>
      </dgm:t>
    </dgm:pt>
    <dgm:pt modelId="{A354E2F4-1802-4297-833A-969ADA5654C8}" type="sibTrans" cxnId="{052A6DBF-EE7D-4D0C-ABDB-AA48AF417042}">
      <dgm:prSet/>
      <dgm:spPr/>
      <dgm:t>
        <a:bodyPr/>
        <a:lstStyle/>
        <a:p>
          <a:endParaRPr lang="es-CO"/>
        </a:p>
      </dgm:t>
    </dgm:pt>
    <dgm:pt modelId="{9EC36F21-EC0C-4B4E-8ECB-47D7995375C7}">
      <dgm:prSet phldrT="[Texto]" custT="1"/>
      <dgm:spPr/>
      <dgm:t>
        <a:bodyPr/>
        <a:lstStyle/>
        <a:p>
          <a:pPr algn="just"/>
          <a:r>
            <a:rPr lang="es-CO" sz="2200" b="1" dirty="0" smtClean="0">
              <a:solidFill>
                <a:schemeClr val="bg1"/>
              </a:solidFill>
              <a:latin typeface="Futura Std Medium" pitchFamily="34" charset="0"/>
            </a:rPr>
            <a:t>6. Consolidación documento final y aprobación por parte del Consejo Asesor</a:t>
          </a:r>
          <a:endParaRPr lang="es-CO" sz="2200" b="1" dirty="0">
            <a:solidFill>
              <a:schemeClr val="bg1"/>
            </a:solidFill>
            <a:latin typeface="Futura Std Medium" pitchFamily="34" charset="0"/>
          </a:endParaRPr>
        </a:p>
      </dgm:t>
    </dgm:pt>
    <dgm:pt modelId="{F82BE387-F559-4FA2-A8CF-A3AD38182109}" type="parTrans" cxnId="{66170C6C-CC68-414E-B781-04ABD5E53756}">
      <dgm:prSet/>
      <dgm:spPr/>
      <dgm:t>
        <a:bodyPr/>
        <a:lstStyle/>
        <a:p>
          <a:endParaRPr lang="es-CO"/>
        </a:p>
      </dgm:t>
    </dgm:pt>
    <dgm:pt modelId="{246D82EF-DEF3-450C-9840-45EC5B7F66A7}" type="sibTrans" cxnId="{66170C6C-CC68-414E-B781-04ABD5E53756}">
      <dgm:prSet/>
      <dgm:spPr/>
      <dgm:t>
        <a:bodyPr/>
        <a:lstStyle/>
        <a:p>
          <a:endParaRPr lang="es-CO"/>
        </a:p>
      </dgm:t>
    </dgm:pt>
    <dgm:pt modelId="{5B3BCC80-F56E-498D-B170-DB136A23E3E2}" type="pres">
      <dgm:prSet presAssocID="{5AF0B5E1-9935-4ED1-9626-6B0D399924BF}" presName="linear" presStyleCnt="0">
        <dgm:presLayoutVars>
          <dgm:dir/>
          <dgm:resizeHandles val="exact"/>
        </dgm:presLayoutVars>
      </dgm:prSet>
      <dgm:spPr/>
      <dgm:t>
        <a:bodyPr/>
        <a:lstStyle/>
        <a:p>
          <a:endParaRPr lang="es-CO"/>
        </a:p>
      </dgm:t>
    </dgm:pt>
    <dgm:pt modelId="{D7C7AAD9-1A3F-4409-8072-76A217B6EAC5}" type="pres">
      <dgm:prSet presAssocID="{E0F9531C-C5BF-4F61-A31E-7F7A82D5FB0D}" presName="comp" presStyleCnt="0"/>
      <dgm:spPr/>
    </dgm:pt>
    <dgm:pt modelId="{D04D0EA0-41DA-46BE-B17C-078C329DF4EE}" type="pres">
      <dgm:prSet presAssocID="{E0F9531C-C5BF-4F61-A31E-7F7A82D5FB0D}" presName="box" presStyleLbl="node1" presStyleIdx="0" presStyleCnt="3"/>
      <dgm:spPr/>
      <dgm:t>
        <a:bodyPr/>
        <a:lstStyle/>
        <a:p>
          <a:endParaRPr lang="es-CO"/>
        </a:p>
      </dgm:t>
    </dgm:pt>
    <dgm:pt modelId="{B63F9A8B-F335-4541-8EF1-73EE3FD51390}" type="pres">
      <dgm:prSet presAssocID="{E0F9531C-C5BF-4F61-A31E-7F7A82D5FB0D}" presName="img" presStyleLbl="fgImgPlace1" presStyleIdx="0" presStyleCnt="3"/>
      <dgm:spPr>
        <a:blipFill rotWithShape="1">
          <a:blip xmlns:r="http://schemas.openxmlformats.org/officeDocument/2006/relationships" r:embed="rId1"/>
          <a:stretch>
            <a:fillRect/>
          </a:stretch>
        </a:blipFill>
      </dgm:spPr>
    </dgm:pt>
    <dgm:pt modelId="{AE4E1390-F224-465E-A3A5-7656F2DE070D}" type="pres">
      <dgm:prSet presAssocID="{E0F9531C-C5BF-4F61-A31E-7F7A82D5FB0D}" presName="text" presStyleLbl="node1" presStyleIdx="0" presStyleCnt="3">
        <dgm:presLayoutVars>
          <dgm:bulletEnabled val="1"/>
        </dgm:presLayoutVars>
      </dgm:prSet>
      <dgm:spPr/>
      <dgm:t>
        <a:bodyPr/>
        <a:lstStyle/>
        <a:p>
          <a:endParaRPr lang="es-CO"/>
        </a:p>
      </dgm:t>
    </dgm:pt>
    <dgm:pt modelId="{3294F47A-4FA9-41A8-8B86-FD20D26F960C}" type="pres">
      <dgm:prSet presAssocID="{12B3DB00-DEE5-4917-9387-D9978A1B6C53}" presName="spacer" presStyleCnt="0"/>
      <dgm:spPr/>
    </dgm:pt>
    <dgm:pt modelId="{1C8DEE16-A361-4FDF-98A2-FDC902D935EA}" type="pres">
      <dgm:prSet presAssocID="{FBC58F86-437F-484C-975C-10165E3D7928}" presName="comp" presStyleCnt="0"/>
      <dgm:spPr/>
    </dgm:pt>
    <dgm:pt modelId="{0BC72365-565C-4ED2-9F35-168CA660DDF1}" type="pres">
      <dgm:prSet presAssocID="{FBC58F86-437F-484C-975C-10165E3D7928}" presName="box" presStyleLbl="node1" presStyleIdx="1" presStyleCnt="3"/>
      <dgm:spPr/>
      <dgm:t>
        <a:bodyPr/>
        <a:lstStyle/>
        <a:p>
          <a:endParaRPr lang="es-CO"/>
        </a:p>
      </dgm:t>
    </dgm:pt>
    <dgm:pt modelId="{32A79EF1-4CD8-43F5-9700-4318CABEB2AC}" type="pres">
      <dgm:prSet presAssocID="{FBC58F86-437F-484C-975C-10165E3D7928}" presName="img" presStyleLbl="fgImgPlace1" presStyleIdx="1" presStyleCnt="3"/>
      <dgm:spPr>
        <a:blipFill rotWithShape="1">
          <a:blip xmlns:r="http://schemas.openxmlformats.org/officeDocument/2006/relationships" r:embed="rId2"/>
          <a:stretch>
            <a:fillRect/>
          </a:stretch>
        </a:blipFill>
      </dgm:spPr>
    </dgm:pt>
    <dgm:pt modelId="{2C588797-5710-4396-A71B-918A987CCA01}" type="pres">
      <dgm:prSet presAssocID="{FBC58F86-437F-484C-975C-10165E3D7928}" presName="text" presStyleLbl="node1" presStyleIdx="1" presStyleCnt="3">
        <dgm:presLayoutVars>
          <dgm:bulletEnabled val="1"/>
        </dgm:presLayoutVars>
      </dgm:prSet>
      <dgm:spPr/>
      <dgm:t>
        <a:bodyPr/>
        <a:lstStyle/>
        <a:p>
          <a:endParaRPr lang="es-CO"/>
        </a:p>
      </dgm:t>
    </dgm:pt>
    <dgm:pt modelId="{A5A5A258-BDB4-45D9-A5F5-18D3451E9F27}" type="pres">
      <dgm:prSet presAssocID="{A354E2F4-1802-4297-833A-969ADA5654C8}" presName="spacer" presStyleCnt="0"/>
      <dgm:spPr/>
    </dgm:pt>
    <dgm:pt modelId="{EA5BDEA0-DFE8-4F2C-B2BF-633477FE191B}" type="pres">
      <dgm:prSet presAssocID="{9EC36F21-EC0C-4B4E-8ECB-47D7995375C7}" presName="comp" presStyleCnt="0"/>
      <dgm:spPr/>
    </dgm:pt>
    <dgm:pt modelId="{C5AA1CF9-463B-41C4-9ABA-DB10084630D1}" type="pres">
      <dgm:prSet presAssocID="{9EC36F21-EC0C-4B4E-8ECB-47D7995375C7}" presName="box" presStyleLbl="node1" presStyleIdx="2" presStyleCnt="3"/>
      <dgm:spPr/>
      <dgm:t>
        <a:bodyPr/>
        <a:lstStyle/>
        <a:p>
          <a:endParaRPr lang="es-CO"/>
        </a:p>
      </dgm:t>
    </dgm:pt>
    <dgm:pt modelId="{D28237B5-0AF2-41B9-860A-A84C7C137BC8}" type="pres">
      <dgm:prSet presAssocID="{9EC36F21-EC0C-4B4E-8ECB-47D7995375C7}" presName="img" presStyleLbl="fgImgPlace1" presStyleIdx="2" presStyleCnt="3"/>
      <dgm:spPr>
        <a:blipFill rotWithShape="1">
          <a:blip xmlns:r="http://schemas.openxmlformats.org/officeDocument/2006/relationships" r:embed="rId3"/>
          <a:stretch>
            <a:fillRect/>
          </a:stretch>
        </a:blipFill>
      </dgm:spPr>
    </dgm:pt>
    <dgm:pt modelId="{3124DD4E-DCB2-4BC2-8FFD-1339FDC46089}" type="pres">
      <dgm:prSet presAssocID="{9EC36F21-EC0C-4B4E-8ECB-47D7995375C7}" presName="text" presStyleLbl="node1" presStyleIdx="2" presStyleCnt="3">
        <dgm:presLayoutVars>
          <dgm:bulletEnabled val="1"/>
        </dgm:presLayoutVars>
      </dgm:prSet>
      <dgm:spPr/>
      <dgm:t>
        <a:bodyPr/>
        <a:lstStyle/>
        <a:p>
          <a:endParaRPr lang="es-CO"/>
        </a:p>
      </dgm:t>
    </dgm:pt>
  </dgm:ptLst>
  <dgm:cxnLst>
    <dgm:cxn modelId="{A9F855BA-4FB2-4787-8518-42616D822C5A}" type="presOf" srcId="{9EC36F21-EC0C-4B4E-8ECB-47D7995375C7}" destId="{3124DD4E-DCB2-4BC2-8FFD-1339FDC46089}" srcOrd="1" destOrd="0" presId="urn:microsoft.com/office/officeart/2005/8/layout/vList4#4"/>
    <dgm:cxn modelId="{D5C66224-D370-46F7-BB2A-63094065BD64}" type="presOf" srcId="{9EC36F21-EC0C-4B4E-8ECB-47D7995375C7}" destId="{C5AA1CF9-463B-41C4-9ABA-DB10084630D1}" srcOrd="0" destOrd="0" presId="urn:microsoft.com/office/officeart/2005/8/layout/vList4#4"/>
    <dgm:cxn modelId="{66170C6C-CC68-414E-B781-04ABD5E53756}" srcId="{5AF0B5E1-9935-4ED1-9626-6B0D399924BF}" destId="{9EC36F21-EC0C-4B4E-8ECB-47D7995375C7}" srcOrd="2" destOrd="0" parTransId="{F82BE387-F559-4FA2-A8CF-A3AD38182109}" sibTransId="{246D82EF-DEF3-450C-9840-45EC5B7F66A7}"/>
    <dgm:cxn modelId="{A38D1C77-6F93-4A95-8A1D-AB8DCF35F3F9}" type="presOf" srcId="{E0F9531C-C5BF-4F61-A31E-7F7A82D5FB0D}" destId="{AE4E1390-F224-465E-A3A5-7656F2DE070D}" srcOrd="1" destOrd="0" presId="urn:microsoft.com/office/officeart/2005/8/layout/vList4#4"/>
    <dgm:cxn modelId="{052A6DBF-EE7D-4D0C-ABDB-AA48AF417042}" srcId="{5AF0B5E1-9935-4ED1-9626-6B0D399924BF}" destId="{FBC58F86-437F-484C-975C-10165E3D7928}" srcOrd="1" destOrd="0" parTransId="{178EC0DC-5A3D-4AFD-BEE7-F632A37DCCD6}" sibTransId="{A354E2F4-1802-4297-833A-969ADA5654C8}"/>
    <dgm:cxn modelId="{C32027EE-6204-4951-B7DF-0CBCFF0D2A46}" type="presOf" srcId="{FBC58F86-437F-484C-975C-10165E3D7928}" destId="{2C588797-5710-4396-A71B-918A987CCA01}" srcOrd="1" destOrd="0" presId="urn:microsoft.com/office/officeart/2005/8/layout/vList4#4"/>
    <dgm:cxn modelId="{73373D9F-0919-456C-8579-CF7DB4966774}" type="presOf" srcId="{5AF0B5E1-9935-4ED1-9626-6B0D399924BF}" destId="{5B3BCC80-F56E-498D-B170-DB136A23E3E2}" srcOrd="0" destOrd="0" presId="urn:microsoft.com/office/officeart/2005/8/layout/vList4#4"/>
    <dgm:cxn modelId="{844F5A83-7E29-45F9-8188-A1022DC8AF7F}" type="presOf" srcId="{E0F9531C-C5BF-4F61-A31E-7F7A82D5FB0D}" destId="{D04D0EA0-41DA-46BE-B17C-078C329DF4EE}" srcOrd="0" destOrd="0" presId="urn:microsoft.com/office/officeart/2005/8/layout/vList4#4"/>
    <dgm:cxn modelId="{9D93E2F7-CC9E-4349-B230-B97EFB3648CD}" srcId="{5AF0B5E1-9935-4ED1-9626-6B0D399924BF}" destId="{E0F9531C-C5BF-4F61-A31E-7F7A82D5FB0D}" srcOrd="0" destOrd="0" parTransId="{BAB1C1BE-4255-4726-9E5A-651B8FA7F63B}" sibTransId="{12B3DB00-DEE5-4917-9387-D9978A1B6C53}"/>
    <dgm:cxn modelId="{144DB37B-510F-4D41-8CCC-76366E42507C}" type="presOf" srcId="{FBC58F86-437F-484C-975C-10165E3D7928}" destId="{0BC72365-565C-4ED2-9F35-168CA660DDF1}" srcOrd="0" destOrd="0" presId="urn:microsoft.com/office/officeart/2005/8/layout/vList4#4"/>
    <dgm:cxn modelId="{06E662D2-C235-41A6-A66E-08128B811053}" type="presParOf" srcId="{5B3BCC80-F56E-498D-B170-DB136A23E3E2}" destId="{D7C7AAD9-1A3F-4409-8072-76A217B6EAC5}" srcOrd="0" destOrd="0" presId="urn:microsoft.com/office/officeart/2005/8/layout/vList4#4"/>
    <dgm:cxn modelId="{7394E3B4-B5F6-4196-9B7C-0261B70619E0}" type="presParOf" srcId="{D7C7AAD9-1A3F-4409-8072-76A217B6EAC5}" destId="{D04D0EA0-41DA-46BE-B17C-078C329DF4EE}" srcOrd="0" destOrd="0" presId="urn:microsoft.com/office/officeart/2005/8/layout/vList4#4"/>
    <dgm:cxn modelId="{C05024E3-D6DD-4083-99BC-F5EE888BA267}" type="presParOf" srcId="{D7C7AAD9-1A3F-4409-8072-76A217B6EAC5}" destId="{B63F9A8B-F335-4541-8EF1-73EE3FD51390}" srcOrd="1" destOrd="0" presId="urn:microsoft.com/office/officeart/2005/8/layout/vList4#4"/>
    <dgm:cxn modelId="{B1788A2A-73E8-4644-828C-5623E59F9BDB}" type="presParOf" srcId="{D7C7AAD9-1A3F-4409-8072-76A217B6EAC5}" destId="{AE4E1390-F224-465E-A3A5-7656F2DE070D}" srcOrd="2" destOrd="0" presId="urn:microsoft.com/office/officeart/2005/8/layout/vList4#4"/>
    <dgm:cxn modelId="{93C01CB6-F71E-4E09-93D8-1B4C990414ED}" type="presParOf" srcId="{5B3BCC80-F56E-498D-B170-DB136A23E3E2}" destId="{3294F47A-4FA9-41A8-8B86-FD20D26F960C}" srcOrd="1" destOrd="0" presId="urn:microsoft.com/office/officeart/2005/8/layout/vList4#4"/>
    <dgm:cxn modelId="{E3E31E08-071A-4B2A-A347-DCDF2A086F54}" type="presParOf" srcId="{5B3BCC80-F56E-498D-B170-DB136A23E3E2}" destId="{1C8DEE16-A361-4FDF-98A2-FDC902D935EA}" srcOrd="2" destOrd="0" presId="urn:microsoft.com/office/officeart/2005/8/layout/vList4#4"/>
    <dgm:cxn modelId="{2E0640EA-D932-4608-9D31-FF8200D8326F}" type="presParOf" srcId="{1C8DEE16-A361-4FDF-98A2-FDC902D935EA}" destId="{0BC72365-565C-4ED2-9F35-168CA660DDF1}" srcOrd="0" destOrd="0" presId="urn:microsoft.com/office/officeart/2005/8/layout/vList4#4"/>
    <dgm:cxn modelId="{E133E7EC-0B65-4C1F-BF60-7876F9CB8519}" type="presParOf" srcId="{1C8DEE16-A361-4FDF-98A2-FDC902D935EA}" destId="{32A79EF1-4CD8-43F5-9700-4318CABEB2AC}" srcOrd="1" destOrd="0" presId="urn:microsoft.com/office/officeart/2005/8/layout/vList4#4"/>
    <dgm:cxn modelId="{DE715D98-8F2F-4875-9BEB-C2E759F57F74}" type="presParOf" srcId="{1C8DEE16-A361-4FDF-98A2-FDC902D935EA}" destId="{2C588797-5710-4396-A71B-918A987CCA01}" srcOrd="2" destOrd="0" presId="urn:microsoft.com/office/officeart/2005/8/layout/vList4#4"/>
    <dgm:cxn modelId="{D68E14EC-C8B4-4B18-86D1-90BAAEC12317}" type="presParOf" srcId="{5B3BCC80-F56E-498D-B170-DB136A23E3E2}" destId="{A5A5A258-BDB4-45D9-A5F5-18D3451E9F27}" srcOrd="3" destOrd="0" presId="urn:microsoft.com/office/officeart/2005/8/layout/vList4#4"/>
    <dgm:cxn modelId="{133F3392-AFC4-401C-8ABA-48FA42C93591}" type="presParOf" srcId="{5B3BCC80-F56E-498D-B170-DB136A23E3E2}" destId="{EA5BDEA0-DFE8-4F2C-B2BF-633477FE191B}" srcOrd="4" destOrd="0" presId="urn:microsoft.com/office/officeart/2005/8/layout/vList4#4"/>
    <dgm:cxn modelId="{1C82E4A9-9433-4323-BAF7-766CA3317F4A}" type="presParOf" srcId="{EA5BDEA0-DFE8-4F2C-B2BF-633477FE191B}" destId="{C5AA1CF9-463B-41C4-9ABA-DB10084630D1}" srcOrd="0" destOrd="0" presId="urn:microsoft.com/office/officeart/2005/8/layout/vList4#4"/>
    <dgm:cxn modelId="{6417E775-7EC7-40FF-B784-F0CD14370E3A}" type="presParOf" srcId="{EA5BDEA0-DFE8-4F2C-B2BF-633477FE191B}" destId="{D28237B5-0AF2-41B9-860A-A84C7C137BC8}" srcOrd="1" destOrd="0" presId="urn:microsoft.com/office/officeart/2005/8/layout/vList4#4"/>
    <dgm:cxn modelId="{156D4E19-1145-42DE-ABFE-4FEB4C30719C}" type="presParOf" srcId="{EA5BDEA0-DFE8-4F2C-B2BF-633477FE191B}" destId="{3124DD4E-DCB2-4BC2-8FFD-1339FDC46089}" srcOrd="2" destOrd="0" presId="urn:microsoft.com/office/officeart/2005/8/layout/vList4#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5AF0B5E1-9935-4ED1-9626-6B0D399924BF}" type="doc">
      <dgm:prSet loTypeId="urn:microsoft.com/office/officeart/2005/8/layout/vList4#3" loCatId="list" qsTypeId="urn:microsoft.com/office/officeart/2005/8/quickstyle/simple1" qsCatId="simple" csTypeId="urn:microsoft.com/office/officeart/2005/8/colors/accent1_2" csCatId="accent1" phldr="1"/>
      <dgm:spPr/>
      <dgm:t>
        <a:bodyPr/>
        <a:lstStyle/>
        <a:p>
          <a:endParaRPr lang="es-CO"/>
        </a:p>
      </dgm:t>
    </dgm:pt>
    <dgm:pt modelId="{E0F9531C-C5BF-4F61-A31E-7F7A82D5FB0D}">
      <dgm:prSet phldrT="[Texto]" custT="1"/>
      <dgm:spPr/>
      <dgm:t>
        <a:bodyPr/>
        <a:lstStyle/>
        <a:p>
          <a:endParaRPr lang="es-CO" sz="3400" dirty="0" smtClean="0">
            <a:solidFill>
              <a:schemeClr val="bg1"/>
            </a:solidFill>
            <a:latin typeface="Futura Std Medium" pitchFamily="34" charset="0"/>
          </a:endParaRPr>
        </a:p>
        <a:p>
          <a:endParaRPr lang="es-CO" sz="3400" dirty="0" smtClean="0">
            <a:solidFill>
              <a:schemeClr val="bg1"/>
            </a:solidFill>
            <a:latin typeface="Futura Std Medium" pitchFamily="34" charset="0"/>
          </a:endParaRPr>
        </a:p>
        <a:p>
          <a:r>
            <a:rPr lang="es-CO" sz="3400" b="0" dirty="0" smtClean="0">
              <a:solidFill>
                <a:schemeClr val="bg1"/>
              </a:solidFill>
              <a:latin typeface="Futura Std Medium" pitchFamily="34" charset="0"/>
            </a:rPr>
            <a:t>El elemento Desarrollo del Talento </a:t>
          </a:r>
          <a:r>
            <a:rPr lang="es-CO" sz="3400" dirty="0" smtClean="0">
              <a:solidFill>
                <a:schemeClr val="bg1"/>
              </a:solidFill>
              <a:latin typeface="Futura Std Medium" pitchFamily="34" charset="0"/>
            </a:rPr>
            <a:t>Humano pasa a convertirse en un </a:t>
          </a:r>
          <a:r>
            <a:rPr lang="es-CO" sz="3400" b="1" dirty="0" smtClean="0">
              <a:solidFill>
                <a:schemeClr val="bg1"/>
              </a:solidFill>
              <a:latin typeface="Futura Std Medium" pitchFamily="34" charset="0"/>
            </a:rPr>
            <a:t>COMPONENTE.</a:t>
          </a:r>
          <a:r>
            <a:rPr lang="es-CO" sz="3400" dirty="0" smtClean="0">
              <a:solidFill>
                <a:schemeClr val="bg1"/>
              </a:solidFill>
              <a:latin typeface="Futura Std Medium" pitchFamily="34" charset="0"/>
            </a:rPr>
            <a:t> </a:t>
          </a:r>
        </a:p>
        <a:p>
          <a:r>
            <a:rPr lang="es-CO" sz="3400" dirty="0" smtClean="0">
              <a:solidFill>
                <a:schemeClr val="bg1"/>
              </a:solidFill>
              <a:latin typeface="Futura Std Medium" pitchFamily="34" charset="0"/>
            </a:rPr>
            <a:t>Acuerdos, compromisos y protocolos éticos y</a:t>
          </a:r>
        </a:p>
        <a:p>
          <a:r>
            <a:rPr lang="es-CO" sz="3400" dirty="0" smtClean="0">
              <a:solidFill>
                <a:schemeClr val="bg1"/>
              </a:solidFill>
              <a:latin typeface="Futura Std Medium" pitchFamily="34" charset="0"/>
            </a:rPr>
            <a:t>Las Políticas de Talento Humano.</a:t>
          </a:r>
        </a:p>
        <a:p>
          <a:endParaRPr lang="es-CO" sz="3400" dirty="0" smtClean="0">
            <a:solidFill>
              <a:schemeClr val="bg1"/>
            </a:solidFill>
            <a:latin typeface="Futura Std Medium" pitchFamily="34" charset="0"/>
          </a:endParaRPr>
        </a:p>
        <a:p>
          <a:pPr algn="just"/>
          <a:endParaRPr lang="es-CO" sz="3400" dirty="0">
            <a:solidFill>
              <a:schemeClr val="bg1"/>
            </a:solidFill>
            <a:latin typeface="Futura Std Medium" pitchFamily="34" charset="0"/>
          </a:endParaRPr>
        </a:p>
      </dgm:t>
    </dgm:pt>
    <dgm:pt modelId="{BAB1C1BE-4255-4726-9E5A-651B8FA7F63B}" type="parTrans" cxnId="{9D93E2F7-CC9E-4349-B230-B97EFB3648CD}">
      <dgm:prSet/>
      <dgm:spPr/>
      <dgm:t>
        <a:bodyPr/>
        <a:lstStyle/>
        <a:p>
          <a:endParaRPr lang="es-CO"/>
        </a:p>
      </dgm:t>
    </dgm:pt>
    <dgm:pt modelId="{12B3DB00-DEE5-4917-9387-D9978A1B6C53}" type="sibTrans" cxnId="{9D93E2F7-CC9E-4349-B230-B97EFB3648CD}">
      <dgm:prSet/>
      <dgm:spPr/>
      <dgm:t>
        <a:bodyPr/>
        <a:lstStyle/>
        <a:p>
          <a:endParaRPr lang="es-CO"/>
        </a:p>
      </dgm:t>
    </dgm:pt>
    <dgm:pt modelId="{5B3BCC80-F56E-498D-B170-DB136A23E3E2}" type="pres">
      <dgm:prSet presAssocID="{5AF0B5E1-9935-4ED1-9626-6B0D399924BF}" presName="linear" presStyleCnt="0">
        <dgm:presLayoutVars>
          <dgm:dir/>
          <dgm:resizeHandles val="exact"/>
        </dgm:presLayoutVars>
      </dgm:prSet>
      <dgm:spPr/>
      <dgm:t>
        <a:bodyPr/>
        <a:lstStyle/>
        <a:p>
          <a:endParaRPr lang="es-CO"/>
        </a:p>
      </dgm:t>
    </dgm:pt>
    <dgm:pt modelId="{D7C7AAD9-1A3F-4409-8072-76A217B6EAC5}" type="pres">
      <dgm:prSet presAssocID="{E0F9531C-C5BF-4F61-A31E-7F7A82D5FB0D}" presName="comp" presStyleCnt="0"/>
      <dgm:spPr/>
    </dgm:pt>
    <dgm:pt modelId="{D04D0EA0-41DA-46BE-B17C-078C329DF4EE}" type="pres">
      <dgm:prSet presAssocID="{E0F9531C-C5BF-4F61-A31E-7F7A82D5FB0D}" presName="box" presStyleLbl="node1" presStyleIdx="0" presStyleCnt="1"/>
      <dgm:spPr/>
      <dgm:t>
        <a:bodyPr/>
        <a:lstStyle/>
        <a:p>
          <a:endParaRPr lang="es-CO"/>
        </a:p>
      </dgm:t>
    </dgm:pt>
    <dgm:pt modelId="{B63F9A8B-F335-4541-8EF1-73EE3FD51390}" type="pres">
      <dgm:prSet presAssocID="{E0F9531C-C5BF-4F61-A31E-7F7A82D5FB0D}" presName="img" presStyleLbl="fgImgPlace1" presStyleIdx="0" presStyleCnt="1" custScaleY="52554"/>
      <dgm:spPr>
        <a:blipFill rotWithShape="1">
          <a:blip xmlns:r="http://schemas.openxmlformats.org/officeDocument/2006/relationships" r:embed="rId1"/>
          <a:stretch>
            <a:fillRect/>
          </a:stretch>
        </a:blipFill>
      </dgm:spPr>
      <dgm:t>
        <a:bodyPr/>
        <a:lstStyle/>
        <a:p>
          <a:endParaRPr lang="es-CO"/>
        </a:p>
      </dgm:t>
    </dgm:pt>
    <dgm:pt modelId="{AE4E1390-F224-465E-A3A5-7656F2DE070D}" type="pres">
      <dgm:prSet presAssocID="{E0F9531C-C5BF-4F61-A31E-7F7A82D5FB0D}" presName="text" presStyleLbl="node1" presStyleIdx="0" presStyleCnt="1">
        <dgm:presLayoutVars>
          <dgm:bulletEnabled val="1"/>
        </dgm:presLayoutVars>
      </dgm:prSet>
      <dgm:spPr/>
      <dgm:t>
        <a:bodyPr/>
        <a:lstStyle/>
        <a:p>
          <a:endParaRPr lang="es-CO"/>
        </a:p>
      </dgm:t>
    </dgm:pt>
  </dgm:ptLst>
  <dgm:cxnLst>
    <dgm:cxn modelId="{96E45235-0FAD-4BC3-824E-2080A6F1CA62}" type="presOf" srcId="{E0F9531C-C5BF-4F61-A31E-7F7A82D5FB0D}" destId="{D04D0EA0-41DA-46BE-B17C-078C329DF4EE}" srcOrd="0" destOrd="0" presId="urn:microsoft.com/office/officeart/2005/8/layout/vList4#3"/>
    <dgm:cxn modelId="{0AB4C46B-0413-4F1F-8DB9-DD88F803AD32}" type="presOf" srcId="{E0F9531C-C5BF-4F61-A31E-7F7A82D5FB0D}" destId="{AE4E1390-F224-465E-A3A5-7656F2DE070D}" srcOrd="1" destOrd="0" presId="urn:microsoft.com/office/officeart/2005/8/layout/vList4#3"/>
    <dgm:cxn modelId="{226C3D21-9132-4F6A-8C07-AF9E1628CCCA}" type="presOf" srcId="{5AF0B5E1-9935-4ED1-9626-6B0D399924BF}" destId="{5B3BCC80-F56E-498D-B170-DB136A23E3E2}" srcOrd="0" destOrd="0" presId="urn:microsoft.com/office/officeart/2005/8/layout/vList4#3"/>
    <dgm:cxn modelId="{9D93E2F7-CC9E-4349-B230-B97EFB3648CD}" srcId="{5AF0B5E1-9935-4ED1-9626-6B0D399924BF}" destId="{E0F9531C-C5BF-4F61-A31E-7F7A82D5FB0D}" srcOrd="0" destOrd="0" parTransId="{BAB1C1BE-4255-4726-9E5A-651B8FA7F63B}" sibTransId="{12B3DB00-DEE5-4917-9387-D9978A1B6C53}"/>
    <dgm:cxn modelId="{76A24F63-EF44-4D47-9DC4-5D06E4C627BA}" type="presParOf" srcId="{5B3BCC80-F56E-498D-B170-DB136A23E3E2}" destId="{D7C7AAD9-1A3F-4409-8072-76A217B6EAC5}" srcOrd="0" destOrd="0" presId="urn:microsoft.com/office/officeart/2005/8/layout/vList4#3"/>
    <dgm:cxn modelId="{D3B4927E-4A8E-4342-81FB-9E0BF5DA5AE3}" type="presParOf" srcId="{D7C7AAD9-1A3F-4409-8072-76A217B6EAC5}" destId="{D04D0EA0-41DA-46BE-B17C-078C329DF4EE}" srcOrd="0" destOrd="0" presId="urn:microsoft.com/office/officeart/2005/8/layout/vList4#3"/>
    <dgm:cxn modelId="{CBDAEADC-B606-4D8C-9A0E-815B9852E50F}" type="presParOf" srcId="{D7C7AAD9-1A3F-4409-8072-76A217B6EAC5}" destId="{B63F9A8B-F335-4541-8EF1-73EE3FD51390}" srcOrd="1" destOrd="0" presId="urn:microsoft.com/office/officeart/2005/8/layout/vList4#3"/>
    <dgm:cxn modelId="{1A078258-4729-4A6D-8A80-6AC98B54CEDF}" type="presParOf" srcId="{D7C7AAD9-1A3F-4409-8072-76A217B6EAC5}" destId="{AE4E1390-F224-465E-A3A5-7656F2DE070D}" srcOrd="2" destOrd="0" presId="urn:microsoft.com/office/officeart/2005/8/layout/vList4#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5AF0B5E1-9935-4ED1-9626-6B0D399924BF}" type="doc">
      <dgm:prSet loTypeId="urn:microsoft.com/office/officeart/2005/8/layout/vList4#3" loCatId="list" qsTypeId="urn:microsoft.com/office/officeart/2005/8/quickstyle/simple1" qsCatId="simple" csTypeId="urn:microsoft.com/office/officeart/2005/8/colors/accent1_2" csCatId="accent1" phldr="1"/>
      <dgm:spPr/>
      <dgm:t>
        <a:bodyPr/>
        <a:lstStyle/>
        <a:p>
          <a:endParaRPr lang="es-CO"/>
        </a:p>
      </dgm:t>
    </dgm:pt>
    <dgm:pt modelId="{2263DA3B-58C9-4A9D-B61E-0A6BA965588F}">
      <dgm:prSet custT="1"/>
      <dgm:spPr/>
      <dgm:t>
        <a:bodyPr/>
        <a:lstStyle/>
        <a:p>
          <a:r>
            <a:rPr lang="es-CO" sz="2400" dirty="0" smtClean="0">
              <a:solidFill>
                <a:schemeClr val="bg1"/>
              </a:solidFill>
              <a:latin typeface="Futura Std Medium" pitchFamily="34" charset="0"/>
            </a:rPr>
            <a:t>Se agregan en el </a:t>
          </a:r>
          <a:r>
            <a:rPr lang="es-CO" sz="2400" b="1" dirty="0" smtClean="0">
              <a:solidFill>
                <a:schemeClr val="bg1"/>
              </a:solidFill>
              <a:latin typeface="Futura Std Medium" pitchFamily="34" charset="0"/>
            </a:rPr>
            <a:t>Componente Direccionamiento Estratégico </a:t>
          </a:r>
          <a:r>
            <a:rPr lang="es-CO" sz="2400" dirty="0" smtClean="0">
              <a:solidFill>
                <a:schemeClr val="bg1"/>
              </a:solidFill>
              <a:latin typeface="Futura Std Medium" pitchFamily="34" charset="0"/>
            </a:rPr>
            <a:t>- los indicadores y las políticas de operación </a:t>
          </a:r>
        </a:p>
      </dgm:t>
    </dgm:pt>
    <dgm:pt modelId="{4C08992C-5E28-41CC-9722-E6C4E5495EBF}" type="parTrans" cxnId="{1C55DCF3-F37F-4799-9DC0-CF66AFECA85D}">
      <dgm:prSet/>
      <dgm:spPr/>
      <dgm:t>
        <a:bodyPr/>
        <a:lstStyle/>
        <a:p>
          <a:endParaRPr lang="es-CO">
            <a:solidFill>
              <a:schemeClr val="bg1"/>
            </a:solidFill>
          </a:endParaRPr>
        </a:p>
      </dgm:t>
    </dgm:pt>
    <dgm:pt modelId="{F37FC7DB-5CF2-4BDC-8658-C2952E0A76F8}" type="sibTrans" cxnId="{1C55DCF3-F37F-4799-9DC0-CF66AFECA85D}">
      <dgm:prSet/>
      <dgm:spPr/>
      <dgm:t>
        <a:bodyPr/>
        <a:lstStyle/>
        <a:p>
          <a:endParaRPr lang="es-CO">
            <a:solidFill>
              <a:schemeClr val="bg1"/>
            </a:solidFill>
          </a:endParaRPr>
        </a:p>
      </dgm:t>
    </dgm:pt>
    <dgm:pt modelId="{0B2A4E9E-8C46-4392-B2F9-FB61F2CA54EB}">
      <dgm:prSet custT="1"/>
      <dgm:spPr/>
      <dgm:t>
        <a:bodyPr/>
        <a:lstStyle/>
        <a:p>
          <a:r>
            <a:rPr lang="es-CO" sz="2400" dirty="0" smtClean="0">
              <a:solidFill>
                <a:schemeClr val="bg1"/>
              </a:solidFill>
              <a:latin typeface="Futura Std Medium" pitchFamily="34" charset="0"/>
            </a:rPr>
            <a:t>Los procedimientos están contenidos dentro del desarrollo del modelo de operación por procesos</a:t>
          </a:r>
        </a:p>
      </dgm:t>
    </dgm:pt>
    <dgm:pt modelId="{FD34C328-4DFC-4670-9C48-8196EA8AEF71}" type="parTrans" cxnId="{AB7B01C1-FAF7-4996-AA29-B9B4605D07F2}">
      <dgm:prSet/>
      <dgm:spPr/>
      <dgm:t>
        <a:bodyPr/>
        <a:lstStyle/>
        <a:p>
          <a:endParaRPr lang="es-CO">
            <a:solidFill>
              <a:schemeClr val="bg1"/>
            </a:solidFill>
          </a:endParaRPr>
        </a:p>
      </dgm:t>
    </dgm:pt>
    <dgm:pt modelId="{F5B916AD-9076-4A66-9C06-11185632E656}" type="sibTrans" cxnId="{AB7B01C1-FAF7-4996-AA29-B9B4605D07F2}">
      <dgm:prSet/>
      <dgm:spPr/>
      <dgm:t>
        <a:bodyPr/>
        <a:lstStyle/>
        <a:p>
          <a:endParaRPr lang="es-CO">
            <a:solidFill>
              <a:schemeClr val="bg1"/>
            </a:solidFill>
          </a:endParaRPr>
        </a:p>
      </dgm:t>
    </dgm:pt>
    <dgm:pt modelId="{CFBE842B-9877-4A14-A3F2-D9580155921C}">
      <dgm:prSet custT="1"/>
      <dgm:spPr/>
      <dgm:t>
        <a:bodyPr/>
        <a:lstStyle/>
        <a:p>
          <a:r>
            <a:rPr kumimoji="1" lang="es-CO" sz="2400" dirty="0" smtClean="0">
              <a:solidFill>
                <a:schemeClr val="bg1"/>
              </a:solidFill>
              <a:latin typeface="Futura Bk BT" pitchFamily="34" charset="0"/>
            </a:rPr>
            <a:t>Dentro de los Planes y Programas se adicionan los Proyectos</a:t>
          </a:r>
          <a:endParaRPr lang="es-CO" sz="2400" dirty="0">
            <a:solidFill>
              <a:schemeClr val="bg1"/>
            </a:solidFill>
          </a:endParaRPr>
        </a:p>
      </dgm:t>
    </dgm:pt>
    <dgm:pt modelId="{ED3120C6-1851-48D2-92BE-458AEA26DCFC}" type="parTrans" cxnId="{416C4746-FA0F-442D-93C2-D9FB035F859A}">
      <dgm:prSet/>
      <dgm:spPr/>
      <dgm:t>
        <a:bodyPr/>
        <a:lstStyle/>
        <a:p>
          <a:endParaRPr lang="es-CO">
            <a:solidFill>
              <a:schemeClr val="bg1"/>
            </a:solidFill>
          </a:endParaRPr>
        </a:p>
      </dgm:t>
    </dgm:pt>
    <dgm:pt modelId="{72DBEADC-79F7-4E47-B20F-AA72DB727E40}" type="sibTrans" cxnId="{416C4746-FA0F-442D-93C2-D9FB035F859A}">
      <dgm:prSet/>
      <dgm:spPr/>
      <dgm:t>
        <a:bodyPr/>
        <a:lstStyle/>
        <a:p>
          <a:endParaRPr lang="es-CO">
            <a:solidFill>
              <a:schemeClr val="bg1"/>
            </a:solidFill>
          </a:endParaRPr>
        </a:p>
      </dgm:t>
    </dgm:pt>
    <dgm:pt modelId="{5A6290A7-115D-472D-B99C-6DB47DF22A94}">
      <dgm:prSet custT="1"/>
      <dgm:spPr/>
      <dgm:t>
        <a:bodyPr/>
        <a:lstStyle/>
        <a:p>
          <a:r>
            <a:rPr lang="es-CO" sz="2400" dirty="0">
              <a:solidFill>
                <a:schemeClr val="bg1"/>
              </a:solidFill>
            </a:rPr>
            <a:t>El manual de operaciones, procedimientos o de calidad se convierte en un elemento transversal.</a:t>
          </a:r>
        </a:p>
      </dgm:t>
    </dgm:pt>
    <dgm:pt modelId="{4C716104-E63E-45FB-B6D7-A6DF5A51B7B4}" type="parTrans" cxnId="{3ADA3867-6405-43A7-BFD7-B88BFEE7660F}">
      <dgm:prSet/>
      <dgm:spPr/>
      <dgm:t>
        <a:bodyPr/>
        <a:lstStyle/>
        <a:p>
          <a:endParaRPr lang="es-CO">
            <a:solidFill>
              <a:schemeClr val="bg1"/>
            </a:solidFill>
          </a:endParaRPr>
        </a:p>
      </dgm:t>
    </dgm:pt>
    <dgm:pt modelId="{C06C9CC1-CED2-4DE0-A6D8-EF310C178693}" type="sibTrans" cxnId="{3ADA3867-6405-43A7-BFD7-B88BFEE7660F}">
      <dgm:prSet/>
      <dgm:spPr/>
      <dgm:t>
        <a:bodyPr/>
        <a:lstStyle/>
        <a:p>
          <a:endParaRPr lang="es-CO">
            <a:solidFill>
              <a:schemeClr val="bg1"/>
            </a:solidFill>
          </a:endParaRPr>
        </a:p>
      </dgm:t>
    </dgm:pt>
    <dgm:pt modelId="{5B3BCC80-F56E-498D-B170-DB136A23E3E2}" type="pres">
      <dgm:prSet presAssocID="{5AF0B5E1-9935-4ED1-9626-6B0D399924BF}" presName="linear" presStyleCnt="0">
        <dgm:presLayoutVars>
          <dgm:dir/>
          <dgm:resizeHandles val="exact"/>
        </dgm:presLayoutVars>
      </dgm:prSet>
      <dgm:spPr/>
      <dgm:t>
        <a:bodyPr/>
        <a:lstStyle/>
        <a:p>
          <a:endParaRPr lang="es-CO"/>
        </a:p>
      </dgm:t>
    </dgm:pt>
    <dgm:pt modelId="{273E500B-A5E9-4F89-AF7F-F085FF5DE8C3}" type="pres">
      <dgm:prSet presAssocID="{2263DA3B-58C9-4A9D-B61E-0A6BA965588F}" presName="comp" presStyleCnt="0"/>
      <dgm:spPr/>
    </dgm:pt>
    <dgm:pt modelId="{868C0B29-ABBF-4E74-9734-753C4DE109F0}" type="pres">
      <dgm:prSet presAssocID="{2263DA3B-58C9-4A9D-B61E-0A6BA965588F}" presName="box" presStyleLbl="node1" presStyleIdx="0" presStyleCnt="4"/>
      <dgm:spPr/>
      <dgm:t>
        <a:bodyPr/>
        <a:lstStyle/>
        <a:p>
          <a:endParaRPr lang="es-CO"/>
        </a:p>
      </dgm:t>
    </dgm:pt>
    <dgm:pt modelId="{41020ADB-D051-48DD-847F-5D64120A6CC8}" type="pres">
      <dgm:prSet presAssocID="{2263DA3B-58C9-4A9D-B61E-0A6BA965588F}" presName="img" presStyleLbl="fgImgPlace1" presStyleIdx="0" presStyleCnt="4"/>
      <dgm:spPr>
        <a:blipFill>
          <a:blip xmlns:r="http://schemas.openxmlformats.org/officeDocument/2006/relationships" r:embed="rId1">
            <a:extLst>
              <a:ext uri="{28A0092B-C50C-407E-A947-70E740481C1C}">
                <a14:useLocalDpi xmlns:a14="http://schemas.microsoft.com/office/drawing/2010/main" val="0"/>
              </a:ext>
            </a:extLst>
          </a:blip>
          <a:srcRect/>
          <a:stretch>
            <a:fillRect t="-25000" b="-25000"/>
          </a:stretch>
        </a:blipFill>
      </dgm:spPr>
      <dgm:t>
        <a:bodyPr/>
        <a:lstStyle/>
        <a:p>
          <a:endParaRPr lang="es-CO"/>
        </a:p>
      </dgm:t>
    </dgm:pt>
    <dgm:pt modelId="{2E4560EF-5A57-4966-B436-339BBFC7C538}" type="pres">
      <dgm:prSet presAssocID="{2263DA3B-58C9-4A9D-B61E-0A6BA965588F}" presName="text" presStyleLbl="node1" presStyleIdx="0" presStyleCnt="4">
        <dgm:presLayoutVars>
          <dgm:bulletEnabled val="1"/>
        </dgm:presLayoutVars>
      </dgm:prSet>
      <dgm:spPr/>
      <dgm:t>
        <a:bodyPr/>
        <a:lstStyle/>
        <a:p>
          <a:endParaRPr lang="es-CO"/>
        </a:p>
      </dgm:t>
    </dgm:pt>
    <dgm:pt modelId="{DBFFA166-E8AF-4723-B8D4-4BBABE01E43F}" type="pres">
      <dgm:prSet presAssocID="{F37FC7DB-5CF2-4BDC-8658-C2952E0A76F8}" presName="spacer" presStyleCnt="0"/>
      <dgm:spPr/>
    </dgm:pt>
    <dgm:pt modelId="{4D03E27A-4B21-4F1A-9B4A-8C0412BA6FBC}" type="pres">
      <dgm:prSet presAssocID="{0B2A4E9E-8C46-4392-B2F9-FB61F2CA54EB}" presName="comp" presStyleCnt="0"/>
      <dgm:spPr/>
    </dgm:pt>
    <dgm:pt modelId="{46DB918C-0F65-4AB9-818C-ADF4EEC5123E}" type="pres">
      <dgm:prSet presAssocID="{0B2A4E9E-8C46-4392-B2F9-FB61F2CA54EB}" presName="box" presStyleLbl="node1" presStyleIdx="1" presStyleCnt="4"/>
      <dgm:spPr/>
      <dgm:t>
        <a:bodyPr/>
        <a:lstStyle/>
        <a:p>
          <a:endParaRPr lang="es-CO"/>
        </a:p>
      </dgm:t>
    </dgm:pt>
    <dgm:pt modelId="{3B750CF7-81CA-451C-9021-629D59E0A605}" type="pres">
      <dgm:prSet presAssocID="{0B2A4E9E-8C46-4392-B2F9-FB61F2CA54EB}" presName="img" presStyleLbl="fgImgPlace1" presStyleIdx="1" presStyleCnt="4" custScaleX="93794" custScaleY="115463"/>
      <dgm:spPr>
        <a:blipFill>
          <a:blip xmlns:r="http://schemas.openxmlformats.org/officeDocument/2006/relationships" r:embed="rId2">
            <a:extLst>
              <a:ext uri="{28A0092B-C50C-407E-A947-70E740481C1C}">
                <a14:useLocalDpi xmlns:a14="http://schemas.microsoft.com/office/drawing/2010/main" val="0"/>
              </a:ext>
            </a:extLst>
          </a:blip>
          <a:srcRect/>
          <a:stretch>
            <a:fillRect t="-12000" b="-12000"/>
          </a:stretch>
        </a:blipFill>
      </dgm:spPr>
      <dgm:t>
        <a:bodyPr/>
        <a:lstStyle/>
        <a:p>
          <a:endParaRPr lang="es-CO"/>
        </a:p>
      </dgm:t>
    </dgm:pt>
    <dgm:pt modelId="{A0BBDE8D-5862-4649-A3E1-05D61D994035}" type="pres">
      <dgm:prSet presAssocID="{0B2A4E9E-8C46-4392-B2F9-FB61F2CA54EB}" presName="text" presStyleLbl="node1" presStyleIdx="1" presStyleCnt="4">
        <dgm:presLayoutVars>
          <dgm:bulletEnabled val="1"/>
        </dgm:presLayoutVars>
      </dgm:prSet>
      <dgm:spPr/>
      <dgm:t>
        <a:bodyPr/>
        <a:lstStyle/>
        <a:p>
          <a:endParaRPr lang="es-CO"/>
        </a:p>
      </dgm:t>
    </dgm:pt>
    <dgm:pt modelId="{211C3EBC-AC2E-4506-9E25-4A1FE4FD099F}" type="pres">
      <dgm:prSet presAssocID="{F5B916AD-9076-4A66-9C06-11185632E656}" presName="spacer" presStyleCnt="0"/>
      <dgm:spPr/>
    </dgm:pt>
    <dgm:pt modelId="{A7FB0820-A31D-4189-B6B0-748C52A9FBE4}" type="pres">
      <dgm:prSet presAssocID="{CFBE842B-9877-4A14-A3F2-D9580155921C}" presName="comp" presStyleCnt="0"/>
      <dgm:spPr/>
    </dgm:pt>
    <dgm:pt modelId="{4751F5A4-5372-4AEC-B3EE-EFBCFE64B11D}" type="pres">
      <dgm:prSet presAssocID="{CFBE842B-9877-4A14-A3F2-D9580155921C}" presName="box" presStyleLbl="node1" presStyleIdx="2" presStyleCnt="4"/>
      <dgm:spPr/>
      <dgm:t>
        <a:bodyPr/>
        <a:lstStyle/>
        <a:p>
          <a:endParaRPr lang="es-CO"/>
        </a:p>
      </dgm:t>
    </dgm:pt>
    <dgm:pt modelId="{21035A7E-4A8B-44E8-9AC8-C4BC4AB73FDA}" type="pres">
      <dgm:prSet presAssocID="{CFBE842B-9877-4A14-A3F2-D9580155921C}" presName="img" presStyleLbl="fgImgPlace1" presStyleIdx="2" presStyleCnt="4"/>
      <dgm:spPr>
        <a:blipFill>
          <a:blip xmlns:r="http://schemas.openxmlformats.org/officeDocument/2006/relationships" r:embed="rId3">
            <a:extLst>
              <a:ext uri="{28A0092B-C50C-407E-A947-70E740481C1C}">
                <a14:useLocalDpi xmlns:a14="http://schemas.microsoft.com/office/drawing/2010/main" val="0"/>
              </a:ext>
            </a:extLst>
          </a:blip>
          <a:srcRect/>
          <a:stretch>
            <a:fillRect t="-16000" b="-16000"/>
          </a:stretch>
        </a:blipFill>
      </dgm:spPr>
      <dgm:t>
        <a:bodyPr/>
        <a:lstStyle/>
        <a:p>
          <a:endParaRPr lang="es-CO"/>
        </a:p>
      </dgm:t>
    </dgm:pt>
    <dgm:pt modelId="{E2AC4BE9-6D89-44A6-96C1-B483057DEFA2}" type="pres">
      <dgm:prSet presAssocID="{CFBE842B-9877-4A14-A3F2-D9580155921C}" presName="text" presStyleLbl="node1" presStyleIdx="2" presStyleCnt="4">
        <dgm:presLayoutVars>
          <dgm:bulletEnabled val="1"/>
        </dgm:presLayoutVars>
      </dgm:prSet>
      <dgm:spPr/>
      <dgm:t>
        <a:bodyPr/>
        <a:lstStyle/>
        <a:p>
          <a:endParaRPr lang="es-CO"/>
        </a:p>
      </dgm:t>
    </dgm:pt>
    <dgm:pt modelId="{630439DD-F728-4CAD-8356-D59728839F69}" type="pres">
      <dgm:prSet presAssocID="{72DBEADC-79F7-4E47-B20F-AA72DB727E40}" presName="spacer" presStyleCnt="0"/>
      <dgm:spPr/>
    </dgm:pt>
    <dgm:pt modelId="{2F427B6C-EC64-4A3E-BA39-CA3AAF58663F}" type="pres">
      <dgm:prSet presAssocID="{5A6290A7-115D-472D-B99C-6DB47DF22A94}" presName="comp" presStyleCnt="0"/>
      <dgm:spPr/>
    </dgm:pt>
    <dgm:pt modelId="{F82EE0EA-E830-4724-B8ED-033552580DAD}" type="pres">
      <dgm:prSet presAssocID="{5A6290A7-115D-472D-B99C-6DB47DF22A94}" presName="box" presStyleLbl="node1" presStyleIdx="3" presStyleCnt="4"/>
      <dgm:spPr/>
      <dgm:t>
        <a:bodyPr/>
        <a:lstStyle/>
        <a:p>
          <a:endParaRPr lang="es-CO"/>
        </a:p>
      </dgm:t>
    </dgm:pt>
    <dgm:pt modelId="{1C408B90-2245-4E68-A1B5-9500FF298F81}" type="pres">
      <dgm:prSet presAssocID="{5A6290A7-115D-472D-B99C-6DB47DF22A94}" presName="img" presStyleLbl="fgImgPlace1" presStyleIdx="3" presStyleCnt="4"/>
      <dgm:spPr>
        <a:blipFill>
          <a:blip xmlns:r="http://schemas.openxmlformats.org/officeDocument/2006/relationships" r:embed="rId4">
            <a:extLst>
              <a:ext uri="{28A0092B-C50C-407E-A947-70E740481C1C}">
                <a14:useLocalDpi xmlns:a14="http://schemas.microsoft.com/office/drawing/2010/main" val="0"/>
              </a:ext>
            </a:extLst>
          </a:blip>
          <a:srcRect/>
          <a:stretch>
            <a:fillRect l="-3000" r="-3000"/>
          </a:stretch>
        </a:blipFill>
      </dgm:spPr>
      <dgm:t>
        <a:bodyPr/>
        <a:lstStyle/>
        <a:p>
          <a:endParaRPr lang="es-CO"/>
        </a:p>
      </dgm:t>
    </dgm:pt>
    <dgm:pt modelId="{748EE67E-4670-46DE-A29A-86E336F61F96}" type="pres">
      <dgm:prSet presAssocID="{5A6290A7-115D-472D-B99C-6DB47DF22A94}" presName="text" presStyleLbl="node1" presStyleIdx="3" presStyleCnt="4">
        <dgm:presLayoutVars>
          <dgm:bulletEnabled val="1"/>
        </dgm:presLayoutVars>
      </dgm:prSet>
      <dgm:spPr/>
      <dgm:t>
        <a:bodyPr/>
        <a:lstStyle/>
        <a:p>
          <a:endParaRPr lang="es-CO"/>
        </a:p>
      </dgm:t>
    </dgm:pt>
  </dgm:ptLst>
  <dgm:cxnLst>
    <dgm:cxn modelId="{DCE37F1F-319D-4817-B182-F5C80AF572C4}" type="presOf" srcId="{0B2A4E9E-8C46-4392-B2F9-FB61F2CA54EB}" destId="{46DB918C-0F65-4AB9-818C-ADF4EEC5123E}" srcOrd="0" destOrd="0" presId="urn:microsoft.com/office/officeart/2005/8/layout/vList4#3"/>
    <dgm:cxn modelId="{AB7B01C1-FAF7-4996-AA29-B9B4605D07F2}" srcId="{5AF0B5E1-9935-4ED1-9626-6B0D399924BF}" destId="{0B2A4E9E-8C46-4392-B2F9-FB61F2CA54EB}" srcOrd="1" destOrd="0" parTransId="{FD34C328-4DFC-4670-9C48-8196EA8AEF71}" sibTransId="{F5B916AD-9076-4A66-9C06-11185632E656}"/>
    <dgm:cxn modelId="{1C55DCF3-F37F-4799-9DC0-CF66AFECA85D}" srcId="{5AF0B5E1-9935-4ED1-9626-6B0D399924BF}" destId="{2263DA3B-58C9-4A9D-B61E-0A6BA965588F}" srcOrd="0" destOrd="0" parTransId="{4C08992C-5E28-41CC-9722-E6C4E5495EBF}" sibTransId="{F37FC7DB-5CF2-4BDC-8658-C2952E0A76F8}"/>
    <dgm:cxn modelId="{0D7A6A60-54DA-4CF7-A710-D082A7A41D2B}" type="presOf" srcId="{2263DA3B-58C9-4A9D-B61E-0A6BA965588F}" destId="{2E4560EF-5A57-4966-B436-339BBFC7C538}" srcOrd="1" destOrd="0" presId="urn:microsoft.com/office/officeart/2005/8/layout/vList4#3"/>
    <dgm:cxn modelId="{416C4746-FA0F-442D-93C2-D9FB035F859A}" srcId="{5AF0B5E1-9935-4ED1-9626-6B0D399924BF}" destId="{CFBE842B-9877-4A14-A3F2-D9580155921C}" srcOrd="2" destOrd="0" parTransId="{ED3120C6-1851-48D2-92BE-458AEA26DCFC}" sibTransId="{72DBEADC-79F7-4E47-B20F-AA72DB727E40}"/>
    <dgm:cxn modelId="{3ADA3867-6405-43A7-BFD7-B88BFEE7660F}" srcId="{5AF0B5E1-9935-4ED1-9626-6B0D399924BF}" destId="{5A6290A7-115D-472D-B99C-6DB47DF22A94}" srcOrd="3" destOrd="0" parTransId="{4C716104-E63E-45FB-B6D7-A6DF5A51B7B4}" sibTransId="{C06C9CC1-CED2-4DE0-A6D8-EF310C178693}"/>
    <dgm:cxn modelId="{3176B550-482B-4704-A73E-2C487C4FB7F7}" type="presOf" srcId="{5A6290A7-115D-472D-B99C-6DB47DF22A94}" destId="{F82EE0EA-E830-4724-B8ED-033552580DAD}" srcOrd="0" destOrd="0" presId="urn:microsoft.com/office/officeart/2005/8/layout/vList4#3"/>
    <dgm:cxn modelId="{FC12D596-DE99-403E-9699-964299F3F147}" type="presOf" srcId="{CFBE842B-9877-4A14-A3F2-D9580155921C}" destId="{4751F5A4-5372-4AEC-B3EE-EFBCFE64B11D}" srcOrd="0" destOrd="0" presId="urn:microsoft.com/office/officeart/2005/8/layout/vList4#3"/>
    <dgm:cxn modelId="{BD2FFB55-3D1B-459C-8959-FA905536FAFC}" type="presOf" srcId="{5A6290A7-115D-472D-B99C-6DB47DF22A94}" destId="{748EE67E-4670-46DE-A29A-86E336F61F96}" srcOrd="1" destOrd="0" presId="urn:microsoft.com/office/officeart/2005/8/layout/vList4#3"/>
    <dgm:cxn modelId="{EB5C6BC8-7B50-41A3-87E4-8D8DA5405371}" type="presOf" srcId="{5AF0B5E1-9935-4ED1-9626-6B0D399924BF}" destId="{5B3BCC80-F56E-498D-B170-DB136A23E3E2}" srcOrd="0" destOrd="0" presId="urn:microsoft.com/office/officeart/2005/8/layout/vList4#3"/>
    <dgm:cxn modelId="{05198CF5-D440-4B66-BDB6-525EA6620B11}" type="presOf" srcId="{2263DA3B-58C9-4A9D-B61E-0A6BA965588F}" destId="{868C0B29-ABBF-4E74-9734-753C4DE109F0}" srcOrd="0" destOrd="0" presId="urn:microsoft.com/office/officeart/2005/8/layout/vList4#3"/>
    <dgm:cxn modelId="{F25B39FD-C147-4D51-AA65-4619B2333B60}" type="presOf" srcId="{0B2A4E9E-8C46-4392-B2F9-FB61F2CA54EB}" destId="{A0BBDE8D-5862-4649-A3E1-05D61D994035}" srcOrd="1" destOrd="0" presId="urn:microsoft.com/office/officeart/2005/8/layout/vList4#3"/>
    <dgm:cxn modelId="{F49B2239-A034-4DC6-A657-8D076966337F}" type="presOf" srcId="{CFBE842B-9877-4A14-A3F2-D9580155921C}" destId="{E2AC4BE9-6D89-44A6-96C1-B483057DEFA2}" srcOrd="1" destOrd="0" presId="urn:microsoft.com/office/officeart/2005/8/layout/vList4#3"/>
    <dgm:cxn modelId="{0BCEA29E-DD98-4DEF-9347-D19BF207DA87}" type="presParOf" srcId="{5B3BCC80-F56E-498D-B170-DB136A23E3E2}" destId="{273E500B-A5E9-4F89-AF7F-F085FF5DE8C3}" srcOrd="0" destOrd="0" presId="urn:microsoft.com/office/officeart/2005/8/layout/vList4#3"/>
    <dgm:cxn modelId="{FE5086B9-23F1-4284-88A6-F69D82AC0AE2}" type="presParOf" srcId="{273E500B-A5E9-4F89-AF7F-F085FF5DE8C3}" destId="{868C0B29-ABBF-4E74-9734-753C4DE109F0}" srcOrd="0" destOrd="0" presId="urn:microsoft.com/office/officeart/2005/8/layout/vList4#3"/>
    <dgm:cxn modelId="{04AEA03C-97F5-4411-9E75-54DC018F6F78}" type="presParOf" srcId="{273E500B-A5E9-4F89-AF7F-F085FF5DE8C3}" destId="{41020ADB-D051-48DD-847F-5D64120A6CC8}" srcOrd="1" destOrd="0" presId="urn:microsoft.com/office/officeart/2005/8/layout/vList4#3"/>
    <dgm:cxn modelId="{7B40F121-B678-491A-AE3C-B93637A115E6}" type="presParOf" srcId="{273E500B-A5E9-4F89-AF7F-F085FF5DE8C3}" destId="{2E4560EF-5A57-4966-B436-339BBFC7C538}" srcOrd="2" destOrd="0" presId="urn:microsoft.com/office/officeart/2005/8/layout/vList4#3"/>
    <dgm:cxn modelId="{01333FDD-227F-4D6D-A8A4-2EF383789C60}" type="presParOf" srcId="{5B3BCC80-F56E-498D-B170-DB136A23E3E2}" destId="{DBFFA166-E8AF-4723-B8D4-4BBABE01E43F}" srcOrd="1" destOrd="0" presId="urn:microsoft.com/office/officeart/2005/8/layout/vList4#3"/>
    <dgm:cxn modelId="{13EC324D-1D4B-4D9D-9893-F959820294CF}" type="presParOf" srcId="{5B3BCC80-F56E-498D-B170-DB136A23E3E2}" destId="{4D03E27A-4B21-4F1A-9B4A-8C0412BA6FBC}" srcOrd="2" destOrd="0" presId="urn:microsoft.com/office/officeart/2005/8/layout/vList4#3"/>
    <dgm:cxn modelId="{73469A7F-3923-4EBC-AC68-2C328D6F6098}" type="presParOf" srcId="{4D03E27A-4B21-4F1A-9B4A-8C0412BA6FBC}" destId="{46DB918C-0F65-4AB9-818C-ADF4EEC5123E}" srcOrd="0" destOrd="0" presId="urn:microsoft.com/office/officeart/2005/8/layout/vList4#3"/>
    <dgm:cxn modelId="{8C47AF84-518B-4DD5-BA21-68DFD02DEA0D}" type="presParOf" srcId="{4D03E27A-4B21-4F1A-9B4A-8C0412BA6FBC}" destId="{3B750CF7-81CA-451C-9021-629D59E0A605}" srcOrd="1" destOrd="0" presId="urn:microsoft.com/office/officeart/2005/8/layout/vList4#3"/>
    <dgm:cxn modelId="{8772B44C-7001-407E-8398-B57DE749414B}" type="presParOf" srcId="{4D03E27A-4B21-4F1A-9B4A-8C0412BA6FBC}" destId="{A0BBDE8D-5862-4649-A3E1-05D61D994035}" srcOrd="2" destOrd="0" presId="urn:microsoft.com/office/officeart/2005/8/layout/vList4#3"/>
    <dgm:cxn modelId="{39344936-7584-4D21-B238-2D2332E20E3C}" type="presParOf" srcId="{5B3BCC80-F56E-498D-B170-DB136A23E3E2}" destId="{211C3EBC-AC2E-4506-9E25-4A1FE4FD099F}" srcOrd="3" destOrd="0" presId="urn:microsoft.com/office/officeart/2005/8/layout/vList4#3"/>
    <dgm:cxn modelId="{46B30F5B-63AA-47C4-BA3B-CEF466BA51BC}" type="presParOf" srcId="{5B3BCC80-F56E-498D-B170-DB136A23E3E2}" destId="{A7FB0820-A31D-4189-B6B0-748C52A9FBE4}" srcOrd="4" destOrd="0" presId="urn:microsoft.com/office/officeart/2005/8/layout/vList4#3"/>
    <dgm:cxn modelId="{87B6D395-644C-41CE-AAF2-4F56C00A71BA}" type="presParOf" srcId="{A7FB0820-A31D-4189-B6B0-748C52A9FBE4}" destId="{4751F5A4-5372-4AEC-B3EE-EFBCFE64B11D}" srcOrd="0" destOrd="0" presId="urn:microsoft.com/office/officeart/2005/8/layout/vList4#3"/>
    <dgm:cxn modelId="{4336A6E1-A854-4B32-819F-9426C19FFCE3}" type="presParOf" srcId="{A7FB0820-A31D-4189-B6B0-748C52A9FBE4}" destId="{21035A7E-4A8B-44E8-9AC8-C4BC4AB73FDA}" srcOrd="1" destOrd="0" presId="urn:microsoft.com/office/officeart/2005/8/layout/vList4#3"/>
    <dgm:cxn modelId="{E7ED6DFF-0968-40F9-96D0-1EC59C3448D0}" type="presParOf" srcId="{A7FB0820-A31D-4189-B6B0-748C52A9FBE4}" destId="{E2AC4BE9-6D89-44A6-96C1-B483057DEFA2}" srcOrd="2" destOrd="0" presId="urn:microsoft.com/office/officeart/2005/8/layout/vList4#3"/>
    <dgm:cxn modelId="{085E14E2-53E5-440E-8A8F-0FD68BBFECA4}" type="presParOf" srcId="{5B3BCC80-F56E-498D-B170-DB136A23E3E2}" destId="{630439DD-F728-4CAD-8356-D59728839F69}" srcOrd="5" destOrd="0" presId="urn:microsoft.com/office/officeart/2005/8/layout/vList4#3"/>
    <dgm:cxn modelId="{C7B73167-5858-48B9-8E3C-CA4662FA02C9}" type="presParOf" srcId="{5B3BCC80-F56E-498D-B170-DB136A23E3E2}" destId="{2F427B6C-EC64-4A3E-BA39-CA3AAF58663F}" srcOrd="6" destOrd="0" presId="urn:microsoft.com/office/officeart/2005/8/layout/vList4#3"/>
    <dgm:cxn modelId="{90D9E775-C0F6-47F1-BB4D-31E3E3D24562}" type="presParOf" srcId="{2F427B6C-EC64-4A3E-BA39-CA3AAF58663F}" destId="{F82EE0EA-E830-4724-B8ED-033552580DAD}" srcOrd="0" destOrd="0" presId="urn:microsoft.com/office/officeart/2005/8/layout/vList4#3"/>
    <dgm:cxn modelId="{33A02CFC-7D20-40C6-814E-D371C1F71A53}" type="presParOf" srcId="{2F427B6C-EC64-4A3E-BA39-CA3AAF58663F}" destId="{1C408B90-2245-4E68-A1B5-9500FF298F81}" srcOrd="1" destOrd="0" presId="urn:microsoft.com/office/officeart/2005/8/layout/vList4#3"/>
    <dgm:cxn modelId="{D5BAEBE0-70EB-48C0-A94A-9E998B40F8A5}" type="presParOf" srcId="{2F427B6C-EC64-4A3E-BA39-CA3AAF58663F}" destId="{748EE67E-4670-46DE-A29A-86E336F61F96}" srcOrd="2" destOrd="0" presId="urn:microsoft.com/office/officeart/2005/8/layout/vList4#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5AF0B5E1-9935-4ED1-9626-6B0D399924BF}" type="doc">
      <dgm:prSet loTypeId="urn:microsoft.com/office/officeart/2005/8/layout/vList4#3" loCatId="list" qsTypeId="urn:microsoft.com/office/officeart/2005/8/quickstyle/simple1" qsCatId="simple" csTypeId="urn:microsoft.com/office/officeart/2005/8/colors/accent1_2" csCatId="accent1" phldr="1"/>
      <dgm:spPr/>
      <dgm:t>
        <a:bodyPr/>
        <a:lstStyle/>
        <a:p>
          <a:endParaRPr lang="es-CO"/>
        </a:p>
      </dgm:t>
    </dgm:pt>
    <dgm:pt modelId="{BA08250D-619C-4ABB-A73C-7A429E27956A}">
      <dgm:prSet/>
      <dgm:spPr/>
      <dgm:t>
        <a:bodyPr/>
        <a:lstStyle/>
        <a:p>
          <a:r>
            <a:rPr kumimoji="1" lang="es-ES" b="1" dirty="0" smtClean="0">
              <a:solidFill>
                <a:schemeClr val="bg1"/>
              </a:solidFill>
              <a:latin typeface="Futura Bk BT" pitchFamily="34" charset="0"/>
            </a:rPr>
            <a:t>El componente Administración </a:t>
          </a:r>
          <a:r>
            <a:rPr kumimoji="1" lang="es-ES" dirty="0" smtClean="0">
              <a:solidFill>
                <a:schemeClr val="bg1"/>
              </a:solidFill>
              <a:latin typeface="Futura Bk BT" pitchFamily="34" charset="0"/>
            </a:rPr>
            <a:t>del Riesgo determina tres elementos básicos para su desarrollo: </a:t>
          </a:r>
        </a:p>
        <a:p>
          <a:r>
            <a:rPr kumimoji="1" lang="es-ES" dirty="0" smtClean="0">
              <a:solidFill>
                <a:schemeClr val="bg1"/>
              </a:solidFill>
              <a:latin typeface="Futura Bk BT" pitchFamily="34" charset="0"/>
            </a:rPr>
            <a:t>Política de Administración del Riesgo, </a:t>
          </a:r>
        </a:p>
        <a:p>
          <a:r>
            <a:rPr kumimoji="1" lang="es-ES" dirty="0" smtClean="0">
              <a:solidFill>
                <a:schemeClr val="bg1"/>
              </a:solidFill>
              <a:latin typeface="Futura Bk BT" pitchFamily="34" charset="0"/>
            </a:rPr>
            <a:t>Identificación del riesgo y </a:t>
          </a:r>
        </a:p>
        <a:p>
          <a:r>
            <a:rPr kumimoji="1" lang="es-ES" dirty="0" smtClean="0">
              <a:solidFill>
                <a:schemeClr val="bg1"/>
              </a:solidFill>
              <a:latin typeface="Futura Bk BT" pitchFamily="34" charset="0"/>
            </a:rPr>
            <a:t>Análisis y valoración del riesgo. </a:t>
          </a:r>
        </a:p>
        <a:p>
          <a:r>
            <a:rPr kumimoji="1" lang="es-ES" dirty="0" smtClean="0">
              <a:solidFill>
                <a:schemeClr val="bg1"/>
              </a:solidFill>
              <a:latin typeface="Futura Bk BT" pitchFamily="34" charset="0"/>
            </a:rPr>
            <a:t>El elemento controles está contenido dentro de la valoración del riesgo.</a:t>
          </a:r>
          <a:endParaRPr kumimoji="1" lang="es-ES" dirty="0">
            <a:solidFill>
              <a:schemeClr val="bg1"/>
            </a:solidFill>
            <a:latin typeface="Futura Bk BT" pitchFamily="34" charset="0"/>
          </a:endParaRPr>
        </a:p>
      </dgm:t>
    </dgm:pt>
    <dgm:pt modelId="{4B96F5AA-5778-4CAD-8AFF-14EBA0D2344A}" type="parTrans" cxnId="{32846A13-E62D-4612-BBD7-AA8473021000}">
      <dgm:prSet/>
      <dgm:spPr/>
      <dgm:t>
        <a:bodyPr/>
        <a:lstStyle/>
        <a:p>
          <a:endParaRPr lang="es-CO"/>
        </a:p>
      </dgm:t>
    </dgm:pt>
    <dgm:pt modelId="{47D0A85B-D992-4384-AF10-608260260758}" type="sibTrans" cxnId="{32846A13-E62D-4612-BBD7-AA8473021000}">
      <dgm:prSet/>
      <dgm:spPr/>
      <dgm:t>
        <a:bodyPr/>
        <a:lstStyle/>
        <a:p>
          <a:endParaRPr lang="es-CO"/>
        </a:p>
      </dgm:t>
    </dgm:pt>
    <dgm:pt modelId="{5B3BCC80-F56E-498D-B170-DB136A23E3E2}" type="pres">
      <dgm:prSet presAssocID="{5AF0B5E1-9935-4ED1-9626-6B0D399924BF}" presName="linear" presStyleCnt="0">
        <dgm:presLayoutVars>
          <dgm:dir/>
          <dgm:resizeHandles val="exact"/>
        </dgm:presLayoutVars>
      </dgm:prSet>
      <dgm:spPr/>
      <dgm:t>
        <a:bodyPr/>
        <a:lstStyle/>
        <a:p>
          <a:endParaRPr lang="es-CO"/>
        </a:p>
      </dgm:t>
    </dgm:pt>
    <dgm:pt modelId="{BF21A338-94D2-4266-9998-078F2B953AF7}" type="pres">
      <dgm:prSet presAssocID="{BA08250D-619C-4ABB-A73C-7A429E27956A}" presName="comp" presStyleCnt="0"/>
      <dgm:spPr/>
    </dgm:pt>
    <dgm:pt modelId="{EBAD8A6F-13D7-4682-BC82-977933B1E5A7}" type="pres">
      <dgm:prSet presAssocID="{BA08250D-619C-4ABB-A73C-7A429E27956A}" presName="box" presStyleLbl="node1" presStyleIdx="0" presStyleCnt="1"/>
      <dgm:spPr/>
      <dgm:t>
        <a:bodyPr/>
        <a:lstStyle/>
        <a:p>
          <a:endParaRPr lang="es-CO"/>
        </a:p>
      </dgm:t>
    </dgm:pt>
    <dgm:pt modelId="{7795B1FB-90D6-49C5-8517-51C402017CAB}" type="pres">
      <dgm:prSet presAssocID="{BA08250D-619C-4ABB-A73C-7A429E27956A}" presName="img" presStyleLbl="fgImgPlace1" presStyleIdx="0" presStyleCnt="1" custScaleY="51164"/>
      <dgm:spPr>
        <a:blipFill rotWithShape="1">
          <a:blip xmlns:r="http://schemas.openxmlformats.org/officeDocument/2006/relationships" r:embed="rId1"/>
          <a:stretch>
            <a:fillRect/>
          </a:stretch>
        </a:blipFill>
      </dgm:spPr>
      <dgm:t>
        <a:bodyPr/>
        <a:lstStyle/>
        <a:p>
          <a:endParaRPr lang="es-CO"/>
        </a:p>
      </dgm:t>
    </dgm:pt>
    <dgm:pt modelId="{89063479-3618-4FD8-AFD3-8F73260CAC67}" type="pres">
      <dgm:prSet presAssocID="{BA08250D-619C-4ABB-A73C-7A429E27956A}" presName="text" presStyleLbl="node1" presStyleIdx="0" presStyleCnt="1">
        <dgm:presLayoutVars>
          <dgm:bulletEnabled val="1"/>
        </dgm:presLayoutVars>
      </dgm:prSet>
      <dgm:spPr/>
      <dgm:t>
        <a:bodyPr/>
        <a:lstStyle/>
        <a:p>
          <a:endParaRPr lang="es-CO"/>
        </a:p>
      </dgm:t>
    </dgm:pt>
  </dgm:ptLst>
  <dgm:cxnLst>
    <dgm:cxn modelId="{32846A13-E62D-4612-BBD7-AA8473021000}" srcId="{5AF0B5E1-9935-4ED1-9626-6B0D399924BF}" destId="{BA08250D-619C-4ABB-A73C-7A429E27956A}" srcOrd="0" destOrd="0" parTransId="{4B96F5AA-5778-4CAD-8AFF-14EBA0D2344A}" sibTransId="{47D0A85B-D992-4384-AF10-608260260758}"/>
    <dgm:cxn modelId="{E0EDE597-6440-4712-8062-DDBF0CA83CC6}" type="presOf" srcId="{BA08250D-619C-4ABB-A73C-7A429E27956A}" destId="{89063479-3618-4FD8-AFD3-8F73260CAC67}" srcOrd="1" destOrd="0" presId="urn:microsoft.com/office/officeart/2005/8/layout/vList4#3"/>
    <dgm:cxn modelId="{50864F97-E12A-42C7-B705-28E11D016AEB}" type="presOf" srcId="{5AF0B5E1-9935-4ED1-9626-6B0D399924BF}" destId="{5B3BCC80-F56E-498D-B170-DB136A23E3E2}" srcOrd="0" destOrd="0" presId="urn:microsoft.com/office/officeart/2005/8/layout/vList4#3"/>
    <dgm:cxn modelId="{34963EE1-2A9D-4504-B2EF-29B8DAE6E5D9}" type="presOf" srcId="{BA08250D-619C-4ABB-A73C-7A429E27956A}" destId="{EBAD8A6F-13D7-4682-BC82-977933B1E5A7}" srcOrd="0" destOrd="0" presId="urn:microsoft.com/office/officeart/2005/8/layout/vList4#3"/>
    <dgm:cxn modelId="{0A5CDAEF-6663-4369-8612-32A35216BF5A}" type="presParOf" srcId="{5B3BCC80-F56E-498D-B170-DB136A23E3E2}" destId="{BF21A338-94D2-4266-9998-078F2B953AF7}" srcOrd="0" destOrd="0" presId="urn:microsoft.com/office/officeart/2005/8/layout/vList4#3"/>
    <dgm:cxn modelId="{9881C941-E5C3-4C83-940F-54B5C107FF9F}" type="presParOf" srcId="{BF21A338-94D2-4266-9998-078F2B953AF7}" destId="{EBAD8A6F-13D7-4682-BC82-977933B1E5A7}" srcOrd="0" destOrd="0" presId="urn:microsoft.com/office/officeart/2005/8/layout/vList4#3"/>
    <dgm:cxn modelId="{BCD59CF7-20FC-49A7-BF72-A148AFBBB94D}" type="presParOf" srcId="{BF21A338-94D2-4266-9998-078F2B953AF7}" destId="{7795B1FB-90D6-49C5-8517-51C402017CAB}" srcOrd="1" destOrd="0" presId="urn:microsoft.com/office/officeart/2005/8/layout/vList4#3"/>
    <dgm:cxn modelId="{694C38C6-0E9F-4D05-B4D4-92BFE4B7BAA7}" type="presParOf" srcId="{BF21A338-94D2-4266-9998-078F2B953AF7}" destId="{89063479-3618-4FD8-AFD3-8F73260CAC67}" srcOrd="2" destOrd="0" presId="urn:microsoft.com/office/officeart/2005/8/layout/vList4#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F1811696-AAA8-4526-AA37-FC97FC35C00D}"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s-CO"/>
        </a:p>
      </dgm:t>
    </dgm:pt>
    <dgm:pt modelId="{9260EDC2-3E4F-421F-AEC3-948714BF01B0}">
      <dgm:prSet phldrT="[Texto]"/>
      <dgm:spPr/>
      <dgm:t>
        <a:bodyPr/>
        <a:lstStyle/>
        <a:p>
          <a:r>
            <a:rPr lang="es-CO" b="1" dirty="0" smtClean="0">
              <a:solidFill>
                <a:schemeClr val="bg1"/>
              </a:solidFill>
              <a:latin typeface="Futura Std Medium" pitchFamily="34" charset="0"/>
            </a:rPr>
            <a:t>¿Se han realizado actividades de actualización del documento ético que involucren a los servidores de la entidad? </a:t>
          </a:r>
          <a:endParaRPr lang="es-CO" b="1" dirty="0">
            <a:solidFill>
              <a:schemeClr val="bg1"/>
            </a:solidFill>
            <a:latin typeface="Futura Std Medium" pitchFamily="34" charset="0"/>
          </a:endParaRPr>
        </a:p>
      </dgm:t>
    </dgm:pt>
    <dgm:pt modelId="{380AA75A-1CE5-4DDF-9667-AAA3BDF26063}" type="parTrans" cxnId="{BDDF2112-49A3-4555-A308-C2A28218C9B7}">
      <dgm:prSet/>
      <dgm:spPr/>
      <dgm:t>
        <a:bodyPr/>
        <a:lstStyle/>
        <a:p>
          <a:endParaRPr lang="es-CO"/>
        </a:p>
      </dgm:t>
    </dgm:pt>
    <dgm:pt modelId="{28929534-595E-4841-8E68-A7466846B640}" type="sibTrans" cxnId="{BDDF2112-49A3-4555-A308-C2A28218C9B7}">
      <dgm:prSet/>
      <dgm:spPr/>
      <dgm:t>
        <a:bodyPr/>
        <a:lstStyle/>
        <a:p>
          <a:endParaRPr lang="es-CO"/>
        </a:p>
      </dgm:t>
    </dgm:pt>
    <dgm:pt modelId="{4D79EAB4-7907-4308-9DDB-AAF952BE4A4C}">
      <dgm:prSet phldrT="[Texto]"/>
      <dgm:spPr/>
      <dgm:t>
        <a:bodyPr/>
        <a:lstStyle/>
        <a:p>
          <a:r>
            <a:rPr lang="es-CO" b="1" dirty="0" smtClean="0">
              <a:solidFill>
                <a:schemeClr val="bg1"/>
              </a:solidFill>
              <a:latin typeface="Futura Std Medium" pitchFamily="34" charset="0"/>
            </a:rPr>
            <a:t>¿Se socializa el documento ético en las actividades de inducción y reinducción? ¿De que manera se asegura su comprensión?</a:t>
          </a:r>
          <a:endParaRPr lang="es-CO" b="1" dirty="0">
            <a:solidFill>
              <a:schemeClr val="bg1"/>
            </a:solidFill>
            <a:latin typeface="Futura Std Medium" pitchFamily="34" charset="0"/>
          </a:endParaRPr>
        </a:p>
      </dgm:t>
    </dgm:pt>
    <dgm:pt modelId="{6F3D640E-384E-45EA-ADA7-DE92B0C2CA54}" type="parTrans" cxnId="{9A59C20F-0C63-4E73-A365-1C05C9AE9DB0}">
      <dgm:prSet/>
      <dgm:spPr/>
      <dgm:t>
        <a:bodyPr/>
        <a:lstStyle/>
        <a:p>
          <a:endParaRPr lang="es-CO"/>
        </a:p>
      </dgm:t>
    </dgm:pt>
    <dgm:pt modelId="{62077851-7308-4FC5-B0BC-D0304E696AB1}" type="sibTrans" cxnId="{9A59C20F-0C63-4E73-A365-1C05C9AE9DB0}">
      <dgm:prSet/>
      <dgm:spPr/>
      <dgm:t>
        <a:bodyPr/>
        <a:lstStyle/>
        <a:p>
          <a:endParaRPr lang="es-CO"/>
        </a:p>
      </dgm:t>
    </dgm:pt>
    <dgm:pt modelId="{147CCDB4-0EB7-416D-91B6-DF7583C17119}">
      <dgm:prSet phldrT="[Texto]"/>
      <dgm:spPr/>
      <dgm:t>
        <a:bodyPr/>
        <a:lstStyle/>
        <a:p>
          <a:r>
            <a:rPr lang="es-CO" b="1" dirty="0" smtClean="0">
              <a:solidFill>
                <a:schemeClr val="bg1"/>
              </a:solidFill>
              <a:latin typeface="Futura Std Medium" pitchFamily="34" charset="0"/>
            </a:rPr>
            <a:t>¿La oficina de Control Interno ha realizado seguimiento a la vigencia, socialización y comprensión del documento ético?</a:t>
          </a:r>
          <a:endParaRPr lang="es-CO" b="1" dirty="0">
            <a:solidFill>
              <a:schemeClr val="bg1"/>
            </a:solidFill>
            <a:latin typeface="Futura Std Medium" pitchFamily="34" charset="0"/>
          </a:endParaRPr>
        </a:p>
      </dgm:t>
    </dgm:pt>
    <dgm:pt modelId="{EB19D819-CBD4-4B8B-AD0A-06672C82311E}" type="parTrans" cxnId="{9C1DFCBF-65B3-4916-ACF9-7AB7659A23E4}">
      <dgm:prSet/>
      <dgm:spPr/>
      <dgm:t>
        <a:bodyPr/>
        <a:lstStyle/>
        <a:p>
          <a:endParaRPr lang="es-CO"/>
        </a:p>
      </dgm:t>
    </dgm:pt>
    <dgm:pt modelId="{DFDE7500-2822-423E-9BD3-EE09F4344975}" type="sibTrans" cxnId="{9C1DFCBF-65B3-4916-ACF9-7AB7659A23E4}">
      <dgm:prSet/>
      <dgm:spPr/>
      <dgm:t>
        <a:bodyPr/>
        <a:lstStyle/>
        <a:p>
          <a:endParaRPr lang="es-CO"/>
        </a:p>
      </dgm:t>
    </dgm:pt>
    <dgm:pt modelId="{5979C4B7-0717-4FC4-BD37-42243D515969}">
      <dgm:prSet phldrT="[Texto]"/>
      <dgm:spPr/>
      <dgm:t>
        <a:bodyPr/>
        <a:lstStyle/>
        <a:p>
          <a:r>
            <a:rPr lang="es-CO" b="1" dirty="0" smtClean="0">
              <a:solidFill>
                <a:schemeClr val="bg1"/>
              </a:solidFill>
              <a:latin typeface="Futura Std Medium" pitchFamily="34" charset="0"/>
            </a:rPr>
            <a:t>¿Cómo se evidencia que el talento humano se gestiona de manera eficaz y eficiente?</a:t>
          </a:r>
          <a:endParaRPr lang="es-CO" b="1" dirty="0">
            <a:solidFill>
              <a:schemeClr val="bg1"/>
            </a:solidFill>
            <a:latin typeface="Futura Std Medium" pitchFamily="34" charset="0"/>
          </a:endParaRPr>
        </a:p>
      </dgm:t>
    </dgm:pt>
    <dgm:pt modelId="{88615FF0-B43D-439C-88DA-218E998B3561}" type="parTrans" cxnId="{D337864B-8EDB-4421-9E57-5EA30B84757D}">
      <dgm:prSet/>
      <dgm:spPr/>
      <dgm:t>
        <a:bodyPr/>
        <a:lstStyle/>
        <a:p>
          <a:endParaRPr lang="es-CO"/>
        </a:p>
      </dgm:t>
    </dgm:pt>
    <dgm:pt modelId="{B21785A5-70FF-42B5-9885-76776FCCB043}" type="sibTrans" cxnId="{D337864B-8EDB-4421-9E57-5EA30B84757D}">
      <dgm:prSet/>
      <dgm:spPr/>
      <dgm:t>
        <a:bodyPr/>
        <a:lstStyle/>
        <a:p>
          <a:endParaRPr lang="es-CO"/>
        </a:p>
      </dgm:t>
    </dgm:pt>
    <dgm:pt modelId="{92844291-DE64-4C0A-B35F-4FE04CBE23F7}">
      <dgm:prSet phldrT="[Texto]"/>
      <dgm:spPr/>
      <dgm:t>
        <a:bodyPr/>
        <a:lstStyle/>
        <a:p>
          <a:r>
            <a:rPr lang="es-CO" b="1" dirty="0" smtClean="0">
              <a:solidFill>
                <a:schemeClr val="bg1"/>
              </a:solidFill>
              <a:latin typeface="Futura Std Medium" pitchFamily="34" charset="0"/>
            </a:rPr>
            <a:t>¿Cómo se obtiene información sobre las necesidades con respecto al talento humano</a:t>
          </a:r>
          <a:endParaRPr lang="es-CO" b="1" dirty="0">
            <a:solidFill>
              <a:schemeClr val="bg1"/>
            </a:solidFill>
            <a:latin typeface="Futura Std Medium" pitchFamily="34" charset="0"/>
          </a:endParaRPr>
        </a:p>
      </dgm:t>
    </dgm:pt>
    <dgm:pt modelId="{DA17F0B5-A696-4E9B-84F3-AD8BD2DF17C8}" type="parTrans" cxnId="{AAF85DE8-1C8B-4ED3-B3E0-08148324406E}">
      <dgm:prSet/>
      <dgm:spPr/>
      <dgm:t>
        <a:bodyPr/>
        <a:lstStyle/>
        <a:p>
          <a:endParaRPr lang="es-CO"/>
        </a:p>
      </dgm:t>
    </dgm:pt>
    <dgm:pt modelId="{29C73498-2E39-413F-9437-84179D1BDC01}" type="sibTrans" cxnId="{AAF85DE8-1C8B-4ED3-B3E0-08148324406E}">
      <dgm:prSet/>
      <dgm:spPr/>
      <dgm:t>
        <a:bodyPr/>
        <a:lstStyle/>
        <a:p>
          <a:endParaRPr lang="es-CO"/>
        </a:p>
      </dgm:t>
    </dgm:pt>
    <dgm:pt modelId="{4A30E580-A255-4614-9ED1-3BE5DEACE2F0}">
      <dgm:prSet phldrT="[Texto]"/>
      <dgm:spPr/>
      <dgm:t>
        <a:bodyPr/>
        <a:lstStyle/>
        <a:p>
          <a:r>
            <a:rPr lang="es-CO" b="1" dirty="0" smtClean="0">
              <a:solidFill>
                <a:schemeClr val="bg1"/>
              </a:solidFill>
              <a:latin typeface="Futura Std Medium" pitchFamily="34" charset="0"/>
            </a:rPr>
            <a:t>¿Se tiene actualizada la normatividad sobre talento humano? ¿Cómo se asegura la actualización?</a:t>
          </a:r>
          <a:endParaRPr lang="es-CO" b="1" dirty="0">
            <a:solidFill>
              <a:schemeClr val="bg1"/>
            </a:solidFill>
            <a:latin typeface="Futura Std Medium" pitchFamily="34" charset="0"/>
          </a:endParaRPr>
        </a:p>
      </dgm:t>
    </dgm:pt>
    <dgm:pt modelId="{C2211C94-3515-490E-850B-5F0D177EE76B}" type="parTrans" cxnId="{EF921B61-DBD2-47C1-88C9-ECA98BADEDDF}">
      <dgm:prSet/>
      <dgm:spPr/>
      <dgm:t>
        <a:bodyPr/>
        <a:lstStyle/>
        <a:p>
          <a:endParaRPr lang="es-CO"/>
        </a:p>
      </dgm:t>
    </dgm:pt>
    <dgm:pt modelId="{CB57BF55-D3D6-421B-AE43-20A346E3BD98}" type="sibTrans" cxnId="{EF921B61-DBD2-47C1-88C9-ECA98BADEDDF}">
      <dgm:prSet/>
      <dgm:spPr/>
      <dgm:t>
        <a:bodyPr/>
        <a:lstStyle/>
        <a:p>
          <a:endParaRPr lang="es-CO"/>
        </a:p>
      </dgm:t>
    </dgm:pt>
    <dgm:pt modelId="{513B9279-7434-4A5B-9B67-EAE8DBCE8624}" type="pres">
      <dgm:prSet presAssocID="{F1811696-AAA8-4526-AA37-FC97FC35C00D}" presName="Name0" presStyleCnt="0">
        <dgm:presLayoutVars>
          <dgm:chMax val="7"/>
          <dgm:chPref val="7"/>
          <dgm:dir/>
        </dgm:presLayoutVars>
      </dgm:prSet>
      <dgm:spPr/>
      <dgm:t>
        <a:bodyPr/>
        <a:lstStyle/>
        <a:p>
          <a:endParaRPr lang="es-CO"/>
        </a:p>
      </dgm:t>
    </dgm:pt>
    <dgm:pt modelId="{96AB3E6F-2631-4E74-BAB5-278DC2B98149}" type="pres">
      <dgm:prSet presAssocID="{F1811696-AAA8-4526-AA37-FC97FC35C00D}" presName="Name1" presStyleCnt="0"/>
      <dgm:spPr/>
    </dgm:pt>
    <dgm:pt modelId="{2475A462-C80A-4CAB-A9DE-15AD798ED454}" type="pres">
      <dgm:prSet presAssocID="{F1811696-AAA8-4526-AA37-FC97FC35C00D}" presName="cycle" presStyleCnt="0"/>
      <dgm:spPr/>
    </dgm:pt>
    <dgm:pt modelId="{3D1ED879-00F2-4FD5-B5A1-C0F99BB25ECF}" type="pres">
      <dgm:prSet presAssocID="{F1811696-AAA8-4526-AA37-FC97FC35C00D}" presName="srcNode" presStyleLbl="node1" presStyleIdx="0" presStyleCnt="6"/>
      <dgm:spPr/>
    </dgm:pt>
    <dgm:pt modelId="{DFBFE570-374B-4E1B-B77D-86859340F7E0}" type="pres">
      <dgm:prSet presAssocID="{F1811696-AAA8-4526-AA37-FC97FC35C00D}" presName="conn" presStyleLbl="parChTrans1D2" presStyleIdx="0" presStyleCnt="1"/>
      <dgm:spPr/>
      <dgm:t>
        <a:bodyPr/>
        <a:lstStyle/>
        <a:p>
          <a:endParaRPr lang="es-CO"/>
        </a:p>
      </dgm:t>
    </dgm:pt>
    <dgm:pt modelId="{6DF8332F-C39C-4EBB-8ADF-C687D3944F0C}" type="pres">
      <dgm:prSet presAssocID="{F1811696-AAA8-4526-AA37-FC97FC35C00D}" presName="extraNode" presStyleLbl="node1" presStyleIdx="0" presStyleCnt="6"/>
      <dgm:spPr/>
    </dgm:pt>
    <dgm:pt modelId="{22DB0C96-8F15-4D51-9671-B85C68EB7491}" type="pres">
      <dgm:prSet presAssocID="{F1811696-AAA8-4526-AA37-FC97FC35C00D}" presName="dstNode" presStyleLbl="node1" presStyleIdx="0" presStyleCnt="6"/>
      <dgm:spPr/>
    </dgm:pt>
    <dgm:pt modelId="{F914B7F1-6B3D-4BAA-9AAF-223EE38A3A1C}" type="pres">
      <dgm:prSet presAssocID="{9260EDC2-3E4F-421F-AEC3-948714BF01B0}" presName="text_1" presStyleLbl="node1" presStyleIdx="0" presStyleCnt="6">
        <dgm:presLayoutVars>
          <dgm:bulletEnabled val="1"/>
        </dgm:presLayoutVars>
      </dgm:prSet>
      <dgm:spPr/>
      <dgm:t>
        <a:bodyPr/>
        <a:lstStyle/>
        <a:p>
          <a:endParaRPr lang="es-CO"/>
        </a:p>
      </dgm:t>
    </dgm:pt>
    <dgm:pt modelId="{A59F9263-E8FC-48A3-82CF-8924D1577CD5}" type="pres">
      <dgm:prSet presAssocID="{9260EDC2-3E4F-421F-AEC3-948714BF01B0}" presName="accent_1" presStyleCnt="0"/>
      <dgm:spPr/>
    </dgm:pt>
    <dgm:pt modelId="{F5E1A84E-BF50-42A6-B786-BE28DCA8C52A}" type="pres">
      <dgm:prSet presAssocID="{9260EDC2-3E4F-421F-AEC3-948714BF01B0}" presName="accentRepeatNode" presStyleLbl="solidFgAcc1" presStyleIdx="0" presStyleCnt="6"/>
      <dgm:spPr/>
    </dgm:pt>
    <dgm:pt modelId="{4FA557A0-0AF3-43EA-B55F-7CD9C5B77D6C}" type="pres">
      <dgm:prSet presAssocID="{4D79EAB4-7907-4308-9DDB-AAF952BE4A4C}" presName="text_2" presStyleLbl="node1" presStyleIdx="1" presStyleCnt="6">
        <dgm:presLayoutVars>
          <dgm:bulletEnabled val="1"/>
        </dgm:presLayoutVars>
      </dgm:prSet>
      <dgm:spPr/>
      <dgm:t>
        <a:bodyPr/>
        <a:lstStyle/>
        <a:p>
          <a:endParaRPr lang="es-CO"/>
        </a:p>
      </dgm:t>
    </dgm:pt>
    <dgm:pt modelId="{29B10839-016A-4871-AF4B-C7B970647731}" type="pres">
      <dgm:prSet presAssocID="{4D79EAB4-7907-4308-9DDB-AAF952BE4A4C}" presName="accent_2" presStyleCnt="0"/>
      <dgm:spPr/>
    </dgm:pt>
    <dgm:pt modelId="{F85D3DEE-7D03-4123-8A66-1062877D2842}" type="pres">
      <dgm:prSet presAssocID="{4D79EAB4-7907-4308-9DDB-AAF952BE4A4C}" presName="accentRepeatNode" presStyleLbl="solidFgAcc1" presStyleIdx="1" presStyleCnt="6"/>
      <dgm:spPr/>
    </dgm:pt>
    <dgm:pt modelId="{18F6A11D-221F-41A1-B0A0-81A7D0F64E76}" type="pres">
      <dgm:prSet presAssocID="{147CCDB4-0EB7-416D-91B6-DF7583C17119}" presName="text_3" presStyleLbl="node1" presStyleIdx="2" presStyleCnt="6">
        <dgm:presLayoutVars>
          <dgm:bulletEnabled val="1"/>
        </dgm:presLayoutVars>
      </dgm:prSet>
      <dgm:spPr/>
      <dgm:t>
        <a:bodyPr/>
        <a:lstStyle/>
        <a:p>
          <a:endParaRPr lang="es-CO"/>
        </a:p>
      </dgm:t>
    </dgm:pt>
    <dgm:pt modelId="{94746E94-C94E-492A-9A63-F5DD6BB9F912}" type="pres">
      <dgm:prSet presAssocID="{147CCDB4-0EB7-416D-91B6-DF7583C17119}" presName="accent_3" presStyleCnt="0"/>
      <dgm:spPr/>
    </dgm:pt>
    <dgm:pt modelId="{140CE7BA-5DDF-40F7-8A2C-FEBB6F799D57}" type="pres">
      <dgm:prSet presAssocID="{147CCDB4-0EB7-416D-91B6-DF7583C17119}" presName="accentRepeatNode" presStyleLbl="solidFgAcc1" presStyleIdx="2" presStyleCnt="6"/>
      <dgm:spPr/>
    </dgm:pt>
    <dgm:pt modelId="{B7E47A46-9E14-4573-82FD-372B0632654E}" type="pres">
      <dgm:prSet presAssocID="{5979C4B7-0717-4FC4-BD37-42243D515969}" presName="text_4" presStyleLbl="node1" presStyleIdx="3" presStyleCnt="6">
        <dgm:presLayoutVars>
          <dgm:bulletEnabled val="1"/>
        </dgm:presLayoutVars>
      </dgm:prSet>
      <dgm:spPr/>
      <dgm:t>
        <a:bodyPr/>
        <a:lstStyle/>
        <a:p>
          <a:endParaRPr lang="es-CO"/>
        </a:p>
      </dgm:t>
    </dgm:pt>
    <dgm:pt modelId="{DF491160-604A-4ABC-929F-CC9CD9371C38}" type="pres">
      <dgm:prSet presAssocID="{5979C4B7-0717-4FC4-BD37-42243D515969}" presName="accent_4" presStyleCnt="0"/>
      <dgm:spPr/>
    </dgm:pt>
    <dgm:pt modelId="{3141034E-936C-4B1E-9E0C-CC0B125F1060}" type="pres">
      <dgm:prSet presAssocID="{5979C4B7-0717-4FC4-BD37-42243D515969}" presName="accentRepeatNode" presStyleLbl="solidFgAcc1" presStyleIdx="3" presStyleCnt="6"/>
      <dgm:spPr/>
    </dgm:pt>
    <dgm:pt modelId="{FDB73C2C-A62A-4828-8D70-8823DB3D5158}" type="pres">
      <dgm:prSet presAssocID="{92844291-DE64-4C0A-B35F-4FE04CBE23F7}" presName="text_5" presStyleLbl="node1" presStyleIdx="4" presStyleCnt="6">
        <dgm:presLayoutVars>
          <dgm:bulletEnabled val="1"/>
        </dgm:presLayoutVars>
      </dgm:prSet>
      <dgm:spPr/>
      <dgm:t>
        <a:bodyPr/>
        <a:lstStyle/>
        <a:p>
          <a:endParaRPr lang="es-CO"/>
        </a:p>
      </dgm:t>
    </dgm:pt>
    <dgm:pt modelId="{FE2E6C63-A6A8-4FCC-B625-368E555DFA4F}" type="pres">
      <dgm:prSet presAssocID="{92844291-DE64-4C0A-B35F-4FE04CBE23F7}" presName="accent_5" presStyleCnt="0"/>
      <dgm:spPr/>
    </dgm:pt>
    <dgm:pt modelId="{86CD50E4-8E4D-46A2-A758-61B66A621ACC}" type="pres">
      <dgm:prSet presAssocID="{92844291-DE64-4C0A-B35F-4FE04CBE23F7}" presName="accentRepeatNode" presStyleLbl="solidFgAcc1" presStyleIdx="4" presStyleCnt="6"/>
      <dgm:spPr/>
    </dgm:pt>
    <dgm:pt modelId="{63D24A41-81BC-4502-BF1C-937DE9F2C4DE}" type="pres">
      <dgm:prSet presAssocID="{4A30E580-A255-4614-9ED1-3BE5DEACE2F0}" presName="text_6" presStyleLbl="node1" presStyleIdx="5" presStyleCnt="6">
        <dgm:presLayoutVars>
          <dgm:bulletEnabled val="1"/>
        </dgm:presLayoutVars>
      </dgm:prSet>
      <dgm:spPr/>
      <dgm:t>
        <a:bodyPr/>
        <a:lstStyle/>
        <a:p>
          <a:endParaRPr lang="es-CO"/>
        </a:p>
      </dgm:t>
    </dgm:pt>
    <dgm:pt modelId="{03CA052C-5A0B-4923-8FCC-F693811267ED}" type="pres">
      <dgm:prSet presAssocID="{4A30E580-A255-4614-9ED1-3BE5DEACE2F0}" presName="accent_6" presStyleCnt="0"/>
      <dgm:spPr/>
    </dgm:pt>
    <dgm:pt modelId="{5C500FFA-886C-4EFF-BB68-657A63C95886}" type="pres">
      <dgm:prSet presAssocID="{4A30E580-A255-4614-9ED1-3BE5DEACE2F0}" presName="accentRepeatNode" presStyleLbl="solidFgAcc1" presStyleIdx="5" presStyleCnt="6"/>
      <dgm:spPr/>
    </dgm:pt>
  </dgm:ptLst>
  <dgm:cxnLst>
    <dgm:cxn modelId="{6F86CDCC-B906-4555-B1BF-9B68844F2D03}" type="presOf" srcId="{5979C4B7-0717-4FC4-BD37-42243D515969}" destId="{B7E47A46-9E14-4573-82FD-372B0632654E}" srcOrd="0" destOrd="0" presId="urn:microsoft.com/office/officeart/2008/layout/VerticalCurvedList"/>
    <dgm:cxn modelId="{EF921B61-DBD2-47C1-88C9-ECA98BADEDDF}" srcId="{F1811696-AAA8-4526-AA37-FC97FC35C00D}" destId="{4A30E580-A255-4614-9ED1-3BE5DEACE2F0}" srcOrd="5" destOrd="0" parTransId="{C2211C94-3515-490E-850B-5F0D177EE76B}" sibTransId="{CB57BF55-D3D6-421B-AE43-20A346E3BD98}"/>
    <dgm:cxn modelId="{1A50FC0C-0BB6-486A-9EC4-EB5DCF1E8432}" type="presOf" srcId="{9260EDC2-3E4F-421F-AEC3-948714BF01B0}" destId="{F914B7F1-6B3D-4BAA-9AAF-223EE38A3A1C}" srcOrd="0" destOrd="0" presId="urn:microsoft.com/office/officeart/2008/layout/VerticalCurvedList"/>
    <dgm:cxn modelId="{D337864B-8EDB-4421-9E57-5EA30B84757D}" srcId="{F1811696-AAA8-4526-AA37-FC97FC35C00D}" destId="{5979C4B7-0717-4FC4-BD37-42243D515969}" srcOrd="3" destOrd="0" parTransId="{88615FF0-B43D-439C-88DA-218E998B3561}" sibTransId="{B21785A5-70FF-42B5-9885-76776FCCB043}"/>
    <dgm:cxn modelId="{0726030D-AFFA-4366-95F3-A1A1C1A70EDD}" type="presOf" srcId="{147CCDB4-0EB7-416D-91B6-DF7583C17119}" destId="{18F6A11D-221F-41A1-B0A0-81A7D0F64E76}" srcOrd="0" destOrd="0" presId="urn:microsoft.com/office/officeart/2008/layout/VerticalCurvedList"/>
    <dgm:cxn modelId="{F21F1949-8003-40D4-B152-0CFD726F6A8D}" type="presOf" srcId="{4D79EAB4-7907-4308-9DDB-AAF952BE4A4C}" destId="{4FA557A0-0AF3-43EA-B55F-7CD9C5B77D6C}" srcOrd="0" destOrd="0" presId="urn:microsoft.com/office/officeart/2008/layout/VerticalCurvedList"/>
    <dgm:cxn modelId="{9C1DFCBF-65B3-4916-ACF9-7AB7659A23E4}" srcId="{F1811696-AAA8-4526-AA37-FC97FC35C00D}" destId="{147CCDB4-0EB7-416D-91B6-DF7583C17119}" srcOrd="2" destOrd="0" parTransId="{EB19D819-CBD4-4B8B-AD0A-06672C82311E}" sibTransId="{DFDE7500-2822-423E-9BD3-EE09F4344975}"/>
    <dgm:cxn modelId="{BDDF2112-49A3-4555-A308-C2A28218C9B7}" srcId="{F1811696-AAA8-4526-AA37-FC97FC35C00D}" destId="{9260EDC2-3E4F-421F-AEC3-948714BF01B0}" srcOrd="0" destOrd="0" parTransId="{380AA75A-1CE5-4DDF-9667-AAA3BDF26063}" sibTransId="{28929534-595E-4841-8E68-A7466846B640}"/>
    <dgm:cxn modelId="{AAF85DE8-1C8B-4ED3-B3E0-08148324406E}" srcId="{F1811696-AAA8-4526-AA37-FC97FC35C00D}" destId="{92844291-DE64-4C0A-B35F-4FE04CBE23F7}" srcOrd="4" destOrd="0" parTransId="{DA17F0B5-A696-4E9B-84F3-AD8BD2DF17C8}" sibTransId="{29C73498-2E39-413F-9437-84179D1BDC01}"/>
    <dgm:cxn modelId="{BF83F438-A745-46F2-B245-CB0060739D48}" type="presOf" srcId="{4A30E580-A255-4614-9ED1-3BE5DEACE2F0}" destId="{63D24A41-81BC-4502-BF1C-937DE9F2C4DE}" srcOrd="0" destOrd="0" presId="urn:microsoft.com/office/officeart/2008/layout/VerticalCurvedList"/>
    <dgm:cxn modelId="{BBF48FEA-57DD-4FDE-803D-1D6B333355E6}" type="presOf" srcId="{F1811696-AAA8-4526-AA37-FC97FC35C00D}" destId="{513B9279-7434-4A5B-9B67-EAE8DBCE8624}" srcOrd="0" destOrd="0" presId="urn:microsoft.com/office/officeart/2008/layout/VerticalCurvedList"/>
    <dgm:cxn modelId="{D781024E-2E37-4242-890B-FEE0F159AD7C}" type="presOf" srcId="{28929534-595E-4841-8E68-A7466846B640}" destId="{DFBFE570-374B-4E1B-B77D-86859340F7E0}" srcOrd="0" destOrd="0" presId="urn:microsoft.com/office/officeart/2008/layout/VerticalCurvedList"/>
    <dgm:cxn modelId="{9A59C20F-0C63-4E73-A365-1C05C9AE9DB0}" srcId="{F1811696-AAA8-4526-AA37-FC97FC35C00D}" destId="{4D79EAB4-7907-4308-9DDB-AAF952BE4A4C}" srcOrd="1" destOrd="0" parTransId="{6F3D640E-384E-45EA-ADA7-DE92B0C2CA54}" sibTransId="{62077851-7308-4FC5-B0BC-D0304E696AB1}"/>
    <dgm:cxn modelId="{50FF3FDA-1F4F-4C0B-A753-6DA7CFC28F92}" type="presOf" srcId="{92844291-DE64-4C0A-B35F-4FE04CBE23F7}" destId="{FDB73C2C-A62A-4828-8D70-8823DB3D5158}" srcOrd="0" destOrd="0" presId="urn:microsoft.com/office/officeart/2008/layout/VerticalCurvedList"/>
    <dgm:cxn modelId="{839FEF91-AE31-4CF6-AEF5-8112A0FD6A03}" type="presParOf" srcId="{513B9279-7434-4A5B-9B67-EAE8DBCE8624}" destId="{96AB3E6F-2631-4E74-BAB5-278DC2B98149}" srcOrd="0" destOrd="0" presId="urn:microsoft.com/office/officeart/2008/layout/VerticalCurvedList"/>
    <dgm:cxn modelId="{E9E17BC7-305F-4389-A32A-327DD5F2C875}" type="presParOf" srcId="{96AB3E6F-2631-4E74-BAB5-278DC2B98149}" destId="{2475A462-C80A-4CAB-A9DE-15AD798ED454}" srcOrd="0" destOrd="0" presId="urn:microsoft.com/office/officeart/2008/layout/VerticalCurvedList"/>
    <dgm:cxn modelId="{6D2355D3-4651-4105-A0B0-95E8D5D87A88}" type="presParOf" srcId="{2475A462-C80A-4CAB-A9DE-15AD798ED454}" destId="{3D1ED879-00F2-4FD5-B5A1-C0F99BB25ECF}" srcOrd="0" destOrd="0" presId="urn:microsoft.com/office/officeart/2008/layout/VerticalCurvedList"/>
    <dgm:cxn modelId="{8F8BE8A1-6010-4833-9F05-1DE50324249F}" type="presParOf" srcId="{2475A462-C80A-4CAB-A9DE-15AD798ED454}" destId="{DFBFE570-374B-4E1B-B77D-86859340F7E0}" srcOrd="1" destOrd="0" presId="urn:microsoft.com/office/officeart/2008/layout/VerticalCurvedList"/>
    <dgm:cxn modelId="{647A449D-45FD-43EF-B76F-0C20036A564A}" type="presParOf" srcId="{2475A462-C80A-4CAB-A9DE-15AD798ED454}" destId="{6DF8332F-C39C-4EBB-8ADF-C687D3944F0C}" srcOrd="2" destOrd="0" presId="urn:microsoft.com/office/officeart/2008/layout/VerticalCurvedList"/>
    <dgm:cxn modelId="{7010991D-D3EA-4621-8124-6064081AA76B}" type="presParOf" srcId="{2475A462-C80A-4CAB-A9DE-15AD798ED454}" destId="{22DB0C96-8F15-4D51-9671-B85C68EB7491}" srcOrd="3" destOrd="0" presId="urn:microsoft.com/office/officeart/2008/layout/VerticalCurvedList"/>
    <dgm:cxn modelId="{BD2EE8B7-BF7F-4915-B45F-184A57EB4C0A}" type="presParOf" srcId="{96AB3E6F-2631-4E74-BAB5-278DC2B98149}" destId="{F914B7F1-6B3D-4BAA-9AAF-223EE38A3A1C}" srcOrd="1" destOrd="0" presId="urn:microsoft.com/office/officeart/2008/layout/VerticalCurvedList"/>
    <dgm:cxn modelId="{B78071FF-B1CE-4052-ACD2-B889E8949171}" type="presParOf" srcId="{96AB3E6F-2631-4E74-BAB5-278DC2B98149}" destId="{A59F9263-E8FC-48A3-82CF-8924D1577CD5}" srcOrd="2" destOrd="0" presId="urn:microsoft.com/office/officeart/2008/layout/VerticalCurvedList"/>
    <dgm:cxn modelId="{EDE2AA11-F527-43A0-AC5A-E8536B5BEE0A}" type="presParOf" srcId="{A59F9263-E8FC-48A3-82CF-8924D1577CD5}" destId="{F5E1A84E-BF50-42A6-B786-BE28DCA8C52A}" srcOrd="0" destOrd="0" presId="urn:microsoft.com/office/officeart/2008/layout/VerticalCurvedList"/>
    <dgm:cxn modelId="{B5FCB511-82E2-48E3-B369-61EDB35BB593}" type="presParOf" srcId="{96AB3E6F-2631-4E74-BAB5-278DC2B98149}" destId="{4FA557A0-0AF3-43EA-B55F-7CD9C5B77D6C}" srcOrd="3" destOrd="0" presId="urn:microsoft.com/office/officeart/2008/layout/VerticalCurvedList"/>
    <dgm:cxn modelId="{E9C699FC-ADE5-451B-81C3-499DA89B904A}" type="presParOf" srcId="{96AB3E6F-2631-4E74-BAB5-278DC2B98149}" destId="{29B10839-016A-4871-AF4B-C7B970647731}" srcOrd="4" destOrd="0" presId="urn:microsoft.com/office/officeart/2008/layout/VerticalCurvedList"/>
    <dgm:cxn modelId="{F6FED253-7678-450C-941B-7C30DCB7F440}" type="presParOf" srcId="{29B10839-016A-4871-AF4B-C7B970647731}" destId="{F85D3DEE-7D03-4123-8A66-1062877D2842}" srcOrd="0" destOrd="0" presId="urn:microsoft.com/office/officeart/2008/layout/VerticalCurvedList"/>
    <dgm:cxn modelId="{76BA34B7-1243-45E8-97FB-081F2DF38EAE}" type="presParOf" srcId="{96AB3E6F-2631-4E74-BAB5-278DC2B98149}" destId="{18F6A11D-221F-41A1-B0A0-81A7D0F64E76}" srcOrd="5" destOrd="0" presId="urn:microsoft.com/office/officeart/2008/layout/VerticalCurvedList"/>
    <dgm:cxn modelId="{A7AE4A16-D6BF-48C0-9531-D48801F39E52}" type="presParOf" srcId="{96AB3E6F-2631-4E74-BAB5-278DC2B98149}" destId="{94746E94-C94E-492A-9A63-F5DD6BB9F912}" srcOrd="6" destOrd="0" presId="urn:microsoft.com/office/officeart/2008/layout/VerticalCurvedList"/>
    <dgm:cxn modelId="{9D84A5AF-A05D-4094-A871-0A34C88545D4}" type="presParOf" srcId="{94746E94-C94E-492A-9A63-F5DD6BB9F912}" destId="{140CE7BA-5DDF-40F7-8A2C-FEBB6F799D57}" srcOrd="0" destOrd="0" presId="urn:microsoft.com/office/officeart/2008/layout/VerticalCurvedList"/>
    <dgm:cxn modelId="{1579C8F0-FC4F-44CF-9E3F-6FAD2C71D4BE}" type="presParOf" srcId="{96AB3E6F-2631-4E74-BAB5-278DC2B98149}" destId="{B7E47A46-9E14-4573-82FD-372B0632654E}" srcOrd="7" destOrd="0" presId="urn:microsoft.com/office/officeart/2008/layout/VerticalCurvedList"/>
    <dgm:cxn modelId="{56061E80-F90F-4908-9F63-3E079782C710}" type="presParOf" srcId="{96AB3E6F-2631-4E74-BAB5-278DC2B98149}" destId="{DF491160-604A-4ABC-929F-CC9CD9371C38}" srcOrd="8" destOrd="0" presId="urn:microsoft.com/office/officeart/2008/layout/VerticalCurvedList"/>
    <dgm:cxn modelId="{8321DF3E-C48C-4971-B998-5EAA9CBB64A4}" type="presParOf" srcId="{DF491160-604A-4ABC-929F-CC9CD9371C38}" destId="{3141034E-936C-4B1E-9E0C-CC0B125F1060}" srcOrd="0" destOrd="0" presId="urn:microsoft.com/office/officeart/2008/layout/VerticalCurvedList"/>
    <dgm:cxn modelId="{9B0905A2-5066-46B9-9791-B9725BC1FD25}" type="presParOf" srcId="{96AB3E6F-2631-4E74-BAB5-278DC2B98149}" destId="{FDB73C2C-A62A-4828-8D70-8823DB3D5158}" srcOrd="9" destOrd="0" presId="urn:microsoft.com/office/officeart/2008/layout/VerticalCurvedList"/>
    <dgm:cxn modelId="{EFA53FDA-7BAF-4FAB-A074-AE760B4230CB}" type="presParOf" srcId="{96AB3E6F-2631-4E74-BAB5-278DC2B98149}" destId="{FE2E6C63-A6A8-4FCC-B625-368E555DFA4F}" srcOrd="10" destOrd="0" presId="urn:microsoft.com/office/officeart/2008/layout/VerticalCurvedList"/>
    <dgm:cxn modelId="{21B3EAE7-B297-4033-8CBF-9E3B334B23E0}" type="presParOf" srcId="{FE2E6C63-A6A8-4FCC-B625-368E555DFA4F}" destId="{86CD50E4-8E4D-46A2-A758-61B66A621ACC}" srcOrd="0" destOrd="0" presId="urn:microsoft.com/office/officeart/2008/layout/VerticalCurvedList"/>
    <dgm:cxn modelId="{7E03F99B-460A-4C3F-B1B9-2B9F0B604542}" type="presParOf" srcId="{96AB3E6F-2631-4E74-BAB5-278DC2B98149}" destId="{63D24A41-81BC-4502-BF1C-937DE9F2C4DE}" srcOrd="11" destOrd="0" presId="urn:microsoft.com/office/officeart/2008/layout/VerticalCurvedList"/>
    <dgm:cxn modelId="{43DB864B-0E1D-4372-BC4E-CC23152A4658}" type="presParOf" srcId="{96AB3E6F-2631-4E74-BAB5-278DC2B98149}" destId="{03CA052C-5A0B-4923-8FCC-F693811267ED}" srcOrd="12" destOrd="0" presId="urn:microsoft.com/office/officeart/2008/layout/VerticalCurvedList"/>
    <dgm:cxn modelId="{A8B383F2-322F-4CFC-8EEF-370D718D4081}" type="presParOf" srcId="{03CA052C-5A0B-4923-8FCC-F693811267ED}" destId="{5C500FFA-886C-4EFF-BB68-657A63C95886}"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F1811696-AAA8-4526-AA37-FC97FC35C00D}"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s-CO"/>
        </a:p>
      </dgm:t>
    </dgm:pt>
    <dgm:pt modelId="{9260EDC2-3E4F-421F-AEC3-948714BF01B0}">
      <dgm:prSet phldrT="[Texto]"/>
      <dgm:spPr/>
      <dgm:t>
        <a:bodyPr/>
        <a:lstStyle/>
        <a:p>
          <a:r>
            <a:rPr lang="es-CO" b="1" dirty="0" smtClean="0">
              <a:solidFill>
                <a:schemeClr val="bg1"/>
              </a:solidFill>
              <a:latin typeface="Futura Std Medium" pitchFamily="34" charset="0"/>
            </a:rPr>
            <a:t>¿Se priorizan las necesidades, expectativas y peticiones de los interesados teniendo en cuenta la razón de ser de la entidad, su misión, visión y objetivos estratégicos?</a:t>
          </a:r>
          <a:endParaRPr lang="es-CO" b="1" dirty="0">
            <a:solidFill>
              <a:schemeClr val="bg1"/>
            </a:solidFill>
            <a:latin typeface="Futura Std Medium" pitchFamily="34" charset="0"/>
          </a:endParaRPr>
        </a:p>
      </dgm:t>
    </dgm:pt>
    <dgm:pt modelId="{380AA75A-1CE5-4DDF-9667-AAA3BDF26063}" type="parTrans" cxnId="{BDDF2112-49A3-4555-A308-C2A28218C9B7}">
      <dgm:prSet/>
      <dgm:spPr/>
      <dgm:t>
        <a:bodyPr/>
        <a:lstStyle/>
        <a:p>
          <a:endParaRPr lang="es-CO"/>
        </a:p>
      </dgm:t>
    </dgm:pt>
    <dgm:pt modelId="{28929534-595E-4841-8E68-A7466846B640}" type="sibTrans" cxnId="{BDDF2112-49A3-4555-A308-C2A28218C9B7}">
      <dgm:prSet/>
      <dgm:spPr/>
      <dgm:t>
        <a:bodyPr/>
        <a:lstStyle/>
        <a:p>
          <a:endParaRPr lang="es-CO"/>
        </a:p>
      </dgm:t>
    </dgm:pt>
    <dgm:pt modelId="{4D79EAB4-7907-4308-9DDB-AAF952BE4A4C}">
      <dgm:prSet phldrT="[Texto]"/>
      <dgm:spPr/>
      <dgm:t>
        <a:bodyPr/>
        <a:lstStyle/>
        <a:p>
          <a:r>
            <a:rPr lang="es-CO" b="1" dirty="0" smtClean="0">
              <a:solidFill>
                <a:schemeClr val="bg1"/>
              </a:solidFill>
              <a:latin typeface="Futura Std Medium" pitchFamily="34" charset="0"/>
            </a:rPr>
            <a:t>¿En la inducción y reinducción se hace referencia a los procesos de la entidad, socializando su caracterización, los procedimientos que los componen y los indicadores que se han definido para cada uno de ellos?</a:t>
          </a:r>
          <a:endParaRPr lang="es-CO" b="1" dirty="0">
            <a:solidFill>
              <a:schemeClr val="bg1"/>
            </a:solidFill>
            <a:latin typeface="Futura Std Medium" pitchFamily="34" charset="0"/>
          </a:endParaRPr>
        </a:p>
      </dgm:t>
    </dgm:pt>
    <dgm:pt modelId="{6F3D640E-384E-45EA-ADA7-DE92B0C2CA54}" type="parTrans" cxnId="{9A59C20F-0C63-4E73-A365-1C05C9AE9DB0}">
      <dgm:prSet/>
      <dgm:spPr/>
      <dgm:t>
        <a:bodyPr/>
        <a:lstStyle/>
        <a:p>
          <a:endParaRPr lang="es-CO"/>
        </a:p>
      </dgm:t>
    </dgm:pt>
    <dgm:pt modelId="{62077851-7308-4FC5-B0BC-D0304E696AB1}" type="sibTrans" cxnId="{9A59C20F-0C63-4E73-A365-1C05C9AE9DB0}">
      <dgm:prSet/>
      <dgm:spPr/>
      <dgm:t>
        <a:bodyPr/>
        <a:lstStyle/>
        <a:p>
          <a:endParaRPr lang="es-CO"/>
        </a:p>
      </dgm:t>
    </dgm:pt>
    <dgm:pt modelId="{147CCDB4-0EB7-416D-91B6-DF7583C17119}">
      <dgm:prSet phldrT="[Texto]"/>
      <dgm:spPr/>
      <dgm:t>
        <a:bodyPr/>
        <a:lstStyle/>
        <a:p>
          <a:r>
            <a:rPr lang="es-CO" b="1" dirty="0" smtClean="0">
              <a:solidFill>
                <a:schemeClr val="bg1"/>
              </a:solidFill>
              <a:latin typeface="Futura Std Medium" pitchFamily="34" charset="0"/>
            </a:rPr>
            <a:t>¿los niveles jerárquicos  permiten que se tomen decisiones según las responsabilidades definidas?</a:t>
          </a:r>
          <a:endParaRPr lang="es-CO" b="1" dirty="0">
            <a:solidFill>
              <a:schemeClr val="bg1"/>
            </a:solidFill>
            <a:latin typeface="Futura Std Medium" pitchFamily="34" charset="0"/>
          </a:endParaRPr>
        </a:p>
      </dgm:t>
    </dgm:pt>
    <dgm:pt modelId="{EB19D819-CBD4-4B8B-AD0A-06672C82311E}" type="parTrans" cxnId="{9C1DFCBF-65B3-4916-ACF9-7AB7659A23E4}">
      <dgm:prSet/>
      <dgm:spPr/>
      <dgm:t>
        <a:bodyPr/>
        <a:lstStyle/>
        <a:p>
          <a:endParaRPr lang="es-CO"/>
        </a:p>
      </dgm:t>
    </dgm:pt>
    <dgm:pt modelId="{DFDE7500-2822-423E-9BD3-EE09F4344975}" type="sibTrans" cxnId="{9C1DFCBF-65B3-4916-ACF9-7AB7659A23E4}">
      <dgm:prSet/>
      <dgm:spPr/>
      <dgm:t>
        <a:bodyPr/>
        <a:lstStyle/>
        <a:p>
          <a:endParaRPr lang="es-CO"/>
        </a:p>
      </dgm:t>
    </dgm:pt>
    <dgm:pt modelId="{5979C4B7-0717-4FC4-BD37-42243D515969}">
      <dgm:prSet phldrT="[Texto]"/>
      <dgm:spPr/>
      <dgm:t>
        <a:bodyPr/>
        <a:lstStyle/>
        <a:p>
          <a:r>
            <a:rPr lang="es-CO" b="1" dirty="0" smtClean="0">
              <a:solidFill>
                <a:schemeClr val="bg1"/>
              </a:solidFill>
              <a:latin typeface="Futura Std Medium" pitchFamily="34" charset="0"/>
            </a:rPr>
            <a:t>¿Los indicadores brindan información que permita la toma de decisiones?</a:t>
          </a:r>
          <a:endParaRPr lang="es-CO" b="1" dirty="0">
            <a:solidFill>
              <a:schemeClr val="bg1"/>
            </a:solidFill>
            <a:latin typeface="Futura Std Medium" pitchFamily="34" charset="0"/>
          </a:endParaRPr>
        </a:p>
      </dgm:t>
    </dgm:pt>
    <dgm:pt modelId="{88615FF0-B43D-439C-88DA-218E998B3561}" type="parTrans" cxnId="{D337864B-8EDB-4421-9E57-5EA30B84757D}">
      <dgm:prSet/>
      <dgm:spPr/>
      <dgm:t>
        <a:bodyPr/>
        <a:lstStyle/>
        <a:p>
          <a:endParaRPr lang="es-CO"/>
        </a:p>
      </dgm:t>
    </dgm:pt>
    <dgm:pt modelId="{B21785A5-70FF-42B5-9885-76776FCCB043}" type="sibTrans" cxnId="{D337864B-8EDB-4421-9E57-5EA30B84757D}">
      <dgm:prSet/>
      <dgm:spPr/>
      <dgm:t>
        <a:bodyPr/>
        <a:lstStyle/>
        <a:p>
          <a:endParaRPr lang="es-CO"/>
        </a:p>
      </dgm:t>
    </dgm:pt>
    <dgm:pt modelId="{92844291-DE64-4C0A-B35F-4FE04CBE23F7}">
      <dgm:prSet phldrT="[Texto]"/>
      <dgm:spPr/>
      <dgm:t>
        <a:bodyPr/>
        <a:lstStyle/>
        <a:p>
          <a:r>
            <a:rPr lang="es-CO" b="1" dirty="0" smtClean="0">
              <a:solidFill>
                <a:schemeClr val="bg1"/>
              </a:solidFill>
              <a:latin typeface="Futura Std Medium" pitchFamily="34" charset="0"/>
            </a:rPr>
            <a:t>¿Se revisan periódicamente las políticas de operación definidas? </a:t>
          </a:r>
          <a:endParaRPr lang="es-CO" b="1" dirty="0">
            <a:solidFill>
              <a:schemeClr val="bg1"/>
            </a:solidFill>
            <a:latin typeface="Futura Std Medium" pitchFamily="34" charset="0"/>
          </a:endParaRPr>
        </a:p>
      </dgm:t>
    </dgm:pt>
    <dgm:pt modelId="{DA17F0B5-A696-4E9B-84F3-AD8BD2DF17C8}" type="parTrans" cxnId="{AAF85DE8-1C8B-4ED3-B3E0-08148324406E}">
      <dgm:prSet/>
      <dgm:spPr/>
      <dgm:t>
        <a:bodyPr/>
        <a:lstStyle/>
        <a:p>
          <a:endParaRPr lang="es-CO"/>
        </a:p>
      </dgm:t>
    </dgm:pt>
    <dgm:pt modelId="{29C73498-2E39-413F-9437-84179D1BDC01}" type="sibTrans" cxnId="{AAF85DE8-1C8B-4ED3-B3E0-08148324406E}">
      <dgm:prSet/>
      <dgm:spPr/>
      <dgm:t>
        <a:bodyPr/>
        <a:lstStyle/>
        <a:p>
          <a:endParaRPr lang="es-CO"/>
        </a:p>
      </dgm:t>
    </dgm:pt>
    <dgm:pt modelId="{513B9279-7434-4A5B-9B67-EAE8DBCE8624}" type="pres">
      <dgm:prSet presAssocID="{F1811696-AAA8-4526-AA37-FC97FC35C00D}" presName="Name0" presStyleCnt="0">
        <dgm:presLayoutVars>
          <dgm:chMax val="7"/>
          <dgm:chPref val="7"/>
          <dgm:dir/>
        </dgm:presLayoutVars>
      </dgm:prSet>
      <dgm:spPr/>
      <dgm:t>
        <a:bodyPr/>
        <a:lstStyle/>
        <a:p>
          <a:endParaRPr lang="es-CO"/>
        </a:p>
      </dgm:t>
    </dgm:pt>
    <dgm:pt modelId="{96AB3E6F-2631-4E74-BAB5-278DC2B98149}" type="pres">
      <dgm:prSet presAssocID="{F1811696-AAA8-4526-AA37-FC97FC35C00D}" presName="Name1" presStyleCnt="0"/>
      <dgm:spPr/>
    </dgm:pt>
    <dgm:pt modelId="{2475A462-C80A-4CAB-A9DE-15AD798ED454}" type="pres">
      <dgm:prSet presAssocID="{F1811696-AAA8-4526-AA37-FC97FC35C00D}" presName="cycle" presStyleCnt="0"/>
      <dgm:spPr/>
    </dgm:pt>
    <dgm:pt modelId="{3D1ED879-00F2-4FD5-B5A1-C0F99BB25ECF}" type="pres">
      <dgm:prSet presAssocID="{F1811696-AAA8-4526-AA37-FC97FC35C00D}" presName="srcNode" presStyleLbl="node1" presStyleIdx="0" presStyleCnt="5"/>
      <dgm:spPr/>
    </dgm:pt>
    <dgm:pt modelId="{DFBFE570-374B-4E1B-B77D-86859340F7E0}" type="pres">
      <dgm:prSet presAssocID="{F1811696-AAA8-4526-AA37-FC97FC35C00D}" presName="conn" presStyleLbl="parChTrans1D2" presStyleIdx="0" presStyleCnt="1"/>
      <dgm:spPr/>
      <dgm:t>
        <a:bodyPr/>
        <a:lstStyle/>
        <a:p>
          <a:endParaRPr lang="es-CO"/>
        </a:p>
      </dgm:t>
    </dgm:pt>
    <dgm:pt modelId="{6DF8332F-C39C-4EBB-8ADF-C687D3944F0C}" type="pres">
      <dgm:prSet presAssocID="{F1811696-AAA8-4526-AA37-FC97FC35C00D}" presName="extraNode" presStyleLbl="node1" presStyleIdx="0" presStyleCnt="5"/>
      <dgm:spPr/>
    </dgm:pt>
    <dgm:pt modelId="{22DB0C96-8F15-4D51-9671-B85C68EB7491}" type="pres">
      <dgm:prSet presAssocID="{F1811696-AAA8-4526-AA37-FC97FC35C00D}" presName="dstNode" presStyleLbl="node1" presStyleIdx="0" presStyleCnt="5"/>
      <dgm:spPr/>
    </dgm:pt>
    <dgm:pt modelId="{F914B7F1-6B3D-4BAA-9AAF-223EE38A3A1C}" type="pres">
      <dgm:prSet presAssocID="{9260EDC2-3E4F-421F-AEC3-948714BF01B0}" presName="text_1" presStyleLbl="node1" presStyleIdx="0" presStyleCnt="5">
        <dgm:presLayoutVars>
          <dgm:bulletEnabled val="1"/>
        </dgm:presLayoutVars>
      </dgm:prSet>
      <dgm:spPr/>
      <dgm:t>
        <a:bodyPr/>
        <a:lstStyle/>
        <a:p>
          <a:endParaRPr lang="es-CO"/>
        </a:p>
      </dgm:t>
    </dgm:pt>
    <dgm:pt modelId="{A59F9263-E8FC-48A3-82CF-8924D1577CD5}" type="pres">
      <dgm:prSet presAssocID="{9260EDC2-3E4F-421F-AEC3-948714BF01B0}" presName="accent_1" presStyleCnt="0"/>
      <dgm:spPr/>
    </dgm:pt>
    <dgm:pt modelId="{F5E1A84E-BF50-42A6-B786-BE28DCA8C52A}" type="pres">
      <dgm:prSet presAssocID="{9260EDC2-3E4F-421F-AEC3-948714BF01B0}" presName="accentRepeatNode" presStyleLbl="solidFgAcc1" presStyleIdx="0" presStyleCnt="5"/>
      <dgm:spPr/>
    </dgm:pt>
    <dgm:pt modelId="{4FA557A0-0AF3-43EA-B55F-7CD9C5B77D6C}" type="pres">
      <dgm:prSet presAssocID="{4D79EAB4-7907-4308-9DDB-AAF952BE4A4C}" presName="text_2" presStyleLbl="node1" presStyleIdx="1" presStyleCnt="5">
        <dgm:presLayoutVars>
          <dgm:bulletEnabled val="1"/>
        </dgm:presLayoutVars>
      </dgm:prSet>
      <dgm:spPr/>
      <dgm:t>
        <a:bodyPr/>
        <a:lstStyle/>
        <a:p>
          <a:endParaRPr lang="es-CO"/>
        </a:p>
      </dgm:t>
    </dgm:pt>
    <dgm:pt modelId="{29B10839-016A-4871-AF4B-C7B970647731}" type="pres">
      <dgm:prSet presAssocID="{4D79EAB4-7907-4308-9DDB-AAF952BE4A4C}" presName="accent_2" presStyleCnt="0"/>
      <dgm:spPr/>
    </dgm:pt>
    <dgm:pt modelId="{F85D3DEE-7D03-4123-8A66-1062877D2842}" type="pres">
      <dgm:prSet presAssocID="{4D79EAB4-7907-4308-9DDB-AAF952BE4A4C}" presName="accentRepeatNode" presStyleLbl="solidFgAcc1" presStyleIdx="1" presStyleCnt="5"/>
      <dgm:spPr/>
    </dgm:pt>
    <dgm:pt modelId="{18F6A11D-221F-41A1-B0A0-81A7D0F64E76}" type="pres">
      <dgm:prSet presAssocID="{147CCDB4-0EB7-416D-91B6-DF7583C17119}" presName="text_3" presStyleLbl="node1" presStyleIdx="2" presStyleCnt="5">
        <dgm:presLayoutVars>
          <dgm:bulletEnabled val="1"/>
        </dgm:presLayoutVars>
      </dgm:prSet>
      <dgm:spPr/>
      <dgm:t>
        <a:bodyPr/>
        <a:lstStyle/>
        <a:p>
          <a:endParaRPr lang="es-CO"/>
        </a:p>
      </dgm:t>
    </dgm:pt>
    <dgm:pt modelId="{94746E94-C94E-492A-9A63-F5DD6BB9F912}" type="pres">
      <dgm:prSet presAssocID="{147CCDB4-0EB7-416D-91B6-DF7583C17119}" presName="accent_3" presStyleCnt="0"/>
      <dgm:spPr/>
    </dgm:pt>
    <dgm:pt modelId="{140CE7BA-5DDF-40F7-8A2C-FEBB6F799D57}" type="pres">
      <dgm:prSet presAssocID="{147CCDB4-0EB7-416D-91B6-DF7583C17119}" presName="accentRepeatNode" presStyleLbl="solidFgAcc1" presStyleIdx="2" presStyleCnt="5"/>
      <dgm:spPr/>
    </dgm:pt>
    <dgm:pt modelId="{B7E47A46-9E14-4573-82FD-372B0632654E}" type="pres">
      <dgm:prSet presAssocID="{5979C4B7-0717-4FC4-BD37-42243D515969}" presName="text_4" presStyleLbl="node1" presStyleIdx="3" presStyleCnt="5">
        <dgm:presLayoutVars>
          <dgm:bulletEnabled val="1"/>
        </dgm:presLayoutVars>
      </dgm:prSet>
      <dgm:spPr/>
      <dgm:t>
        <a:bodyPr/>
        <a:lstStyle/>
        <a:p>
          <a:endParaRPr lang="es-CO"/>
        </a:p>
      </dgm:t>
    </dgm:pt>
    <dgm:pt modelId="{DF491160-604A-4ABC-929F-CC9CD9371C38}" type="pres">
      <dgm:prSet presAssocID="{5979C4B7-0717-4FC4-BD37-42243D515969}" presName="accent_4" presStyleCnt="0"/>
      <dgm:spPr/>
    </dgm:pt>
    <dgm:pt modelId="{3141034E-936C-4B1E-9E0C-CC0B125F1060}" type="pres">
      <dgm:prSet presAssocID="{5979C4B7-0717-4FC4-BD37-42243D515969}" presName="accentRepeatNode" presStyleLbl="solidFgAcc1" presStyleIdx="3" presStyleCnt="5"/>
      <dgm:spPr/>
    </dgm:pt>
    <dgm:pt modelId="{FDB73C2C-A62A-4828-8D70-8823DB3D5158}" type="pres">
      <dgm:prSet presAssocID="{92844291-DE64-4C0A-B35F-4FE04CBE23F7}" presName="text_5" presStyleLbl="node1" presStyleIdx="4" presStyleCnt="5">
        <dgm:presLayoutVars>
          <dgm:bulletEnabled val="1"/>
        </dgm:presLayoutVars>
      </dgm:prSet>
      <dgm:spPr/>
      <dgm:t>
        <a:bodyPr/>
        <a:lstStyle/>
        <a:p>
          <a:endParaRPr lang="es-CO"/>
        </a:p>
      </dgm:t>
    </dgm:pt>
    <dgm:pt modelId="{FE2E6C63-A6A8-4FCC-B625-368E555DFA4F}" type="pres">
      <dgm:prSet presAssocID="{92844291-DE64-4C0A-B35F-4FE04CBE23F7}" presName="accent_5" presStyleCnt="0"/>
      <dgm:spPr/>
    </dgm:pt>
    <dgm:pt modelId="{86CD50E4-8E4D-46A2-A758-61B66A621ACC}" type="pres">
      <dgm:prSet presAssocID="{92844291-DE64-4C0A-B35F-4FE04CBE23F7}" presName="accentRepeatNode" presStyleLbl="solidFgAcc1" presStyleIdx="4" presStyleCnt="5"/>
      <dgm:spPr/>
    </dgm:pt>
  </dgm:ptLst>
  <dgm:cxnLst>
    <dgm:cxn modelId="{5E4F378D-202F-447F-86D1-056959839DB2}" type="presOf" srcId="{F1811696-AAA8-4526-AA37-FC97FC35C00D}" destId="{513B9279-7434-4A5B-9B67-EAE8DBCE8624}" srcOrd="0" destOrd="0" presId="urn:microsoft.com/office/officeart/2008/layout/VerticalCurvedList"/>
    <dgm:cxn modelId="{84621ED7-C06D-451B-86FA-9DC6FE335C8D}" type="presOf" srcId="{9260EDC2-3E4F-421F-AEC3-948714BF01B0}" destId="{F914B7F1-6B3D-4BAA-9AAF-223EE38A3A1C}" srcOrd="0" destOrd="0" presId="urn:microsoft.com/office/officeart/2008/layout/VerticalCurvedList"/>
    <dgm:cxn modelId="{9A59C20F-0C63-4E73-A365-1C05C9AE9DB0}" srcId="{F1811696-AAA8-4526-AA37-FC97FC35C00D}" destId="{4D79EAB4-7907-4308-9DDB-AAF952BE4A4C}" srcOrd="1" destOrd="0" parTransId="{6F3D640E-384E-45EA-ADA7-DE92B0C2CA54}" sibTransId="{62077851-7308-4FC5-B0BC-D0304E696AB1}"/>
    <dgm:cxn modelId="{86E3A7CC-96C4-410D-8C2B-EDBD3DA83E86}" type="presOf" srcId="{147CCDB4-0EB7-416D-91B6-DF7583C17119}" destId="{18F6A11D-221F-41A1-B0A0-81A7D0F64E76}" srcOrd="0" destOrd="0" presId="urn:microsoft.com/office/officeart/2008/layout/VerticalCurvedList"/>
    <dgm:cxn modelId="{AAF85DE8-1C8B-4ED3-B3E0-08148324406E}" srcId="{F1811696-AAA8-4526-AA37-FC97FC35C00D}" destId="{92844291-DE64-4C0A-B35F-4FE04CBE23F7}" srcOrd="4" destOrd="0" parTransId="{DA17F0B5-A696-4E9B-84F3-AD8BD2DF17C8}" sibTransId="{29C73498-2E39-413F-9437-84179D1BDC01}"/>
    <dgm:cxn modelId="{3D05EF12-638D-44ED-921C-998850CA31BE}" type="presOf" srcId="{92844291-DE64-4C0A-B35F-4FE04CBE23F7}" destId="{FDB73C2C-A62A-4828-8D70-8823DB3D5158}" srcOrd="0" destOrd="0" presId="urn:microsoft.com/office/officeart/2008/layout/VerticalCurvedList"/>
    <dgm:cxn modelId="{9C1DFCBF-65B3-4916-ACF9-7AB7659A23E4}" srcId="{F1811696-AAA8-4526-AA37-FC97FC35C00D}" destId="{147CCDB4-0EB7-416D-91B6-DF7583C17119}" srcOrd="2" destOrd="0" parTransId="{EB19D819-CBD4-4B8B-AD0A-06672C82311E}" sibTransId="{DFDE7500-2822-423E-9BD3-EE09F4344975}"/>
    <dgm:cxn modelId="{D337864B-8EDB-4421-9E57-5EA30B84757D}" srcId="{F1811696-AAA8-4526-AA37-FC97FC35C00D}" destId="{5979C4B7-0717-4FC4-BD37-42243D515969}" srcOrd="3" destOrd="0" parTransId="{88615FF0-B43D-439C-88DA-218E998B3561}" sibTransId="{B21785A5-70FF-42B5-9885-76776FCCB043}"/>
    <dgm:cxn modelId="{32443126-DF38-4954-BCB2-BA71EAAA487A}" type="presOf" srcId="{28929534-595E-4841-8E68-A7466846B640}" destId="{DFBFE570-374B-4E1B-B77D-86859340F7E0}" srcOrd="0" destOrd="0" presId="urn:microsoft.com/office/officeart/2008/layout/VerticalCurvedList"/>
    <dgm:cxn modelId="{1231B9CA-414A-4B93-A6EA-ED135515AEB7}" type="presOf" srcId="{5979C4B7-0717-4FC4-BD37-42243D515969}" destId="{B7E47A46-9E14-4573-82FD-372B0632654E}" srcOrd="0" destOrd="0" presId="urn:microsoft.com/office/officeart/2008/layout/VerticalCurvedList"/>
    <dgm:cxn modelId="{717122AC-2A72-474F-A6E8-EE9D5FB3E682}" type="presOf" srcId="{4D79EAB4-7907-4308-9DDB-AAF952BE4A4C}" destId="{4FA557A0-0AF3-43EA-B55F-7CD9C5B77D6C}" srcOrd="0" destOrd="0" presId="urn:microsoft.com/office/officeart/2008/layout/VerticalCurvedList"/>
    <dgm:cxn modelId="{BDDF2112-49A3-4555-A308-C2A28218C9B7}" srcId="{F1811696-AAA8-4526-AA37-FC97FC35C00D}" destId="{9260EDC2-3E4F-421F-AEC3-948714BF01B0}" srcOrd="0" destOrd="0" parTransId="{380AA75A-1CE5-4DDF-9667-AAA3BDF26063}" sibTransId="{28929534-595E-4841-8E68-A7466846B640}"/>
    <dgm:cxn modelId="{4F485227-F560-4280-9BCE-A11CC925CAF4}" type="presParOf" srcId="{513B9279-7434-4A5B-9B67-EAE8DBCE8624}" destId="{96AB3E6F-2631-4E74-BAB5-278DC2B98149}" srcOrd="0" destOrd="0" presId="urn:microsoft.com/office/officeart/2008/layout/VerticalCurvedList"/>
    <dgm:cxn modelId="{755A0060-3EE9-4BDA-988C-91A925A9F32F}" type="presParOf" srcId="{96AB3E6F-2631-4E74-BAB5-278DC2B98149}" destId="{2475A462-C80A-4CAB-A9DE-15AD798ED454}" srcOrd="0" destOrd="0" presId="urn:microsoft.com/office/officeart/2008/layout/VerticalCurvedList"/>
    <dgm:cxn modelId="{AFC19AE4-6F40-42C5-99D2-F487E405585C}" type="presParOf" srcId="{2475A462-C80A-4CAB-A9DE-15AD798ED454}" destId="{3D1ED879-00F2-4FD5-B5A1-C0F99BB25ECF}" srcOrd="0" destOrd="0" presId="urn:microsoft.com/office/officeart/2008/layout/VerticalCurvedList"/>
    <dgm:cxn modelId="{428711FE-BBBA-45C9-ABDE-A28BF945FEC7}" type="presParOf" srcId="{2475A462-C80A-4CAB-A9DE-15AD798ED454}" destId="{DFBFE570-374B-4E1B-B77D-86859340F7E0}" srcOrd="1" destOrd="0" presId="urn:microsoft.com/office/officeart/2008/layout/VerticalCurvedList"/>
    <dgm:cxn modelId="{3F2B8C24-72C8-4A7E-A949-B7CC283D54DF}" type="presParOf" srcId="{2475A462-C80A-4CAB-A9DE-15AD798ED454}" destId="{6DF8332F-C39C-4EBB-8ADF-C687D3944F0C}" srcOrd="2" destOrd="0" presId="urn:microsoft.com/office/officeart/2008/layout/VerticalCurvedList"/>
    <dgm:cxn modelId="{C7FA721A-4E7F-471A-B656-2CF552C796B8}" type="presParOf" srcId="{2475A462-C80A-4CAB-A9DE-15AD798ED454}" destId="{22DB0C96-8F15-4D51-9671-B85C68EB7491}" srcOrd="3" destOrd="0" presId="urn:microsoft.com/office/officeart/2008/layout/VerticalCurvedList"/>
    <dgm:cxn modelId="{9EBDC8E3-EC19-4C12-84BC-A0F509594068}" type="presParOf" srcId="{96AB3E6F-2631-4E74-BAB5-278DC2B98149}" destId="{F914B7F1-6B3D-4BAA-9AAF-223EE38A3A1C}" srcOrd="1" destOrd="0" presId="urn:microsoft.com/office/officeart/2008/layout/VerticalCurvedList"/>
    <dgm:cxn modelId="{F9C09A23-CB3D-4F1A-B673-036AD1B60230}" type="presParOf" srcId="{96AB3E6F-2631-4E74-BAB5-278DC2B98149}" destId="{A59F9263-E8FC-48A3-82CF-8924D1577CD5}" srcOrd="2" destOrd="0" presId="urn:microsoft.com/office/officeart/2008/layout/VerticalCurvedList"/>
    <dgm:cxn modelId="{F6FFFA15-9EF9-4074-8896-3DEBA13500E1}" type="presParOf" srcId="{A59F9263-E8FC-48A3-82CF-8924D1577CD5}" destId="{F5E1A84E-BF50-42A6-B786-BE28DCA8C52A}" srcOrd="0" destOrd="0" presId="urn:microsoft.com/office/officeart/2008/layout/VerticalCurvedList"/>
    <dgm:cxn modelId="{A85E50FA-5D59-4764-8C77-47AFCC890B39}" type="presParOf" srcId="{96AB3E6F-2631-4E74-BAB5-278DC2B98149}" destId="{4FA557A0-0AF3-43EA-B55F-7CD9C5B77D6C}" srcOrd="3" destOrd="0" presId="urn:microsoft.com/office/officeart/2008/layout/VerticalCurvedList"/>
    <dgm:cxn modelId="{4B220199-300B-4597-BC79-5E52D16AD761}" type="presParOf" srcId="{96AB3E6F-2631-4E74-BAB5-278DC2B98149}" destId="{29B10839-016A-4871-AF4B-C7B970647731}" srcOrd="4" destOrd="0" presId="urn:microsoft.com/office/officeart/2008/layout/VerticalCurvedList"/>
    <dgm:cxn modelId="{38BBD7ED-9D25-431D-8E36-0066A78E992E}" type="presParOf" srcId="{29B10839-016A-4871-AF4B-C7B970647731}" destId="{F85D3DEE-7D03-4123-8A66-1062877D2842}" srcOrd="0" destOrd="0" presId="urn:microsoft.com/office/officeart/2008/layout/VerticalCurvedList"/>
    <dgm:cxn modelId="{D5528CDD-E44B-4776-B8A1-7906112DFFE4}" type="presParOf" srcId="{96AB3E6F-2631-4E74-BAB5-278DC2B98149}" destId="{18F6A11D-221F-41A1-B0A0-81A7D0F64E76}" srcOrd="5" destOrd="0" presId="urn:microsoft.com/office/officeart/2008/layout/VerticalCurvedList"/>
    <dgm:cxn modelId="{F701F412-03D5-47DF-B9C8-A50B0F55FB1B}" type="presParOf" srcId="{96AB3E6F-2631-4E74-BAB5-278DC2B98149}" destId="{94746E94-C94E-492A-9A63-F5DD6BB9F912}" srcOrd="6" destOrd="0" presId="urn:microsoft.com/office/officeart/2008/layout/VerticalCurvedList"/>
    <dgm:cxn modelId="{DC0FC92B-ED78-44A2-B6B5-2E67E9BF65E0}" type="presParOf" srcId="{94746E94-C94E-492A-9A63-F5DD6BB9F912}" destId="{140CE7BA-5DDF-40F7-8A2C-FEBB6F799D57}" srcOrd="0" destOrd="0" presId="urn:microsoft.com/office/officeart/2008/layout/VerticalCurvedList"/>
    <dgm:cxn modelId="{55F59415-4D30-4035-9B92-248BC0C492DE}" type="presParOf" srcId="{96AB3E6F-2631-4E74-BAB5-278DC2B98149}" destId="{B7E47A46-9E14-4573-82FD-372B0632654E}" srcOrd="7" destOrd="0" presId="urn:microsoft.com/office/officeart/2008/layout/VerticalCurvedList"/>
    <dgm:cxn modelId="{8C03D3C8-024E-422C-875E-4389D532D616}" type="presParOf" srcId="{96AB3E6F-2631-4E74-BAB5-278DC2B98149}" destId="{DF491160-604A-4ABC-929F-CC9CD9371C38}" srcOrd="8" destOrd="0" presId="urn:microsoft.com/office/officeart/2008/layout/VerticalCurvedList"/>
    <dgm:cxn modelId="{20ED0F23-5AB7-4A07-BCD1-4261C76451D2}" type="presParOf" srcId="{DF491160-604A-4ABC-929F-CC9CD9371C38}" destId="{3141034E-936C-4B1E-9E0C-CC0B125F1060}" srcOrd="0" destOrd="0" presId="urn:microsoft.com/office/officeart/2008/layout/VerticalCurvedList"/>
    <dgm:cxn modelId="{5F757E61-90BB-48E4-9AF9-E0E62417DDE9}" type="presParOf" srcId="{96AB3E6F-2631-4E74-BAB5-278DC2B98149}" destId="{FDB73C2C-A62A-4828-8D70-8823DB3D5158}" srcOrd="9" destOrd="0" presId="urn:microsoft.com/office/officeart/2008/layout/VerticalCurvedList"/>
    <dgm:cxn modelId="{D4D23F39-E5DD-4A28-A4C7-F6E0427AADE0}" type="presParOf" srcId="{96AB3E6F-2631-4E74-BAB5-278DC2B98149}" destId="{FE2E6C63-A6A8-4FCC-B625-368E555DFA4F}" srcOrd="10" destOrd="0" presId="urn:microsoft.com/office/officeart/2008/layout/VerticalCurvedList"/>
    <dgm:cxn modelId="{BEC25464-5438-485B-94F3-1A1F50D4987F}" type="presParOf" srcId="{FE2E6C63-A6A8-4FCC-B625-368E555DFA4F}" destId="{86CD50E4-8E4D-46A2-A758-61B66A621ACC}"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F1811696-AAA8-4526-AA37-FC97FC35C00D}"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s-CO"/>
        </a:p>
      </dgm:t>
    </dgm:pt>
    <dgm:pt modelId="{9260EDC2-3E4F-421F-AEC3-948714BF01B0}">
      <dgm:prSet phldrT="[Texto]"/>
      <dgm:spPr/>
      <dgm:t>
        <a:bodyPr/>
        <a:lstStyle/>
        <a:p>
          <a:r>
            <a:rPr lang="es-CO" b="1" dirty="0" smtClean="0">
              <a:solidFill>
                <a:schemeClr val="bg1"/>
              </a:solidFill>
              <a:latin typeface="Futura Std Medium" pitchFamily="34" charset="0"/>
            </a:rPr>
            <a:t>¿Cómo se asegura la comprensión de la política de riesgos por parte de los servidores públicos?</a:t>
          </a:r>
          <a:endParaRPr lang="es-CO" b="1" dirty="0">
            <a:solidFill>
              <a:schemeClr val="bg1"/>
            </a:solidFill>
            <a:latin typeface="Futura Std Medium" pitchFamily="34" charset="0"/>
          </a:endParaRPr>
        </a:p>
      </dgm:t>
    </dgm:pt>
    <dgm:pt modelId="{380AA75A-1CE5-4DDF-9667-AAA3BDF26063}" type="parTrans" cxnId="{BDDF2112-49A3-4555-A308-C2A28218C9B7}">
      <dgm:prSet/>
      <dgm:spPr/>
      <dgm:t>
        <a:bodyPr/>
        <a:lstStyle/>
        <a:p>
          <a:endParaRPr lang="es-CO" b="1">
            <a:solidFill>
              <a:schemeClr val="bg1"/>
            </a:solidFill>
          </a:endParaRPr>
        </a:p>
      </dgm:t>
    </dgm:pt>
    <dgm:pt modelId="{28929534-595E-4841-8E68-A7466846B640}" type="sibTrans" cxnId="{BDDF2112-49A3-4555-A308-C2A28218C9B7}">
      <dgm:prSet/>
      <dgm:spPr/>
      <dgm:t>
        <a:bodyPr/>
        <a:lstStyle/>
        <a:p>
          <a:endParaRPr lang="es-CO" b="1">
            <a:solidFill>
              <a:schemeClr val="bg1"/>
            </a:solidFill>
          </a:endParaRPr>
        </a:p>
      </dgm:t>
    </dgm:pt>
    <dgm:pt modelId="{4D79EAB4-7907-4308-9DDB-AAF952BE4A4C}">
      <dgm:prSet phldrT="[Texto]"/>
      <dgm:spPr/>
      <dgm:t>
        <a:bodyPr/>
        <a:lstStyle/>
        <a:p>
          <a:r>
            <a:rPr lang="es-CO" b="1" dirty="0" smtClean="0">
              <a:solidFill>
                <a:schemeClr val="bg1"/>
              </a:solidFill>
              <a:latin typeface="Futura Std Medium" pitchFamily="34" charset="0"/>
            </a:rPr>
            <a:t>¿Se realiza actualización de la política de riesgos cuando hay cambios en le entorno o al interior de la entidad?</a:t>
          </a:r>
          <a:endParaRPr lang="es-CO" b="1" dirty="0">
            <a:solidFill>
              <a:schemeClr val="bg1"/>
            </a:solidFill>
            <a:latin typeface="Futura Std Medium" pitchFamily="34" charset="0"/>
          </a:endParaRPr>
        </a:p>
      </dgm:t>
    </dgm:pt>
    <dgm:pt modelId="{6F3D640E-384E-45EA-ADA7-DE92B0C2CA54}" type="parTrans" cxnId="{9A59C20F-0C63-4E73-A365-1C05C9AE9DB0}">
      <dgm:prSet/>
      <dgm:spPr/>
      <dgm:t>
        <a:bodyPr/>
        <a:lstStyle/>
        <a:p>
          <a:endParaRPr lang="es-CO" b="1">
            <a:solidFill>
              <a:schemeClr val="bg1"/>
            </a:solidFill>
          </a:endParaRPr>
        </a:p>
      </dgm:t>
    </dgm:pt>
    <dgm:pt modelId="{62077851-7308-4FC5-B0BC-D0304E696AB1}" type="sibTrans" cxnId="{9A59C20F-0C63-4E73-A365-1C05C9AE9DB0}">
      <dgm:prSet/>
      <dgm:spPr/>
      <dgm:t>
        <a:bodyPr/>
        <a:lstStyle/>
        <a:p>
          <a:endParaRPr lang="es-CO" b="1">
            <a:solidFill>
              <a:schemeClr val="bg1"/>
            </a:solidFill>
          </a:endParaRPr>
        </a:p>
      </dgm:t>
    </dgm:pt>
    <dgm:pt modelId="{147CCDB4-0EB7-416D-91B6-DF7583C17119}">
      <dgm:prSet phldrT="[Texto]"/>
      <dgm:spPr/>
      <dgm:t>
        <a:bodyPr/>
        <a:lstStyle/>
        <a:p>
          <a:r>
            <a:rPr lang="es-CO" b="1" dirty="0" smtClean="0">
              <a:solidFill>
                <a:schemeClr val="bg1"/>
              </a:solidFill>
              <a:latin typeface="Futura Std Medium" pitchFamily="34" charset="0"/>
            </a:rPr>
            <a:t>¿Los riesgos identificados se revisan periódicamente?</a:t>
          </a:r>
          <a:endParaRPr lang="es-CO" b="1" dirty="0">
            <a:solidFill>
              <a:schemeClr val="bg1"/>
            </a:solidFill>
            <a:latin typeface="Futura Std Medium" pitchFamily="34" charset="0"/>
          </a:endParaRPr>
        </a:p>
      </dgm:t>
    </dgm:pt>
    <dgm:pt modelId="{EB19D819-CBD4-4B8B-AD0A-06672C82311E}" type="parTrans" cxnId="{9C1DFCBF-65B3-4916-ACF9-7AB7659A23E4}">
      <dgm:prSet/>
      <dgm:spPr/>
      <dgm:t>
        <a:bodyPr/>
        <a:lstStyle/>
        <a:p>
          <a:endParaRPr lang="es-CO" b="1">
            <a:solidFill>
              <a:schemeClr val="bg1"/>
            </a:solidFill>
          </a:endParaRPr>
        </a:p>
      </dgm:t>
    </dgm:pt>
    <dgm:pt modelId="{DFDE7500-2822-423E-9BD3-EE09F4344975}" type="sibTrans" cxnId="{9C1DFCBF-65B3-4916-ACF9-7AB7659A23E4}">
      <dgm:prSet/>
      <dgm:spPr/>
      <dgm:t>
        <a:bodyPr/>
        <a:lstStyle/>
        <a:p>
          <a:endParaRPr lang="es-CO" b="1">
            <a:solidFill>
              <a:schemeClr val="bg1"/>
            </a:solidFill>
          </a:endParaRPr>
        </a:p>
      </dgm:t>
    </dgm:pt>
    <dgm:pt modelId="{5979C4B7-0717-4FC4-BD37-42243D515969}">
      <dgm:prSet phldrT="[Texto]"/>
      <dgm:spPr/>
      <dgm:t>
        <a:bodyPr/>
        <a:lstStyle/>
        <a:p>
          <a:r>
            <a:rPr lang="es-CO" b="1" dirty="0" smtClean="0">
              <a:solidFill>
                <a:schemeClr val="bg1"/>
              </a:solidFill>
              <a:latin typeface="Futura Std Medium" pitchFamily="34" charset="0"/>
            </a:rPr>
            <a:t>¿La entidad cuenta con mecanismos para dar a conocer los riesgos identificados?</a:t>
          </a:r>
          <a:endParaRPr lang="es-CO" b="1" dirty="0">
            <a:solidFill>
              <a:schemeClr val="bg1"/>
            </a:solidFill>
            <a:latin typeface="Futura Std Medium" pitchFamily="34" charset="0"/>
          </a:endParaRPr>
        </a:p>
      </dgm:t>
    </dgm:pt>
    <dgm:pt modelId="{88615FF0-B43D-439C-88DA-218E998B3561}" type="parTrans" cxnId="{D337864B-8EDB-4421-9E57-5EA30B84757D}">
      <dgm:prSet/>
      <dgm:spPr/>
      <dgm:t>
        <a:bodyPr/>
        <a:lstStyle/>
        <a:p>
          <a:endParaRPr lang="es-CO" b="1">
            <a:solidFill>
              <a:schemeClr val="bg1"/>
            </a:solidFill>
          </a:endParaRPr>
        </a:p>
      </dgm:t>
    </dgm:pt>
    <dgm:pt modelId="{B21785A5-70FF-42B5-9885-76776FCCB043}" type="sibTrans" cxnId="{D337864B-8EDB-4421-9E57-5EA30B84757D}">
      <dgm:prSet/>
      <dgm:spPr/>
      <dgm:t>
        <a:bodyPr/>
        <a:lstStyle/>
        <a:p>
          <a:endParaRPr lang="es-CO" b="1">
            <a:solidFill>
              <a:schemeClr val="bg1"/>
            </a:solidFill>
          </a:endParaRPr>
        </a:p>
      </dgm:t>
    </dgm:pt>
    <dgm:pt modelId="{92844291-DE64-4C0A-B35F-4FE04CBE23F7}">
      <dgm:prSet phldrT="[Texto]"/>
      <dgm:spPr/>
      <dgm:t>
        <a:bodyPr/>
        <a:lstStyle/>
        <a:p>
          <a:r>
            <a:rPr lang="es-CO" b="1" dirty="0" smtClean="0">
              <a:solidFill>
                <a:schemeClr val="bg1"/>
              </a:solidFill>
              <a:latin typeface="Futura Std Medium" pitchFamily="34" charset="0"/>
            </a:rPr>
            <a:t>¿Se  cuenta con tablas de probabilidad e impacto adaptadas para la entidad? </a:t>
          </a:r>
          <a:endParaRPr lang="es-CO" b="1" dirty="0">
            <a:solidFill>
              <a:schemeClr val="bg1"/>
            </a:solidFill>
            <a:latin typeface="Futura Std Medium" pitchFamily="34" charset="0"/>
          </a:endParaRPr>
        </a:p>
      </dgm:t>
    </dgm:pt>
    <dgm:pt modelId="{DA17F0B5-A696-4E9B-84F3-AD8BD2DF17C8}" type="parTrans" cxnId="{AAF85DE8-1C8B-4ED3-B3E0-08148324406E}">
      <dgm:prSet/>
      <dgm:spPr/>
      <dgm:t>
        <a:bodyPr/>
        <a:lstStyle/>
        <a:p>
          <a:endParaRPr lang="es-CO" b="1">
            <a:solidFill>
              <a:schemeClr val="bg1"/>
            </a:solidFill>
          </a:endParaRPr>
        </a:p>
      </dgm:t>
    </dgm:pt>
    <dgm:pt modelId="{29C73498-2E39-413F-9437-84179D1BDC01}" type="sibTrans" cxnId="{AAF85DE8-1C8B-4ED3-B3E0-08148324406E}">
      <dgm:prSet/>
      <dgm:spPr/>
      <dgm:t>
        <a:bodyPr/>
        <a:lstStyle/>
        <a:p>
          <a:endParaRPr lang="es-CO" b="1">
            <a:solidFill>
              <a:schemeClr val="bg1"/>
            </a:solidFill>
          </a:endParaRPr>
        </a:p>
      </dgm:t>
    </dgm:pt>
    <dgm:pt modelId="{8B021E80-3003-44EE-BEF0-2C44FB2C55FB}">
      <dgm:prSet phldrT="[Texto]"/>
      <dgm:spPr/>
      <dgm:t>
        <a:bodyPr/>
        <a:lstStyle/>
        <a:p>
          <a:r>
            <a:rPr lang="es-CO" b="1" dirty="0" smtClean="0">
              <a:solidFill>
                <a:schemeClr val="bg1"/>
              </a:solidFill>
              <a:latin typeface="Futura Std Medium" pitchFamily="34" charset="0"/>
            </a:rPr>
            <a:t>¿Se revisan los controles con una frecuencia determinada?</a:t>
          </a:r>
          <a:endParaRPr lang="es-CO" b="1" dirty="0">
            <a:solidFill>
              <a:schemeClr val="bg1"/>
            </a:solidFill>
            <a:latin typeface="Futura Std Medium" pitchFamily="34" charset="0"/>
          </a:endParaRPr>
        </a:p>
      </dgm:t>
    </dgm:pt>
    <dgm:pt modelId="{AFC9E094-BA76-494A-902E-5534A1A4496A}" type="parTrans" cxnId="{82E3285E-7236-4521-B621-1A939757CF95}">
      <dgm:prSet/>
      <dgm:spPr/>
      <dgm:t>
        <a:bodyPr/>
        <a:lstStyle/>
        <a:p>
          <a:endParaRPr lang="es-ES" b="1">
            <a:solidFill>
              <a:schemeClr val="bg1"/>
            </a:solidFill>
          </a:endParaRPr>
        </a:p>
      </dgm:t>
    </dgm:pt>
    <dgm:pt modelId="{C1EBE86F-6FF0-4571-9922-C092A523271B}" type="sibTrans" cxnId="{82E3285E-7236-4521-B621-1A939757CF95}">
      <dgm:prSet/>
      <dgm:spPr/>
      <dgm:t>
        <a:bodyPr/>
        <a:lstStyle/>
        <a:p>
          <a:endParaRPr lang="es-ES" b="1">
            <a:solidFill>
              <a:schemeClr val="bg1"/>
            </a:solidFill>
          </a:endParaRPr>
        </a:p>
      </dgm:t>
    </dgm:pt>
    <dgm:pt modelId="{513B9279-7434-4A5B-9B67-EAE8DBCE8624}" type="pres">
      <dgm:prSet presAssocID="{F1811696-AAA8-4526-AA37-FC97FC35C00D}" presName="Name0" presStyleCnt="0">
        <dgm:presLayoutVars>
          <dgm:chMax val="7"/>
          <dgm:chPref val="7"/>
          <dgm:dir/>
        </dgm:presLayoutVars>
      </dgm:prSet>
      <dgm:spPr/>
      <dgm:t>
        <a:bodyPr/>
        <a:lstStyle/>
        <a:p>
          <a:endParaRPr lang="es-CO"/>
        </a:p>
      </dgm:t>
    </dgm:pt>
    <dgm:pt modelId="{96AB3E6F-2631-4E74-BAB5-278DC2B98149}" type="pres">
      <dgm:prSet presAssocID="{F1811696-AAA8-4526-AA37-FC97FC35C00D}" presName="Name1" presStyleCnt="0"/>
      <dgm:spPr/>
    </dgm:pt>
    <dgm:pt modelId="{2475A462-C80A-4CAB-A9DE-15AD798ED454}" type="pres">
      <dgm:prSet presAssocID="{F1811696-AAA8-4526-AA37-FC97FC35C00D}" presName="cycle" presStyleCnt="0"/>
      <dgm:spPr/>
    </dgm:pt>
    <dgm:pt modelId="{3D1ED879-00F2-4FD5-B5A1-C0F99BB25ECF}" type="pres">
      <dgm:prSet presAssocID="{F1811696-AAA8-4526-AA37-FC97FC35C00D}" presName="srcNode" presStyleLbl="node1" presStyleIdx="0" presStyleCnt="6"/>
      <dgm:spPr/>
    </dgm:pt>
    <dgm:pt modelId="{DFBFE570-374B-4E1B-B77D-86859340F7E0}" type="pres">
      <dgm:prSet presAssocID="{F1811696-AAA8-4526-AA37-FC97FC35C00D}" presName="conn" presStyleLbl="parChTrans1D2" presStyleIdx="0" presStyleCnt="1"/>
      <dgm:spPr/>
      <dgm:t>
        <a:bodyPr/>
        <a:lstStyle/>
        <a:p>
          <a:endParaRPr lang="es-CO"/>
        </a:p>
      </dgm:t>
    </dgm:pt>
    <dgm:pt modelId="{6DF8332F-C39C-4EBB-8ADF-C687D3944F0C}" type="pres">
      <dgm:prSet presAssocID="{F1811696-AAA8-4526-AA37-FC97FC35C00D}" presName="extraNode" presStyleLbl="node1" presStyleIdx="0" presStyleCnt="6"/>
      <dgm:spPr/>
    </dgm:pt>
    <dgm:pt modelId="{22DB0C96-8F15-4D51-9671-B85C68EB7491}" type="pres">
      <dgm:prSet presAssocID="{F1811696-AAA8-4526-AA37-FC97FC35C00D}" presName="dstNode" presStyleLbl="node1" presStyleIdx="0" presStyleCnt="6"/>
      <dgm:spPr/>
    </dgm:pt>
    <dgm:pt modelId="{F914B7F1-6B3D-4BAA-9AAF-223EE38A3A1C}" type="pres">
      <dgm:prSet presAssocID="{9260EDC2-3E4F-421F-AEC3-948714BF01B0}" presName="text_1" presStyleLbl="node1" presStyleIdx="0" presStyleCnt="6">
        <dgm:presLayoutVars>
          <dgm:bulletEnabled val="1"/>
        </dgm:presLayoutVars>
      </dgm:prSet>
      <dgm:spPr/>
      <dgm:t>
        <a:bodyPr/>
        <a:lstStyle/>
        <a:p>
          <a:endParaRPr lang="es-CO"/>
        </a:p>
      </dgm:t>
    </dgm:pt>
    <dgm:pt modelId="{A59F9263-E8FC-48A3-82CF-8924D1577CD5}" type="pres">
      <dgm:prSet presAssocID="{9260EDC2-3E4F-421F-AEC3-948714BF01B0}" presName="accent_1" presStyleCnt="0"/>
      <dgm:spPr/>
    </dgm:pt>
    <dgm:pt modelId="{F5E1A84E-BF50-42A6-B786-BE28DCA8C52A}" type="pres">
      <dgm:prSet presAssocID="{9260EDC2-3E4F-421F-AEC3-948714BF01B0}" presName="accentRepeatNode" presStyleLbl="solidFgAcc1" presStyleIdx="0" presStyleCnt="6"/>
      <dgm:spPr/>
    </dgm:pt>
    <dgm:pt modelId="{4FA557A0-0AF3-43EA-B55F-7CD9C5B77D6C}" type="pres">
      <dgm:prSet presAssocID="{4D79EAB4-7907-4308-9DDB-AAF952BE4A4C}" presName="text_2" presStyleLbl="node1" presStyleIdx="1" presStyleCnt="6">
        <dgm:presLayoutVars>
          <dgm:bulletEnabled val="1"/>
        </dgm:presLayoutVars>
      </dgm:prSet>
      <dgm:spPr/>
      <dgm:t>
        <a:bodyPr/>
        <a:lstStyle/>
        <a:p>
          <a:endParaRPr lang="es-CO"/>
        </a:p>
      </dgm:t>
    </dgm:pt>
    <dgm:pt modelId="{29B10839-016A-4871-AF4B-C7B970647731}" type="pres">
      <dgm:prSet presAssocID="{4D79EAB4-7907-4308-9DDB-AAF952BE4A4C}" presName="accent_2" presStyleCnt="0"/>
      <dgm:spPr/>
    </dgm:pt>
    <dgm:pt modelId="{F85D3DEE-7D03-4123-8A66-1062877D2842}" type="pres">
      <dgm:prSet presAssocID="{4D79EAB4-7907-4308-9DDB-AAF952BE4A4C}" presName="accentRepeatNode" presStyleLbl="solidFgAcc1" presStyleIdx="1" presStyleCnt="6"/>
      <dgm:spPr/>
    </dgm:pt>
    <dgm:pt modelId="{18F6A11D-221F-41A1-B0A0-81A7D0F64E76}" type="pres">
      <dgm:prSet presAssocID="{147CCDB4-0EB7-416D-91B6-DF7583C17119}" presName="text_3" presStyleLbl="node1" presStyleIdx="2" presStyleCnt="6">
        <dgm:presLayoutVars>
          <dgm:bulletEnabled val="1"/>
        </dgm:presLayoutVars>
      </dgm:prSet>
      <dgm:spPr/>
      <dgm:t>
        <a:bodyPr/>
        <a:lstStyle/>
        <a:p>
          <a:endParaRPr lang="es-CO"/>
        </a:p>
      </dgm:t>
    </dgm:pt>
    <dgm:pt modelId="{94746E94-C94E-492A-9A63-F5DD6BB9F912}" type="pres">
      <dgm:prSet presAssocID="{147CCDB4-0EB7-416D-91B6-DF7583C17119}" presName="accent_3" presStyleCnt="0"/>
      <dgm:spPr/>
    </dgm:pt>
    <dgm:pt modelId="{140CE7BA-5DDF-40F7-8A2C-FEBB6F799D57}" type="pres">
      <dgm:prSet presAssocID="{147CCDB4-0EB7-416D-91B6-DF7583C17119}" presName="accentRepeatNode" presStyleLbl="solidFgAcc1" presStyleIdx="2" presStyleCnt="6"/>
      <dgm:spPr/>
    </dgm:pt>
    <dgm:pt modelId="{B7E47A46-9E14-4573-82FD-372B0632654E}" type="pres">
      <dgm:prSet presAssocID="{5979C4B7-0717-4FC4-BD37-42243D515969}" presName="text_4" presStyleLbl="node1" presStyleIdx="3" presStyleCnt="6">
        <dgm:presLayoutVars>
          <dgm:bulletEnabled val="1"/>
        </dgm:presLayoutVars>
      </dgm:prSet>
      <dgm:spPr/>
      <dgm:t>
        <a:bodyPr/>
        <a:lstStyle/>
        <a:p>
          <a:endParaRPr lang="es-CO"/>
        </a:p>
      </dgm:t>
    </dgm:pt>
    <dgm:pt modelId="{DF491160-604A-4ABC-929F-CC9CD9371C38}" type="pres">
      <dgm:prSet presAssocID="{5979C4B7-0717-4FC4-BD37-42243D515969}" presName="accent_4" presStyleCnt="0"/>
      <dgm:spPr/>
    </dgm:pt>
    <dgm:pt modelId="{3141034E-936C-4B1E-9E0C-CC0B125F1060}" type="pres">
      <dgm:prSet presAssocID="{5979C4B7-0717-4FC4-BD37-42243D515969}" presName="accentRepeatNode" presStyleLbl="solidFgAcc1" presStyleIdx="3" presStyleCnt="6"/>
      <dgm:spPr/>
    </dgm:pt>
    <dgm:pt modelId="{FDB73C2C-A62A-4828-8D70-8823DB3D5158}" type="pres">
      <dgm:prSet presAssocID="{92844291-DE64-4C0A-B35F-4FE04CBE23F7}" presName="text_5" presStyleLbl="node1" presStyleIdx="4" presStyleCnt="6">
        <dgm:presLayoutVars>
          <dgm:bulletEnabled val="1"/>
        </dgm:presLayoutVars>
      </dgm:prSet>
      <dgm:spPr/>
      <dgm:t>
        <a:bodyPr/>
        <a:lstStyle/>
        <a:p>
          <a:endParaRPr lang="es-CO"/>
        </a:p>
      </dgm:t>
    </dgm:pt>
    <dgm:pt modelId="{FE2E6C63-A6A8-4FCC-B625-368E555DFA4F}" type="pres">
      <dgm:prSet presAssocID="{92844291-DE64-4C0A-B35F-4FE04CBE23F7}" presName="accent_5" presStyleCnt="0"/>
      <dgm:spPr/>
    </dgm:pt>
    <dgm:pt modelId="{86CD50E4-8E4D-46A2-A758-61B66A621ACC}" type="pres">
      <dgm:prSet presAssocID="{92844291-DE64-4C0A-B35F-4FE04CBE23F7}" presName="accentRepeatNode" presStyleLbl="solidFgAcc1" presStyleIdx="4" presStyleCnt="6"/>
      <dgm:spPr/>
    </dgm:pt>
    <dgm:pt modelId="{14053EE4-576F-43E0-B67D-744C9B8D1CDC}" type="pres">
      <dgm:prSet presAssocID="{8B021E80-3003-44EE-BEF0-2C44FB2C55FB}" presName="text_6" presStyleLbl="node1" presStyleIdx="5" presStyleCnt="6">
        <dgm:presLayoutVars>
          <dgm:bulletEnabled val="1"/>
        </dgm:presLayoutVars>
      </dgm:prSet>
      <dgm:spPr/>
      <dgm:t>
        <a:bodyPr/>
        <a:lstStyle/>
        <a:p>
          <a:endParaRPr lang="es-CO"/>
        </a:p>
      </dgm:t>
    </dgm:pt>
    <dgm:pt modelId="{E70858CD-5CC7-47FC-808D-5BCE8FB66D9A}" type="pres">
      <dgm:prSet presAssocID="{8B021E80-3003-44EE-BEF0-2C44FB2C55FB}" presName="accent_6" presStyleCnt="0"/>
      <dgm:spPr/>
    </dgm:pt>
    <dgm:pt modelId="{A1CB6E52-1014-4D43-BE43-202C3D3CE338}" type="pres">
      <dgm:prSet presAssocID="{8B021E80-3003-44EE-BEF0-2C44FB2C55FB}" presName="accentRepeatNode" presStyleLbl="solidFgAcc1" presStyleIdx="5" presStyleCnt="6"/>
      <dgm:spPr/>
    </dgm:pt>
  </dgm:ptLst>
  <dgm:cxnLst>
    <dgm:cxn modelId="{7868C93E-5B07-4BBF-B414-275624F2F345}" type="presOf" srcId="{28929534-595E-4841-8E68-A7466846B640}" destId="{DFBFE570-374B-4E1B-B77D-86859340F7E0}" srcOrd="0" destOrd="0" presId="urn:microsoft.com/office/officeart/2008/layout/VerticalCurvedList"/>
    <dgm:cxn modelId="{BDDF2112-49A3-4555-A308-C2A28218C9B7}" srcId="{F1811696-AAA8-4526-AA37-FC97FC35C00D}" destId="{9260EDC2-3E4F-421F-AEC3-948714BF01B0}" srcOrd="0" destOrd="0" parTransId="{380AA75A-1CE5-4DDF-9667-AAA3BDF26063}" sibTransId="{28929534-595E-4841-8E68-A7466846B640}"/>
    <dgm:cxn modelId="{7D3688AF-BDCA-40CB-B3D2-3B2722A447AF}" type="presOf" srcId="{147CCDB4-0EB7-416D-91B6-DF7583C17119}" destId="{18F6A11D-221F-41A1-B0A0-81A7D0F64E76}" srcOrd="0" destOrd="0" presId="urn:microsoft.com/office/officeart/2008/layout/VerticalCurvedList"/>
    <dgm:cxn modelId="{9A59C20F-0C63-4E73-A365-1C05C9AE9DB0}" srcId="{F1811696-AAA8-4526-AA37-FC97FC35C00D}" destId="{4D79EAB4-7907-4308-9DDB-AAF952BE4A4C}" srcOrd="1" destOrd="0" parTransId="{6F3D640E-384E-45EA-ADA7-DE92B0C2CA54}" sibTransId="{62077851-7308-4FC5-B0BC-D0304E696AB1}"/>
    <dgm:cxn modelId="{82E3285E-7236-4521-B621-1A939757CF95}" srcId="{F1811696-AAA8-4526-AA37-FC97FC35C00D}" destId="{8B021E80-3003-44EE-BEF0-2C44FB2C55FB}" srcOrd="5" destOrd="0" parTransId="{AFC9E094-BA76-494A-902E-5534A1A4496A}" sibTransId="{C1EBE86F-6FF0-4571-9922-C092A523271B}"/>
    <dgm:cxn modelId="{DB5A1D9B-59A0-42B3-86BC-97CA3E6793E3}" type="presOf" srcId="{F1811696-AAA8-4526-AA37-FC97FC35C00D}" destId="{513B9279-7434-4A5B-9B67-EAE8DBCE8624}" srcOrd="0" destOrd="0" presId="urn:microsoft.com/office/officeart/2008/layout/VerticalCurvedList"/>
    <dgm:cxn modelId="{D28F06E7-7150-44FB-AB75-11BB503CF26A}" type="presOf" srcId="{8B021E80-3003-44EE-BEF0-2C44FB2C55FB}" destId="{14053EE4-576F-43E0-B67D-744C9B8D1CDC}" srcOrd="0" destOrd="0" presId="urn:microsoft.com/office/officeart/2008/layout/VerticalCurvedList"/>
    <dgm:cxn modelId="{65F4543B-CC09-49A6-BB99-E5DBE977932B}" type="presOf" srcId="{9260EDC2-3E4F-421F-AEC3-948714BF01B0}" destId="{F914B7F1-6B3D-4BAA-9AAF-223EE38A3A1C}" srcOrd="0" destOrd="0" presId="urn:microsoft.com/office/officeart/2008/layout/VerticalCurvedList"/>
    <dgm:cxn modelId="{23BC4C08-77FC-45F0-8479-FF369C21A6F5}" type="presOf" srcId="{4D79EAB4-7907-4308-9DDB-AAF952BE4A4C}" destId="{4FA557A0-0AF3-43EA-B55F-7CD9C5B77D6C}" srcOrd="0" destOrd="0" presId="urn:microsoft.com/office/officeart/2008/layout/VerticalCurvedList"/>
    <dgm:cxn modelId="{025ABA77-C337-4D74-9051-6229F5FB1070}" type="presOf" srcId="{5979C4B7-0717-4FC4-BD37-42243D515969}" destId="{B7E47A46-9E14-4573-82FD-372B0632654E}" srcOrd="0" destOrd="0" presId="urn:microsoft.com/office/officeart/2008/layout/VerticalCurvedList"/>
    <dgm:cxn modelId="{D337864B-8EDB-4421-9E57-5EA30B84757D}" srcId="{F1811696-AAA8-4526-AA37-FC97FC35C00D}" destId="{5979C4B7-0717-4FC4-BD37-42243D515969}" srcOrd="3" destOrd="0" parTransId="{88615FF0-B43D-439C-88DA-218E998B3561}" sibTransId="{B21785A5-70FF-42B5-9885-76776FCCB043}"/>
    <dgm:cxn modelId="{5A6D47C5-8135-40C7-A75E-38C2B1A70111}" type="presOf" srcId="{92844291-DE64-4C0A-B35F-4FE04CBE23F7}" destId="{FDB73C2C-A62A-4828-8D70-8823DB3D5158}" srcOrd="0" destOrd="0" presId="urn:microsoft.com/office/officeart/2008/layout/VerticalCurvedList"/>
    <dgm:cxn modelId="{AAF85DE8-1C8B-4ED3-B3E0-08148324406E}" srcId="{F1811696-AAA8-4526-AA37-FC97FC35C00D}" destId="{92844291-DE64-4C0A-B35F-4FE04CBE23F7}" srcOrd="4" destOrd="0" parTransId="{DA17F0B5-A696-4E9B-84F3-AD8BD2DF17C8}" sibTransId="{29C73498-2E39-413F-9437-84179D1BDC01}"/>
    <dgm:cxn modelId="{9C1DFCBF-65B3-4916-ACF9-7AB7659A23E4}" srcId="{F1811696-AAA8-4526-AA37-FC97FC35C00D}" destId="{147CCDB4-0EB7-416D-91B6-DF7583C17119}" srcOrd="2" destOrd="0" parTransId="{EB19D819-CBD4-4B8B-AD0A-06672C82311E}" sibTransId="{DFDE7500-2822-423E-9BD3-EE09F4344975}"/>
    <dgm:cxn modelId="{4FA37483-2E62-4EC9-BA4F-C710D28E1440}" type="presParOf" srcId="{513B9279-7434-4A5B-9B67-EAE8DBCE8624}" destId="{96AB3E6F-2631-4E74-BAB5-278DC2B98149}" srcOrd="0" destOrd="0" presId="urn:microsoft.com/office/officeart/2008/layout/VerticalCurvedList"/>
    <dgm:cxn modelId="{E0E29258-4D99-49A6-B65D-B74CF0732174}" type="presParOf" srcId="{96AB3E6F-2631-4E74-BAB5-278DC2B98149}" destId="{2475A462-C80A-4CAB-A9DE-15AD798ED454}" srcOrd="0" destOrd="0" presId="urn:microsoft.com/office/officeart/2008/layout/VerticalCurvedList"/>
    <dgm:cxn modelId="{3E2E1C02-D409-443A-A802-2049C551FE10}" type="presParOf" srcId="{2475A462-C80A-4CAB-A9DE-15AD798ED454}" destId="{3D1ED879-00F2-4FD5-B5A1-C0F99BB25ECF}" srcOrd="0" destOrd="0" presId="urn:microsoft.com/office/officeart/2008/layout/VerticalCurvedList"/>
    <dgm:cxn modelId="{D9EEC1AD-E716-4A22-9F0A-968719FE2A2B}" type="presParOf" srcId="{2475A462-C80A-4CAB-A9DE-15AD798ED454}" destId="{DFBFE570-374B-4E1B-B77D-86859340F7E0}" srcOrd="1" destOrd="0" presId="urn:microsoft.com/office/officeart/2008/layout/VerticalCurvedList"/>
    <dgm:cxn modelId="{999BA481-AAAB-42D1-8828-7F76147132FF}" type="presParOf" srcId="{2475A462-C80A-4CAB-A9DE-15AD798ED454}" destId="{6DF8332F-C39C-4EBB-8ADF-C687D3944F0C}" srcOrd="2" destOrd="0" presId="urn:microsoft.com/office/officeart/2008/layout/VerticalCurvedList"/>
    <dgm:cxn modelId="{F8EEC736-0196-45F3-A422-B7325C767F01}" type="presParOf" srcId="{2475A462-C80A-4CAB-A9DE-15AD798ED454}" destId="{22DB0C96-8F15-4D51-9671-B85C68EB7491}" srcOrd="3" destOrd="0" presId="urn:microsoft.com/office/officeart/2008/layout/VerticalCurvedList"/>
    <dgm:cxn modelId="{9B8B1B10-F7D0-45AD-A937-1BB7BEAC3F5F}" type="presParOf" srcId="{96AB3E6F-2631-4E74-BAB5-278DC2B98149}" destId="{F914B7F1-6B3D-4BAA-9AAF-223EE38A3A1C}" srcOrd="1" destOrd="0" presId="urn:microsoft.com/office/officeart/2008/layout/VerticalCurvedList"/>
    <dgm:cxn modelId="{2818790E-9CE3-4562-9831-AB8F4CA19376}" type="presParOf" srcId="{96AB3E6F-2631-4E74-BAB5-278DC2B98149}" destId="{A59F9263-E8FC-48A3-82CF-8924D1577CD5}" srcOrd="2" destOrd="0" presId="urn:microsoft.com/office/officeart/2008/layout/VerticalCurvedList"/>
    <dgm:cxn modelId="{9CC55A75-5F75-4986-8CFF-1E823418E3CC}" type="presParOf" srcId="{A59F9263-E8FC-48A3-82CF-8924D1577CD5}" destId="{F5E1A84E-BF50-42A6-B786-BE28DCA8C52A}" srcOrd="0" destOrd="0" presId="urn:microsoft.com/office/officeart/2008/layout/VerticalCurvedList"/>
    <dgm:cxn modelId="{209118D1-4731-4C85-B948-7BDE887F9B4E}" type="presParOf" srcId="{96AB3E6F-2631-4E74-BAB5-278DC2B98149}" destId="{4FA557A0-0AF3-43EA-B55F-7CD9C5B77D6C}" srcOrd="3" destOrd="0" presId="urn:microsoft.com/office/officeart/2008/layout/VerticalCurvedList"/>
    <dgm:cxn modelId="{AAAE080A-2031-4B8C-8DD6-A412186BBB52}" type="presParOf" srcId="{96AB3E6F-2631-4E74-BAB5-278DC2B98149}" destId="{29B10839-016A-4871-AF4B-C7B970647731}" srcOrd="4" destOrd="0" presId="urn:microsoft.com/office/officeart/2008/layout/VerticalCurvedList"/>
    <dgm:cxn modelId="{60E8AC17-7744-4328-8458-9C6A09071363}" type="presParOf" srcId="{29B10839-016A-4871-AF4B-C7B970647731}" destId="{F85D3DEE-7D03-4123-8A66-1062877D2842}" srcOrd="0" destOrd="0" presId="urn:microsoft.com/office/officeart/2008/layout/VerticalCurvedList"/>
    <dgm:cxn modelId="{70F3073E-42D4-48EA-A4A6-856E0B01A74B}" type="presParOf" srcId="{96AB3E6F-2631-4E74-BAB5-278DC2B98149}" destId="{18F6A11D-221F-41A1-B0A0-81A7D0F64E76}" srcOrd="5" destOrd="0" presId="urn:microsoft.com/office/officeart/2008/layout/VerticalCurvedList"/>
    <dgm:cxn modelId="{C0323DF9-1A14-4562-96F8-A4F267EE7A30}" type="presParOf" srcId="{96AB3E6F-2631-4E74-BAB5-278DC2B98149}" destId="{94746E94-C94E-492A-9A63-F5DD6BB9F912}" srcOrd="6" destOrd="0" presId="urn:microsoft.com/office/officeart/2008/layout/VerticalCurvedList"/>
    <dgm:cxn modelId="{E4B05885-42C1-4792-B94F-47BF0BD33BEB}" type="presParOf" srcId="{94746E94-C94E-492A-9A63-F5DD6BB9F912}" destId="{140CE7BA-5DDF-40F7-8A2C-FEBB6F799D57}" srcOrd="0" destOrd="0" presId="urn:microsoft.com/office/officeart/2008/layout/VerticalCurvedList"/>
    <dgm:cxn modelId="{4DDC1E71-97CD-42EF-A0F3-3F32AE359C74}" type="presParOf" srcId="{96AB3E6F-2631-4E74-BAB5-278DC2B98149}" destId="{B7E47A46-9E14-4573-82FD-372B0632654E}" srcOrd="7" destOrd="0" presId="urn:microsoft.com/office/officeart/2008/layout/VerticalCurvedList"/>
    <dgm:cxn modelId="{A20382C9-8689-4D36-940B-ACFBB9CEB95A}" type="presParOf" srcId="{96AB3E6F-2631-4E74-BAB5-278DC2B98149}" destId="{DF491160-604A-4ABC-929F-CC9CD9371C38}" srcOrd="8" destOrd="0" presId="urn:microsoft.com/office/officeart/2008/layout/VerticalCurvedList"/>
    <dgm:cxn modelId="{9D61F62E-57DC-4DA1-9B18-36614F0F2E1B}" type="presParOf" srcId="{DF491160-604A-4ABC-929F-CC9CD9371C38}" destId="{3141034E-936C-4B1E-9E0C-CC0B125F1060}" srcOrd="0" destOrd="0" presId="urn:microsoft.com/office/officeart/2008/layout/VerticalCurvedList"/>
    <dgm:cxn modelId="{3EDF6C31-4A0F-4CB8-AD5D-15A6A74B81FC}" type="presParOf" srcId="{96AB3E6F-2631-4E74-BAB5-278DC2B98149}" destId="{FDB73C2C-A62A-4828-8D70-8823DB3D5158}" srcOrd="9" destOrd="0" presId="urn:microsoft.com/office/officeart/2008/layout/VerticalCurvedList"/>
    <dgm:cxn modelId="{0F12425E-D673-410D-817D-B894BBE5E5CF}" type="presParOf" srcId="{96AB3E6F-2631-4E74-BAB5-278DC2B98149}" destId="{FE2E6C63-A6A8-4FCC-B625-368E555DFA4F}" srcOrd="10" destOrd="0" presId="urn:microsoft.com/office/officeart/2008/layout/VerticalCurvedList"/>
    <dgm:cxn modelId="{CC5B4793-1338-4245-AF3F-76869EA5E909}" type="presParOf" srcId="{FE2E6C63-A6A8-4FCC-B625-368E555DFA4F}" destId="{86CD50E4-8E4D-46A2-A758-61B66A621ACC}" srcOrd="0" destOrd="0" presId="urn:microsoft.com/office/officeart/2008/layout/VerticalCurvedList"/>
    <dgm:cxn modelId="{34D892F2-64B9-4D5D-A8DC-4AD8BAE62384}" type="presParOf" srcId="{96AB3E6F-2631-4E74-BAB5-278DC2B98149}" destId="{14053EE4-576F-43E0-B67D-744C9B8D1CDC}" srcOrd="11" destOrd="0" presId="urn:microsoft.com/office/officeart/2008/layout/VerticalCurvedList"/>
    <dgm:cxn modelId="{C8FB6BD0-C1C2-497D-9D88-01DC4E2FEA84}" type="presParOf" srcId="{96AB3E6F-2631-4E74-BAB5-278DC2B98149}" destId="{E70858CD-5CC7-47FC-808D-5BCE8FB66D9A}" srcOrd="12" destOrd="0" presId="urn:microsoft.com/office/officeart/2008/layout/VerticalCurvedList"/>
    <dgm:cxn modelId="{A3F8FB80-481E-4D82-A8FA-00EE8824CE56}" type="presParOf" srcId="{E70858CD-5CC7-47FC-808D-5BCE8FB66D9A}" destId="{A1CB6E52-1014-4D43-BE43-202C3D3CE338}"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F1811696-AAA8-4526-AA37-FC97FC35C00D}"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s-CO"/>
        </a:p>
      </dgm:t>
    </dgm:pt>
    <dgm:pt modelId="{9260EDC2-3E4F-421F-AEC3-948714BF01B0}">
      <dgm:prSet phldrT="[Texto]"/>
      <dgm:spPr/>
      <dgm:t>
        <a:bodyPr/>
        <a:lstStyle/>
        <a:p>
          <a:r>
            <a:rPr lang="es-CO" b="1" dirty="0" smtClean="0">
              <a:solidFill>
                <a:schemeClr val="bg1"/>
              </a:solidFill>
              <a:latin typeface="Futura Std Medium" pitchFamily="34" charset="0"/>
            </a:rPr>
            <a:t>¿Se fomenta la cultura del autocontrol en la entidad?</a:t>
          </a:r>
          <a:endParaRPr lang="es-CO" b="1" dirty="0">
            <a:solidFill>
              <a:schemeClr val="bg1"/>
            </a:solidFill>
            <a:latin typeface="Futura Std Medium" pitchFamily="34" charset="0"/>
          </a:endParaRPr>
        </a:p>
      </dgm:t>
    </dgm:pt>
    <dgm:pt modelId="{380AA75A-1CE5-4DDF-9667-AAA3BDF26063}" type="parTrans" cxnId="{BDDF2112-49A3-4555-A308-C2A28218C9B7}">
      <dgm:prSet/>
      <dgm:spPr/>
      <dgm:t>
        <a:bodyPr/>
        <a:lstStyle/>
        <a:p>
          <a:endParaRPr lang="es-CO" b="1">
            <a:solidFill>
              <a:schemeClr val="bg1"/>
            </a:solidFill>
          </a:endParaRPr>
        </a:p>
      </dgm:t>
    </dgm:pt>
    <dgm:pt modelId="{28929534-595E-4841-8E68-A7466846B640}" type="sibTrans" cxnId="{BDDF2112-49A3-4555-A308-C2A28218C9B7}">
      <dgm:prSet/>
      <dgm:spPr/>
      <dgm:t>
        <a:bodyPr/>
        <a:lstStyle/>
        <a:p>
          <a:endParaRPr lang="es-CO" b="1">
            <a:solidFill>
              <a:schemeClr val="bg1"/>
            </a:solidFill>
          </a:endParaRPr>
        </a:p>
      </dgm:t>
    </dgm:pt>
    <dgm:pt modelId="{4D79EAB4-7907-4308-9DDB-AAF952BE4A4C}">
      <dgm:prSet phldrT="[Texto]"/>
      <dgm:spPr/>
      <dgm:t>
        <a:bodyPr/>
        <a:lstStyle/>
        <a:p>
          <a:r>
            <a:rPr lang="es-CO" b="1" dirty="0" smtClean="0">
              <a:solidFill>
                <a:schemeClr val="bg1"/>
              </a:solidFill>
              <a:latin typeface="Futura Std Medium" pitchFamily="34" charset="0"/>
            </a:rPr>
            <a:t>¿Se realizan ejercicios de autoevaluación con una frecuencia definida?</a:t>
          </a:r>
          <a:endParaRPr lang="es-CO" b="1" dirty="0">
            <a:solidFill>
              <a:schemeClr val="bg1"/>
            </a:solidFill>
            <a:latin typeface="Futura Std Medium" pitchFamily="34" charset="0"/>
          </a:endParaRPr>
        </a:p>
      </dgm:t>
    </dgm:pt>
    <dgm:pt modelId="{6F3D640E-384E-45EA-ADA7-DE92B0C2CA54}" type="parTrans" cxnId="{9A59C20F-0C63-4E73-A365-1C05C9AE9DB0}">
      <dgm:prSet/>
      <dgm:spPr/>
      <dgm:t>
        <a:bodyPr/>
        <a:lstStyle/>
        <a:p>
          <a:endParaRPr lang="es-CO" b="1">
            <a:solidFill>
              <a:schemeClr val="bg1"/>
            </a:solidFill>
          </a:endParaRPr>
        </a:p>
      </dgm:t>
    </dgm:pt>
    <dgm:pt modelId="{62077851-7308-4FC5-B0BC-D0304E696AB1}" type="sibTrans" cxnId="{9A59C20F-0C63-4E73-A365-1C05C9AE9DB0}">
      <dgm:prSet/>
      <dgm:spPr/>
      <dgm:t>
        <a:bodyPr/>
        <a:lstStyle/>
        <a:p>
          <a:endParaRPr lang="es-CO" b="1">
            <a:solidFill>
              <a:schemeClr val="bg1"/>
            </a:solidFill>
          </a:endParaRPr>
        </a:p>
      </dgm:t>
    </dgm:pt>
    <dgm:pt modelId="{147CCDB4-0EB7-416D-91B6-DF7583C17119}">
      <dgm:prSet phldrT="[Texto]"/>
      <dgm:spPr/>
      <dgm:t>
        <a:bodyPr/>
        <a:lstStyle/>
        <a:p>
          <a:r>
            <a:rPr lang="es-CO" b="1" dirty="0" smtClean="0">
              <a:solidFill>
                <a:schemeClr val="bg1"/>
              </a:solidFill>
              <a:latin typeface="Futura Std Medium" pitchFamily="34" charset="0"/>
            </a:rPr>
            <a:t>¿La Oficina de Control Interno cuenta con recursos suficientes para cumplir con su labor?</a:t>
          </a:r>
          <a:endParaRPr lang="es-CO" b="1" dirty="0">
            <a:solidFill>
              <a:schemeClr val="bg1"/>
            </a:solidFill>
            <a:latin typeface="Futura Std Medium" pitchFamily="34" charset="0"/>
          </a:endParaRPr>
        </a:p>
      </dgm:t>
    </dgm:pt>
    <dgm:pt modelId="{EB19D819-CBD4-4B8B-AD0A-06672C82311E}" type="parTrans" cxnId="{9C1DFCBF-65B3-4916-ACF9-7AB7659A23E4}">
      <dgm:prSet/>
      <dgm:spPr/>
      <dgm:t>
        <a:bodyPr/>
        <a:lstStyle/>
        <a:p>
          <a:endParaRPr lang="es-CO" b="1">
            <a:solidFill>
              <a:schemeClr val="bg1"/>
            </a:solidFill>
          </a:endParaRPr>
        </a:p>
      </dgm:t>
    </dgm:pt>
    <dgm:pt modelId="{DFDE7500-2822-423E-9BD3-EE09F4344975}" type="sibTrans" cxnId="{9C1DFCBF-65B3-4916-ACF9-7AB7659A23E4}">
      <dgm:prSet/>
      <dgm:spPr/>
      <dgm:t>
        <a:bodyPr/>
        <a:lstStyle/>
        <a:p>
          <a:endParaRPr lang="es-CO" b="1">
            <a:solidFill>
              <a:schemeClr val="bg1"/>
            </a:solidFill>
          </a:endParaRPr>
        </a:p>
      </dgm:t>
    </dgm:pt>
    <dgm:pt modelId="{5979C4B7-0717-4FC4-BD37-42243D515969}">
      <dgm:prSet phldrT="[Texto]"/>
      <dgm:spPr/>
      <dgm:t>
        <a:bodyPr/>
        <a:lstStyle/>
        <a:p>
          <a:r>
            <a:rPr lang="es-CO" b="1" dirty="0" smtClean="0">
              <a:solidFill>
                <a:schemeClr val="bg1"/>
              </a:solidFill>
              <a:latin typeface="Futura Std Medium" pitchFamily="34" charset="0"/>
            </a:rPr>
            <a:t>¿Se tienen definidas las competencias para los miembros de la Oficina de Control Interno ?</a:t>
          </a:r>
          <a:endParaRPr lang="es-CO" b="1" dirty="0">
            <a:solidFill>
              <a:schemeClr val="bg1"/>
            </a:solidFill>
            <a:latin typeface="Futura Std Medium" pitchFamily="34" charset="0"/>
          </a:endParaRPr>
        </a:p>
      </dgm:t>
    </dgm:pt>
    <dgm:pt modelId="{88615FF0-B43D-439C-88DA-218E998B3561}" type="parTrans" cxnId="{D337864B-8EDB-4421-9E57-5EA30B84757D}">
      <dgm:prSet/>
      <dgm:spPr/>
      <dgm:t>
        <a:bodyPr/>
        <a:lstStyle/>
        <a:p>
          <a:endParaRPr lang="es-CO" b="1">
            <a:solidFill>
              <a:schemeClr val="bg1"/>
            </a:solidFill>
          </a:endParaRPr>
        </a:p>
      </dgm:t>
    </dgm:pt>
    <dgm:pt modelId="{B21785A5-70FF-42B5-9885-76776FCCB043}" type="sibTrans" cxnId="{D337864B-8EDB-4421-9E57-5EA30B84757D}">
      <dgm:prSet/>
      <dgm:spPr/>
      <dgm:t>
        <a:bodyPr/>
        <a:lstStyle/>
        <a:p>
          <a:endParaRPr lang="es-CO" b="1">
            <a:solidFill>
              <a:schemeClr val="bg1"/>
            </a:solidFill>
          </a:endParaRPr>
        </a:p>
      </dgm:t>
    </dgm:pt>
    <dgm:pt modelId="{92844291-DE64-4C0A-B35F-4FE04CBE23F7}">
      <dgm:prSet phldrT="[Texto]"/>
      <dgm:spPr/>
      <dgm:t>
        <a:bodyPr/>
        <a:lstStyle/>
        <a:p>
          <a:r>
            <a:rPr lang="es-CO" b="1" dirty="0" smtClean="0">
              <a:solidFill>
                <a:schemeClr val="bg1"/>
              </a:solidFill>
              <a:latin typeface="Futura Std Medium" pitchFamily="34" charset="0"/>
            </a:rPr>
            <a:t>¿Se  tiene en cuenta que los planes de mejora incluyan acciones correctivas y no correcciones? </a:t>
          </a:r>
          <a:endParaRPr lang="es-CO" b="1" dirty="0">
            <a:solidFill>
              <a:schemeClr val="bg1"/>
            </a:solidFill>
            <a:latin typeface="Futura Std Medium" pitchFamily="34" charset="0"/>
          </a:endParaRPr>
        </a:p>
      </dgm:t>
    </dgm:pt>
    <dgm:pt modelId="{DA17F0B5-A696-4E9B-84F3-AD8BD2DF17C8}" type="parTrans" cxnId="{AAF85DE8-1C8B-4ED3-B3E0-08148324406E}">
      <dgm:prSet/>
      <dgm:spPr/>
      <dgm:t>
        <a:bodyPr/>
        <a:lstStyle/>
        <a:p>
          <a:endParaRPr lang="es-CO" b="1">
            <a:solidFill>
              <a:schemeClr val="bg1"/>
            </a:solidFill>
          </a:endParaRPr>
        </a:p>
      </dgm:t>
    </dgm:pt>
    <dgm:pt modelId="{29C73498-2E39-413F-9437-84179D1BDC01}" type="sibTrans" cxnId="{AAF85DE8-1C8B-4ED3-B3E0-08148324406E}">
      <dgm:prSet/>
      <dgm:spPr/>
      <dgm:t>
        <a:bodyPr/>
        <a:lstStyle/>
        <a:p>
          <a:endParaRPr lang="es-CO" b="1">
            <a:solidFill>
              <a:schemeClr val="bg1"/>
            </a:solidFill>
          </a:endParaRPr>
        </a:p>
      </dgm:t>
    </dgm:pt>
    <dgm:pt modelId="{8B021E80-3003-44EE-BEF0-2C44FB2C55FB}">
      <dgm:prSet phldrT="[Texto]"/>
      <dgm:spPr/>
      <dgm:t>
        <a:bodyPr/>
        <a:lstStyle/>
        <a:p>
          <a:r>
            <a:rPr lang="es-CO" b="1" dirty="0" smtClean="0">
              <a:solidFill>
                <a:schemeClr val="bg1"/>
              </a:solidFill>
              <a:latin typeface="Futura Std Medium" pitchFamily="34" charset="0"/>
            </a:rPr>
            <a:t>¿Se hace seguimiento a la efectividad de las acciones del plan de mejoramiento?</a:t>
          </a:r>
          <a:endParaRPr lang="es-CO" b="1" dirty="0">
            <a:solidFill>
              <a:schemeClr val="bg1"/>
            </a:solidFill>
            <a:latin typeface="Futura Std Medium" pitchFamily="34" charset="0"/>
          </a:endParaRPr>
        </a:p>
      </dgm:t>
    </dgm:pt>
    <dgm:pt modelId="{AFC9E094-BA76-494A-902E-5534A1A4496A}" type="parTrans" cxnId="{82E3285E-7236-4521-B621-1A939757CF95}">
      <dgm:prSet/>
      <dgm:spPr/>
      <dgm:t>
        <a:bodyPr/>
        <a:lstStyle/>
        <a:p>
          <a:endParaRPr lang="es-CO" b="1">
            <a:solidFill>
              <a:schemeClr val="bg1"/>
            </a:solidFill>
          </a:endParaRPr>
        </a:p>
      </dgm:t>
    </dgm:pt>
    <dgm:pt modelId="{C1EBE86F-6FF0-4571-9922-C092A523271B}" type="sibTrans" cxnId="{82E3285E-7236-4521-B621-1A939757CF95}">
      <dgm:prSet/>
      <dgm:spPr/>
      <dgm:t>
        <a:bodyPr/>
        <a:lstStyle/>
        <a:p>
          <a:endParaRPr lang="es-CO" b="1">
            <a:solidFill>
              <a:schemeClr val="bg1"/>
            </a:solidFill>
          </a:endParaRPr>
        </a:p>
      </dgm:t>
    </dgm:pt>
    <dgm:pt modelId="{513B9279-7434-4A5B-9B67-EAE8DBCE8624}" type="pres">
      <dgm:prSet presAssocID="{F1811696-AAA8-4526-AA37-FC97FC35C00D}" presName="Name0" presStyleCnt="0">
        <dgm:presLayoutVars>
          <dgm:chMax val="7"/>
          <dgm:chPref val="7"/>
          <dgm:dir/>
        </dgm:presLayoutVars>
      </dgm:prSet>
      <dgm:spPr/>
      <dgm:t>
        <a:bodyPr/>
        <a:lstStyle/>
        <a:p>
          <a:endParaRPr lang="es-CO"/>
        </a:p>
      </dgm:t>
    </dgm:pt>
    <dgm:pt modelId="{96AB3E6F-2631-4E74-BAB5-278DC2B98149}" type="pres">
      <dgm:prSet presAssocID="{F1811696-AAA8-4526-AA37-FC97FC35C00D}" presName="Name1" presStyleCnt="0"/>
      <dgm:spPr/>
    </dgm:pt>
    <dgm:pt modelId="{2475A462-C80A-4CAB-A9DE-15AD798ED454}" type="pres">
      <dgm:prSet presAssocID="{F1811696-AAA8-4526-AA37-FC97FC35C00D}" presName="cycle" presStyleCnt="0"/>
      <dgm:spPr/>
    </dgm:pt>
    <dgm:pt modelId="{3D1ED879-00F2-4FD5-B5A1-C0F99BB25ECF}" type="pres">
      <dgm:prSet presAssocID="{F1811696-AAA8-4526-AA37-FC97FC35C00D}" presName="srcNode" presStyleLbl="node1" presStyleIdx="0" presStyleCnt="6"/>
      <dgm:spPr/>
    </dgm:pt>
    <dgm:pt modelId="{DFBFE570-374B-4E1B-B77D-86859340F7E0}" type="pres">
      <dgm:prSet presAssocID="{F1811696-AAA8-4526-AA37-FC97FC35C00D}" presName="conn" presStyleLbl="parChTrans1D2" presStyleIdx="0" presStyleCnt="1"/>
      <dgm:spPr/>
      <dgm:t>
        <a:bodyPr/>
        <a:lstStyle/>
        <a:p>
          <a:endParaRPr lang="es-CO"/>
        </a:p>
      </dgm:t>
    </dgm:pt>
    <dgm:pt modelId="{6DF8332F-C39C-4EBB-8ADF-C687D3944F0C}" type="pres">
      <dgm:prSet presAssocID="{F1811696-AAA8-4526-AA37-FC97FC35C00D}" presName="extraNode" presStyleLbl="node1" presStyleIdx="0" presStyleCnt="6"/>
      <dgm:spPr/>
    </dgm:pt>
    <dgm:pt modelId="{22DB0C96-8F15-4D51-9671-B85C68EB7491}" type="pres">
      <dgm:prSet presAssocID="{F1811696-AAA8-4526-AA37-FC97FC35C00D}" presName="dstNode" presStyleLbl="node1" presStyleIdx="0" presStyleCnt="6"/>
      <dgm:spPr/>
    </dgm:pt>
    <dgm:pt modelId="{F914B7F1-6B3D-4BAA-9AAF-223EE38A3A1C}" type="pres">
      <dgm:prSet presAssocID="{9260EDC2-3E4F-421F-AEC3-948714BF01B0}" presName="text_1" presStyleLbl="node1" presStyleIdx="0" presStyleCnt="6">
        <dgm:presLayoutVars>
          <dgm:bulletEnabled val="1"/>
        </dgm:presLayoutVars>
      </dgm:prSet>
      <dgm:spPr/>
      <dgm:t>
        <a:bodyPr/>
        <a:lstStyle/>
        <a:p>
          <a:endParaRPr lang="es-CO"/>
        </a:p>
      </dgm:t>
    </dgm:pt>
    <dgm:pt modelId="{A59F9263-E8FC-48A3-82CF-8924D1577CD5}" type="pres">
      <dgm:prSet presAssocID="{9260EDC2-3E4F-421F-AEC3-948714BF01B0}" presName="accent_1" presStyleCnt="0"/>
      <dgm:spPr/>
    </dgm:pt>
    <dgm:pt modelId="{F5E1A84E-BF50-42A6-B786-BE28DCA8C52A}" type="pres">
      <dgm:prSet presAssocID="{9260EDC2-3E4F-421F-AEC3-948714BF01B0}" presName="accentRepeatNode" presStyleLbl="solidFgAcc1" presStyleIdx="0" presStyleCnt="6"/>
      <dgm:spPr/>
    </dgm:pt>
    <dgm:pt modelId="{4FA557A0-0AF3-43EA-B55F-7CD9C5B77D6C}" type="pres">
      <dgm:prSet presAssocID="{4D79EAB4-7907-4308-9DDB-AAF952BE4A4C}" presName="text_2" presStyleLbl="node1" presStyleIdx="1" presStyleCnt="6">
        <dgm:presLayoutVars>
          <dgm:bulletEnabled val="1"/>
        </dgm:presLayoutVars>
      </dgm:prSet>
      <dgm:spPr/>
      <dgm:t>
        <a:bodyPr/>
        <a:lstStyle/>
        <a:p>
          <a:endParaRPr lang="es-CO"/>
        </a:p>
      </dgm:t>
    </dgm:pt>
    <dgm:pt modelId="{29B10839-016A-4871-AF4B-C7B970647731}" type="pres">
      <dgm:prSet presAssocID="{4D79EAB4-7907-4308-9DDB-AAF952BE4A4C}" presName="accent_2" presStyleCnt="0"/>
      <dgm:spPr/>
    </dgm:pt>
    <dgm:pt modelId="{F85D3DEE-7D03-4123-8A66-1062877D2842}" type="pres">
      <dgm:prSet presAssocID="{4D79EAB4-7907-4308-9DDB-AAF952BE4A4C}" presName="accentRepeatNode" presStyleLbl="solidFgAcc1" presStyleIdx="1" presStyleCnt="6"/>
      <dgm:spPr/>
    </dgm:pt>
    <dgm:pt modelId="{18F6A11D-221F-41A1-B0A0-81A7D0F64E76}" type="pres">
      <dgm:prSet presAssocID="{147CCDB4-0EB7-416D-91B6-DF7583C17119}" presName="text_3" presStyleLbl="node1" presStyleIdx="2" presStyleCnt="6">
        <dgm:presLayoutVars>
          <dgm:bulletEnabled val="1"/>
        </dgm:presLayoutVars>
      </dgm:prSet>
      <dgm:spPr/>
      <dgm:t>
        <a:bodyPr/>
        <a:lstStyle/>
        <a:p>
          <a:endParaRPr lang="es-CO"/>
        </a:p>
      </dgm:t>
    </dgm:pt>
    <dgm:pt modelId="{94746E94-C94E-492A-9A63-F5DD6BB9F912}" type="pres">
      <dgm:prSet presAssocID="{147CCDB4-0EB7-416D-91B6-DF7583C17119}" presName="accent_3" presStyleCnt="0"/>
      <dgm:spPr/>
    </dgm:pt>
    <dgm:pt modelId="{140CE7BA-5DDF-40F7-8A2C-FEBB6F799D57}" type="pres">
      <dgm:prSet presAssocID="{147CCDB4-0EB7-416D-91B6-DF7583C17119}" presName="accentRepeatNode" presStyleLbl="solidFgAcc1" presStyleIdx="2" presStyleCnt="6"/>
      <dgm:spPr/>
    </dgm:pt>
    <dgm:pt modelId="{B7E47A46-9E14-4573-82FD-372B0632654E}" type="pres">
      <dgm:prSet presAssocID="{5979C4B7-0717-4FC4-BD37-42243D515969}" presName="text_4" presStyleLbl="node1" presStyleIdx="3" presStyleCnt="6">
        <dgm:presLayoutVars>
          <dgm:bulletEnabled val="1"/>
        </dgm:presLayoutVars>
      </dgm:prSet>
      <dgm:spPr/>
      <dgm:t>
        <a:bodyPr/>
        <a:lstStyle/>
        <a:p>
          <a:endParaRPr lang="es-CO"/>
        </a:p>
      </dgm:t>
    </dgm:pt>
    <dgm:pt modelId="{DF491160-604A-4ABC-929F-CC9CD9371C38}" type="pres">
      <dgm:prSet presAssocID="{5979C4B7-0717-4FC4-BD37-42243D515969}" presName="accent_4" presStyleCnt="0"/>
      <dgm:spPr/>
    </dgm:pt>
    <dgm:pt modelId="{3141034E-936C-4B1E-9E0C-CC0B125F1060}" type="pres">
      <dgm:prSet presAssocID="{5979C4B7-0717-4FC4-BD37-42243D515969}" presName="accentRepeatNode" presStyleLbl="solidFgAcc1" presStyleIdx="3" presStyleCnt="6"/>
      <dgm:spPr/>
    </dgm:pt>
    <dgm:pt modelId="{FDB73C2C-A62A-4828-8D70-8823DB3D5158}" type="pres">
      <dgm:prSet presAssocID="{92844291-DE64-4C0A-B35F-4FE04CBE23F7}" presName="text_5" presStyleLbl="node1" presStyleIdx="4" presStyleCnt="6">
        <dgm:presLayoutVars>
          <dgm:bulletEnabled val="1"/>
        </dgm:presLayoutVars>
      </dgm:prSet>
      <dgm:spPr/>
      <dgm:t>
        <a:bodyPr/>
        <a:lstStyle/>
        <a:p>
          <a:endParaRPr lang="es-CO"/>
        </a:p>
      </dgm:t>
    </dgm:pt>
    <dgm:pt modelId="{FE2E6C63-A6A8-4FCC-B625-368E555DFA4F}" type="pres">
      <dgm:prSet presAssocID="{92844291-DE64-4C0A-B35F-4FE04CBE23F7}" presName="accent_5" presStyleCnt="0"/>
      <dgm:spPr/>
    </dgm:pt>
    <dgm:pt modelId="{86CD50E4-8E4D-46A2-A758-61B66A621ACC}" type="pres">
      <dgm:prSet presAssocID="{92844291-DE64-4C0A-B35F-4FE04CBE23F7}" presName="accentRepeatNode" presStyleLbl="solidFgAcc1" presStyleIdx="4" presStyleCnt="6"/>
      <dgm:spPr/>
    </dgm:pt>
    <dgm:pt modelId="{14053EE4-576F-43E0-B67D-744C9B8D1CDC}" type="pres">
      <dgm:prSet presAssocID="{8B021E80-3003-44EE-BEF0-2C44FB2C55FB}" presName="text_6" presStyleLbl="node1" presStyleIdx="5" presStyleCnt="6">
        <dgm:presLayoutVars>
          <dgm:bulletEnabled val="1"/>
        </dgm:presLayoutVars>
      </dgm:prSet>
      <dgm:spPr/>
      <dgm:t>
        <a:bodyPr/>
        <a:lstStyle/>
        <a:p>
          <a:endParaRPr lang="es-CO"/>
        </a:p>
      </dgm:t>
    </dgm:pt>
    <dgm:pt modelId="{E70858CD-5CC7-47FC-808D-5BCE8FB66D9A}" type="pres">
      <dgm:prSet presAssocID="{8B021E80-3003-44EE-BEF0-2C44FB2C55FB}" presName="accent_6" presStyleCnt="0"/>
      <dgm:spPr/>
    </dgm:pt>
    <dgm:pt modelId="{A1CB6E52-1014-4D43-BE43-202C3D3CE338}" type="pres">
      <dgm:prSet presAssocID="{8B021E80-3003-44EE-BEF0-2C44FB2C55FB}" presName="accentRepeatNode" presStyleLbl="solidFgAcc1" presStyleIdx="5" presStyleCnt="6"/>
      <dgm:spPr/>
    </dgm:pt>
  </dgm:ptLst>
  <dgm:cxnLst>
    <dgm:cxn modelId="{527BE548-A10A-4E9F-898A-222656B636BE}" type="presOf" srcId="{8B021E80-3003-44EE-BEF0-2C44FB2C55FB}" destId="{14053EE4-576F-43E0-B67D-744C9B8D1CDC}" srcOrd="0" destOrd="0" presId="urn:microsoft.com/office/officeart/2008/layout/VerticalCurvedList"/>
    <dgm:cxn modelId="{82E3285E-7236-4521-B621-1A939757CF95}" srcId="{F1811696-AAA8-4526-AA37-FC97FC35C00D}" destId="{8B021E80-3003-44EE-BEF0-2C44FB2C55FB}" srcOrd="5" destOrd="0" parTransId="{AFC9E094-BA76-494A-902E-5534A1A4496A}" sibTransId="{C1EBE86F-6FF0-4571-9922-C092A523271B}"/>
    <dgm:cxn modelId="{D337864B-8EDB-4421-9E57-5EA30B84757D}" srcId="{F1811696-AAA8-4526-AA37-FC97FC35C00D}" destId="{5979C4B7-0717-4FC4-BD37-42243D515969}" srcOrd="3" destOrd="0" parTransId="{88615FF0-B43D-439C-88DA-218E998B3561}" sibTransId="{B21785A5-70FF-42B5-9885-76776FCCB043}"/>
    <dgm:cxn modelId="{9C1DFCBF-65B3-4916-ACF9-7AB7659A23E4}" srcId="{F1811696-AAA8-4526-AA37-FC97FC35C00D}" destId="{147CCDB4-0EB7-416D-91B6-DF7583C17119}" srcOrd="2" destOrd="0" parTransId="{EB19D819-CBD4-4B8B-AD0A-06672C82311E}" sibTransId="{DFDE7500-2822-423E-9BD3-EE09F4344975}"/>
    <dgm:cxn modelId="{BDDF2112-49A3-4555-A308-C2A28218C9B7}" srcId="{F1811696-AAA8-4526-AA37-FC97FC35C00D}" destId="{9260EDC2-3E4F-421F-AEC3-948714BF01B0}" srcOrd="0" destOrd="0" parTransId="{380AA75A-1CE5-4DDF-9667-AAA3BDF26063}" sibTransId="{28929534-595E-4841-8E68-A7466846B640}"/>
    <dgm:cxn modelId="{AAF85DE8-1C8B-4ED3-B3E0-08148324406E}" srcId="{F1811696-AAA8-4526-AA37-FC97FC35C00D}" destId="{92844291-DE64-4C0A-B35F-4FE04CBE23F7}" srcOrd="4" destOrd="0" parTransId="{DA17F0B5-A696-4E9B-84F3-AD8BD2DF17C8}" sibTransId="{29C73498-2E39-413F-9437-84179D1BDC01}"/>
    <dgm:cxn modelId="{AD71193B-73FC-461D-81E5-4EDFFEFDF911}" type="presOf" srcId="{92844291-DE64-4C0A-B35F-4FE04CBE23F7}" destId="{FDB73C2C-A62A-4828-8D70-8823DB3D5158}" srcOrd="0" destOrd="0" presId="urn:microsoft.com/office/officeart/2008/layout/VerticalCurvedList"/>
    <dgm:cxn modelId="{14D946E5-DA99-4009-8D27-B955F42C9EE6}" type="presOf" srcId="{9260EDC2-3E4F-421F-AEC3-948714BF01B0}" destId="{F914B7F1-6B3D-4BAA-9AAF-223EE38A3A1C}" srcOrd="0" destOrd="0" presId="urn:microsoft.com/office/officeart/2008/layout/VerticalCurvedList"/>
    <dgm:cxn modelId="{2F7CF83A-F58A-4DFD-8245-FD4E7164205C}" type="presOf" srcId="{147CCDB4-0EB7-416D-91B6-DF7583C17119}" destId="{18F6A11D-221F-41A1-B0A0-81A7D0F64E76}" srcOrd="0" destOrd="0" presId="urn:microsoft.com/office/officeart/2008/layout/VerticalCurvedList"/>
    <dgm:cxn modelId="{AEC4C6AE-7A5D-461D-BB57-65BA641F36A7}" type="presOf" srcId="{28929534-595E-4841-8E68-A7466846B640}" destId="{DFBFE570-374B-4E1B-B77D-86859340F7E0}" srcOrd="0" destOrd="0" presId="urn:microsoft.com/office/officeart/2008/layout/VerticalCurvedList"/>
    <dgm:cxn modelId="{A3F6BCFE-CFB8-4B92-AEB6-A8103FDF2B2A}" type="presOf" srcId="{F1811696-AAA8-4526-AA37-FC97FC35C00D}" destId="{513B9279-7434-4A5B-9B67-EAE8DBCE8624}" srcOrd="0" destOrd="0" presId="urn:microsoft.com/office/officeart/2008/layout/VerticalCurvedList"/>
    <dgm:cxn modelId="{7348D99D-7E13-4B32-A2A0-1A26D939FAAD}" type="presOf" srcId="{5979C4B7-0717-4FC4-BD37-42243D515969}" destId="{B7E47A46-9E14-4573-82FD-372B0632654E}" srcOrd="0" destOrd="0" presId="urn:microsoft.com/office/officeart/2008/layout/VerticalCurvedList"/>
    <dgm:cxn modelId="{EF13F907-B7FE-4D89-8840-6DCA5138A4B2}" type="presOf" srcId="{4D79EAB4-7907-4308-9DDB-AAF952BE4A4C}" destId="{4FA557A0-0AF3-43EA-B55F-7CD9C5B77D6C}" srcOrd="0" destOrd="0" presId="urn:microsoft.com/office/officeart/2008/layout/VerticalCurvedList"/>
    <dgm:cxn modelId="{9A59C20F-0C63-4E73-A365-1C05C9AE9DB0}" srcId="{F1811696-AAA8-4526-AA37-FC97FC35C00D}" destId="{4D79EAB4-7907-4308-9DDB-AAF952BE4A4C}" srcOrd="1" destOrd="0" parTransId="{6F3D640E-384E-45EA-ADA7-DE92B0C2CA54}" sibTransId="{62077851-7308-4FC5-B0BC-D0304E696AB1}"/>
    <dgm:cxn modelId="{BB93BD87-C65A-4807-8A4D-52D29C0726FE}" type="presParOf" srcId="{513B9279-7434-4A5B-9B67-EAE8DBCE8624}" destId="{96AB3E6F-2631-4E74-BAB5-278DC2B98149}" srcOrd="0" destOrd="0" presId="urn:microsoft.com/office/officeart/2008/layout/VerticalCurvedList"/>
    <dgm:cxn modelId="{22EB510E-F8CC-439E-9AC1-1E1E480307DF}" type="presParOf" srcId="{96AB3E6F-2631-4E74-BAB5-278DC2B98149}" destId="{2475A462-C80A-4CAB-A9DE-15AD798ED454}" srcOrd="0" destOrd="0" presId="urn:microsoft.com/office/officeart/2008/layout/VerticalCurvedList"/>
    <dgm:cxn modelId="{D4FBFC0A-0557-455A-B026-37B80C1F931A}" type="presParOf" srcId="{2475A462-C80A-4CAB-A9DE-15AD798ED454}" destId="{3D1ED879-00F2-4FD5-B5A1-C0F99BB25ECF}" srcOrd="0" destOrd="0" presId="urn:microsoft.com/office/officeart/2008/layout/VerticalCurvedList"/>
    <dgm:cxn modelId="{E02DEC8F-61F1-43E0-A0A5-065C9E8733B7}" type="presParOf" srcId="{2475A462-C80A-4CAB-A9DE-15AD798ED454}" destId="{DFBFE570-374B-4E1B-B77D-86859340F7E0}" srcOrd="1" destOrd="0" presId="urn:microsoft.com/office/officeart/2008/layout/VerticalCurvedList"/>
    <dgm:cxn modelId="{0652C111-653C-4A15-8EEB-EAB8D5C7FE86}" type="presParOf" srcId="{2475A462-C80A-4CAB-A9DE-15AD798ED454}" destId="{6DF8332F-C39C-4EBB-8ADF-C687D3944F0C}" srcOrd="2" destOrd="0" presId="urn:microsoft.com/office/officeart/2008/layout/VerticalCurvedList"/>
    <dgm:cxn modelId="{AB6B0D9E-8F2D-47A9-A54B-D9392CB16614}" type="presParOf" srcId="{2475A462-C80A-4CAB-A9DE-15AD798ED454}" destId="{22DB0C96-8F15-4D51-9671-B85C68EB7491}" srcOrd="3" destOrd="0" presId="urn:microsoft.com/office/officeart/2008/layout/VerticalCurvedList"/>
    <dgm:cxn modelId="{461DDDF6-0886-4653-ACB8-574150D26433}" type="presParOf" srcId="{96AB3E6F-2631-4E74-BAB5-278DC2B98149}" destId="{F914B7F1-6B3D-4BAA-9AAF-223EE38A3A1C}" srcOrd="1" destOrd="0" presId="urn:microsoft.com/office/officeart/2008/layout/VerticalCurvedList"/>
    <dgm:cxn modelId="{06FB0964-EB68-4F32-B0EC-7330ACB571FB}" type="presParOf" srcId="{96AB3E6F-2631-4E74-BAB5-278DC2B98149}" destId="{A59F9263-E8FC-48A3-82CF-8924D1577CD5}" srcOrd="2" destOrd="0" presId="urn:microsoft.com/office/officeart/2008/layout/VerticalCurvedList"/>
    <dgm:cxn modelId="{54D95C34-9468-4EAB-A30A-5729FB15F4D0}" type="presParOf" srcId="{A59F9263-E8FC-48A3-82CF-8924D1577CD5}" destId="{F5E1A84E-BF50-42A6-B786-BE28DCA8C52A}" srcOrd="0" destOrd="0" presId="urn:microsoft.com/office/officeart/2008/layout/VerticalCurvedList"/>
    <dgm:cxn modelId="{7A05C9F7-8F15-434A-A25C-BF962A85CDCD}" type="presParOf" srcId="{96AB3E6F-2631-4E74-BAB5-278DC2B98149}" destId="{4FA557A0-0AF3-43EA-B55F-7CD9C5B77D6C}" srcOrd="3" destOrd="0" presId="urn:microsoft.com/office/officeart/2008/layout/VerticalCurvedList"/>
    <dgm:cxn modelId="{A1F2C7F0-7CFE-49D3-B6F2-7B57592BC167}" type="presParOf" srcId="{96AB3E6F-2631-4E74-BAB5-278DC2B98149}" destId="{29B10839-016A-4871-AF4B-C7B970647731}" srcOrd="4" destOrd="0" presId="urn:microsoft.com/office/officeart/2008/layout/VerticalCurvedList"/>
    <dgm:cxn modelId="{BE214181-403A-4C5E-B2EE-9D35DC04738A}" type="presParOf" srcId="{29B10839-016A-4871-AF4B-C7B970647731}" destId="{F85D3DEE-7D03-4123-8A66-1062877D2842}" srcOrd="0" destOrd="0" presId="urn:microsoft.com/office/officeart/2008/layout/VerticalCurvedList"/>
    <dgm:cxn modelId="{D3E966F8-25F7-4749-A808-98B41A713804}" type="presParOf" srcId="{96AB3E6F-2631-4E74-BAB5-278DC2B98149}" destId="{18F6A11D-221F-41A1-B0A0-81A7D0F64E76}" srcOrd="5" destOrd="0" presId="urn:microsoft.com/office/officeart/2008/layout/VerticalCurvedList"/>
    <dgm:cxn modelId="{8E8C3990-B173-4D7B-8760-CE8E5454199F}" type="presParOf" srcId="{96AB3E6F-2631-4E74-BAB5-278DC2B98149}" destId="{94746E94-C94E-492A-9A63-F5DD6BB9F912}" srcOrd="6" destOrd="0" presId="urn:microsoft.com/office/officeart/2008/layout/VerticalCurvedList"/>
    <dgm:cxn modelId="{0A369DC3-9D3E-47CB-9E6C-9C3EB5FFB2F0}" type="presParOf" srcId="{94746E94-C94E-492A-9A63-F5DD6BB9F912}" destId="{140CE7BA-5DDF-40F7-8A2C-FEBB6F799D57}" srcOrd="0" destOrd="0" presId="urn:microsoft.com/office/officeart/2008/layout/VerticalCurvedList"/>
    <dgm:cxn modelId="{5BA101E5-D70B-435D-A304-55F9131041AE}" type="presParOf" srcId="{96AB3E6F-2631-4E74-BAB5-278DC2B98149}" destId="{B7E47A46-9E14-4573-82FD-372B0632654E}" srcOrd="7" destOrd="0" presId="urn:microsoft.com/office/officeart/2008/layout/VerticalCurvedList"/>
    <dgm:cxn modelId="{1251B3B2-599E-4AA6-92D1-494EBA261742}" type="presParOf" srcId="{96AB3E6F-2631-4E74-BAB5-278DC2B98149}" destId="{DF491160-604A-4ABC-929F-CC9CD9371C38}" srcOrd="8" destOrd="0" presId="urn:microsoft.com/office/officeart/2008/layout/VerticalCurvedList"/>
    <dgm:cxn modelId="{A4A849EB-28F4-40C5-84A1-D1F134A8A1D2}" type="presParOf" srcId="{DF491160-604A-4ABC-929F-CC9CD9371C38}" destId="{3141034E-936C-4B1E-9E0C-CC0B125F1060}" srcOrd="0" destOrd="0" presId="urn:microsoft.com/office/officeart/2008/layout/VerticalCurvedList"/>
    <dgm:cxn modelId="{2F3A81EB-5EDF-410E-8264-5BA689972631}" type="presParOf" srcId="{96AB3E6F-2631-4E74-BAB5-278DC2B98149}" destId="{FDB73C2C-A62A-4828-8D70-8823DB3D5158}" srcOrd="9" destOrd="0" presId="urn:microsoft.com/office/officeart/2008/layout/VerticalCurvedList"/>
    <dgm:cxn modelId="{5F23B1DE-98C7-4937-B839-EB075C5FF2D7}" type="presParOf" srcId="{96AB3E6F-2631-4E74-BAB5-278DC2B98149}" destId="{FE2E6C63-A6A8-4FCC-B625-368E555DFA4F}" srcOrd="10" destOrd="0" presId="urn:microsoft.com/office/officeart/2008/layout/VerticalCurvedList"/>
    <dgm:cxn modelId="{E32D7889-E300-4E66-AA0F-547E1E27BC56}" type="presParOf" srcId="{FE2E6C63-A6A8-4FCC-B625-368E555DFA4F}" destId="{86CD50E4-8E4D-46A2-A758-61B66A621ACC}" srcOrd="0" destOrd="0" presId="urn:microsoft.com/office/officeart/2008/layout/VerticalCurvedList"/>
    <dgm:cxn modelId="{FB5357AA-7624-4B53-8DDD-E716857908EE}" type="presParOf" srcId="{96AB3E6F-2631-4E74-BAB5-278DC2B98149}" destId="{14053EE4-576F-43E0-B67D-744C9B8D1CDC}" srcOrd="11" destOrd="0" presId="urn:microsoft.com/office/officeart/2008/layout/VerticalCurvedList"/>
    <dgm:cxn modelId="{4CFE9BDD-E8CC-4A2B-B2D5-2D55902467CF}" type="presParOf" srcId="{96AB3E6F-2631-4E74-BAB5-278DC2B98149}" destId="{E70858CD-5CC7-47FC-808D-5BCE8FB66D9A}" srcOrd="12" destOrd="0" presId="urn:microsoft.com/office/officeart/2008/layout/VerticalCurvedList"/>
    <dgm:cxn modelId="{66B3CED6-1827-44F3-BB31-F0D674C7FD32}" type="presParOf" srcId="{E70858CD-5CC7-47FC-808D-5BCE8FB66D9A}" destId="{A1CB6E52-1014-4D43-BE43-202C3D3CE338}"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F1811696-AAA8-4526-AA37-FC97FC35C00D}"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s-CO"/>
        </a:p>
      </dgm:t>
    </dgm:pt>
    <dgm:pt modelId="{9260EDC2-3E4F-421F-AEC3-948714BF01B0}">
      <dgm:prSet phldrT="[Texto]"/>
      <dgm:spPr/>
      <dgm:t>
        <a:bodyPr/>
        <a:lstStyle/>
        <a:p>
          <a:r>
            <a:rPr lang="es-CO" b="1" dirty="0" smtClean="0">
              <a:solidFill>
                <a:schemeClr val="bg1"/>
              </a:solidFill>
              <a:latin typeface="Futura Std Medium" pitchFamily="34" charset="0"/>
            </a:rPr>
            <a:t>¿La información y comunicación son el soporte de la toma de decisiones de la entidad?</a:t>
          </a:r>
          <a:endParaRPr lang="es-CO" b="1" dirty="0">
            <a:solidFill>
              <a:schemeClr val="bg1"/>
            </a:solidFill>
            <a:latin typeface="Futura Std Medium" pitchFamily="34" charset="0"/>
          </a:endParaRPr>
        </a:p>
      </dgm:t>
    </dgm:pt>
    <dgm:pt modelId="{380AA75A-1CE5-4DDF-9667-AAA3BDF26063}" type="parTrans" cxnId="{BDDF2112-49A3-4555-A308-C2A28218C9B7}">
      <dgm:prSet/>
      <dgm:spPr/>
      <dgm:t>
        <a:bodyPr/>
        <a:lstStyle/>
        <a:p>
          <a:endParaRPr lang="es-CO" b="1">
            <a:solidFill>
              <a:schemeClr val="bg1"/>
            </a:solidFill>
          </a:endParaRPr>
        </a:p>
      </dgm:t>
    </dgm:pt>
    <dgm:pt modelId="{28929534-595E-4841-8E68-A7466846B640}" type="sibTrans" cxnId="{BDDF2112-49A3-4555-A308-C2A28218C9B7}">
      <dgm:prSet/>
      <dgm:spPr/>
      <dgm:t>
        <a:bodyPr/>
        <a:lstStyle/>
        <a:p>
          <a:endParaRPr lang="es-CO" b="1">
            <a:solidFill>
              <a:schemeClr val="bg1"/>
            </a:solidFill>
          </a:endParaRPr>
        </a:p>
      </dgm:t>
    </dgm:pt>
    <dgm:pt modelId="{4D79EAB4-7907-4308-9DDB-AAF952BE4A4C}">
      <dgm:prSet phldrT="[Texto]"/>
      <dgm:spPr/>
      <dgm:t>
        <a:bodyPr/>
        <a:lstStyle/>
        <a:p>
          <a:r>
            <a:rPr lang="es-CO" b="1" dirty="0" smtClean="0">
              <a:solidFill>
                <a:schemeClr val="bg1"/>
              </a:solidFill>
              <a:latin typeface="Futura Std Medium" pitchFamily="34" charset="0"/>
            </a:rPr>
            <a:t>¿Se cuenta con mecanismos de captura y procesamiento de la información?</a:t>
          </a:r>
          <a:endParaRPr lang="es-CO" b="1" dirty="0">
            <a:solidFill>
              <a:schemeClr val="bg1"/>
            </a:solidFill>
            <a:latin typeface="Futura Std Medium" pitchFamily="34" charset="0"/>
          </a:endParaRPr>
        </a:p>
      </dgm:t>
    </dgm:pt>
    <dgm:pt modelId="{6F3D640E-384E-45EA-ADA7-DE92B0C2CA54}" type="parTrans" cxnId="{9A59C20F-0C63-4E73-A365-1C05C9AE9DB0}">
      <dgm:prSet/>
      <dgm:spPr/>
      <dgm:t>
        <a:bodyPr/>
        <a:lstStyle/>
        <a:p>
          <a:endParaRPr lang="es-CO" b="1">
            <a:solidFill>
              <a:schemeClr val="bg1"/>
            </a:solidFill>
          </a:endParaRPr>
        </a:p>
      </dgm:t>
    </dgm:pt>
    <dgm:pt modelId="{62077851-7308-4FC5-B0BC-D0304E696AB1}" type="sibTrans" cxnId="{9A59C20F-0C63-4E73-A365-1C05C9AE9DB0}">
      <dgm:prSet/>
      <dgm:spPr/>
      <dgm:t>
        <a:bodyPr/>
        <a:lstStyle/>
        <a:p>
          <a:endParaRPr lang="es-CO" b="1">
            <a:solidFill>
              <a:schemeClr val="bg1"/>
            </a:solidFill>
          </a:endParaRPr>
        </a:p>
      </dgm:t>
    </dgm:pt>
    <dgm:pt modelId="{147CCDB4-0EB7-416D-91B6-DF7583C17119}">
      <dgm:prSet phldrT="[Texto]"/>
      <dgm:spPr/>
      <dgm:t>
        <a:bodyPr/>
        <a:lstStyle/>
        <a:p>
          <a:r>
            <a:rPr lang="es-CO" b="1" dirty="0" smtClean="0">
              <a:solidFill>
                <a:schemeClr val="bg1"/>
              </a:solidFill>
              <a:latin typeface="Futura Std Medium" pitchFamily="34" charset="0"/>
            </a:rPr>
            <a:t>¿Se actualizan las tablas de retención documental?</a:t>
          </a:r>
          <a:endParaRPr lang="es-CO" b="1" dirty="0">
            <a:solidFill>
              <a:schemeClr val="bg1"/>
            </a:solidFill>
            <a:latin typeface="Futura Std Medium" pitchFamily="34" charset="0"/>
          </a:endParaRPr>
        </a:p>
      </dgm:t>
    </dgm:pt>
    <dgm:pt modelId="{EB19D819-CBD4-4B8B-AD0A-06672C82311E}" type="parTrans" cxnId="{9C1DFCBF-65B3-4916-ACF9-7AB7659A23E4}">
      <dgm:prSet/>
      <dgm:spPr/>
      <dgm:t>
        <a:bodyPr/>
        <a:lstStyle/>
        <a:p>
          <a:endParaRPr lang="es-CO" b="1">
            <a:solidFill>
              <a:schemeClr val="bg1"/>
            </a:solidFill>
          </a:endParaRPr>
        </a:p>
      </dgm:t>
    </dgm:pt>
    <dgm:pt modelId="{DFDE7500-2822-423E-9BD3-EE09F4344975}" type="sibTrans" cxnId="{9C1DFCBF-65B3-4916-ACF9-7AB7659A23E4}">
      <dgm:prSet/>
      <dgm:spPr/>
      <dgm:t>
        <a:bodyPr/>
        <a:lstStyle/>
        <a:p>
          <a:endParaRPr lang="es-CO" b="1">
            <a:solidFill>
              <a:schemeClr val="bg1"/>
            </a:solidFill>
          </a:endParaRPr>
        </a:p>
      </dgm:t>
    </dgm:pt>
    <dgm:pt modelId="{5979C4B7-0717-4FC4-BD37-42243D515969}">
      <dgm:prSet phldrT="[Texto]"/>
      <dgm:spPr/>
      <dgm:t>
        <a:bodyPr/>
        <a:lstStyle/>
        <a:p>
          <a:r>
            <a:rPr lang="es-CO" b="1" dirty="0" smtClean="0">
              <a:solidFill>
                <a:schemeClr val="bg1"/>
              </a:solidFill>
              <a:latin typeface="Futura Std Medium" pitchFamily="34" charset="0"/>
            </a:rPr>
            <a:t>¿Se han realizado acciones que permitan conocer la efectividad de los canales de comunicación?</a:t>
          </a:r>
          <a:endParaRPr lang="es-CO" b="1" dirty="0">
            <a:solidFill>
              <a:schemeClr val="bg1"/>
            </a:solidFill>
            <a:latin typeface="Futura Std Medium" pitchFamily="34" charset="0"/>
          </a:endParaRPr>
        </a:p>
      </dgm:t>
    </dgm:pt>
    <dgm:pt modelId="{88615FF0-B43D-439C-88DA-218E998B3561}" type="parTrans" cxnId="{D337864B-8EDB-4421-9E57-5EA30B84757D}">
      <dgm:prSet/>
      <dgm:spPr/>
      <dgm:t>
        <a:bodyPr/>
        <a:lstStyle/>
        <a:p>
          <a:endParaRPr lang="es-CO" b="1">
            <a:solidFill>
              <a:schemeClr val="bg1"/>
            </a:solidFill>
          </a:endParaRPr>
        </a:p>
      </dgm:t>
    </dgm:pt>
    <dgm:pt modelId="{B21785A5-70FF-42B5-9885-76776FCCB043}" type="sibTrans" cxnId="{D337864B-8EDB-4421-9E57-5EA30B84757D}">
      <dgm:prSet/>
      <dgm:spPr/>
      <dgm:t>
        <a:bodyPr/>
        <a:lstStyle/>
        <a:p>
          <a:endParaRPr lang="es-CO" b="1">
            <a:solidFill>
              <a:schemeClr val="bg1"/>
            </a:solidFill>
          </a:endParaRPr>
        </a:p>
      </dgm:t>
    </dgm:pt>
    <dgm:pt modelId="{92844291-DE64-4C0A-B35F-4FE04CBE23F7}">
      <dgm:prSet phldrT="[Texto]"/>
      <dgm:spPr/>
      <dgm:t>
        <a:bodyPr/>
        <a:lstStyle/>
        <a:p>
          <a:r>
            <a:rPr lang="es-CO" b="1" dirty="0" smtClean="0">
              <a:solidFill>
                <a:schemeClr val="bg1"/>
              </a:solidFill>
              <a:latin typeface="Futura Std Medium" pitchFamily="34" charset="0"/>
            </a:rPr>
            <a:t>¿Cómo se garantiza que se conoce y aplica la política de información y comunicación? </a:t>
          </a:r>
          <a:endParaRPr lang="es-CO" b="1" dirty="0">
            <a:solidFill>
              <a:schemeClr val="bg1"/>
            </a:solidFill>
            <a:latin typeface="Futura Std Medium" pitchFamily="34" charset="0"/>
          </a:endParaRPr>
        </a:p>
      </dgm:t>
    </dgm:pt>
    <dgm:pt modelId="{DA17F0B5-A696-4E9B-84F3-AD8BD2DF17C8}" type="parTrans" cxnId="{AAF85DE8-1C8B-4ED3-B3E0-08148324406E}">
      <dgm:prSet/>
      <dgm:spPr/>
      <dgm:t>
        <a:bodyPr/>
        <a:lstStyle/>
        <a:p>
          <a:endParaRPr lang="es-CO" b="1">
            <a:solidFill>
              <a:schemeClr val="bg1"/>
            </a:solidFill>
          </a:endParaRPr>
        </a:p>
      </dgm:t>
    </dgm:pt>
    <dgm:pt modelId="{29C73498-2E39-413F-9437-84179D1BDC01}" type="sibTrans" cxnId="{AAF85DE8-1C8B-4ED3-B3E0-08148324406E}">
      <dgm:prSet/>
      <dgm:spPr/>
      <dgm:t>
        <a:bodyPr/>
        <a:lstStyle/>
        <a:p>
          <a:endParaRPr lang="es-CO" b="1">
            <a:solidFill>
              <a:schemeClr val="bg1"/>
            </a:solidFill>
          </a:endParaRPr>
        </a:p>
      </dgm:t>
    </dgm:pt>
    <dgm:pt modelId="{513B9279-7434-4A5B-9B67-EAE8DBCE8624}" type="pres">
      <dgm:prSet presAssocID="{F1811696-AAA8-4526-AA37-FC97FC35C00D}" presName="Name0" presStyleCnt="0">
        <dgm:presLayoutVars>
          <dgm:chMax val="7"/>
          <dgm:chPref val="7"/>
          <dgm:dir/>
        </dgm:presLayoutVars>
      </dgm:prSet>
      <dgm:spPr/>
      <dgm:t>
        <a:bodyPr/>
        <a:lstStyle/>
        <a:p>
          <a:endParaRPr lang="es-CO"/>
        </a:p>
      </dgm:t>
    </dgm:pt>
    <dgm:pt modelId="{96AB3E6F-2631-4E74-BAB5-278DC2B98149}" type="pres">
      <dgm:prSet presAssocID="{F1811696-AAA8-4526-AA37-FC97FC35C00D}" presName="Name1" presStyleCnt="0"/>
      <dgm:spPr/>
    </dgm:pt>
    <dgm:pt modelId="{2475A462-C80A-4CAB-A9DE-15AD798ED454}" type="pres">
      <dgm:prSet presAssocID="{F1811696-AAA8-4526-AA37-FC97FC35C00D}" presName="cycle" presStyleCnt="0"/>
      <dgm:spPr/>
    </dgm:pt>
    <dgm:pt modelId="{3D1ED879-00F2-4FD5-B5A1-C0F99BB25ECF}" type="pres">
      <dgm:prSet presAssocID="{F1811696-AAA8-4526-AA37-FC97FC35C00D}" presName="srcNode" presStyleLbl="node1" presStyleIdx="0" presStyleCnt="5"/>
      <dgm:spPr/>
    </dgm:pt>
    <dgm:pt modelId="{DFBFE570-374B-4E1B-B77D-86859340F7E0}" type="pres">
      <dgm:prSet presAssocID="{F1811696-AAA8-4526-AA37-FC97FC35C00D}" presName="conn" presStyleLbl="parChTrans1D2" presStyleIdx="0" presStyleCnt="1"/>
      <dgm:spPr/>
      <dgm:t>
        <a:bodyPr/>
        <a:lstStyle/>
        <a:p>
          <a:endParaRPr lang="es-CO"/>
        </a:p>
      </dgm:t>
    </dgm:pt>
    <dgm:pt modelId="{6DF8332F-C39C-4EBB-8ADF-C687D3944F0C}" type="pres">
      <dgm:prSet presAssocID="{F1811696-AAA8-4526-AA37-FC97FC35C00D}" presName="extraNode" presStyleLbl="node1" presStyleIdx="0" presStyleCnt="5"/>
      <dgm:spPr/>
    </dgm:pt>
    <dgm:pt modelId="{22DB0C96-8F15-4D51-9671-B85C68EB7491}" type="pres">
      <dgm:prSet presAssocID="{F1811696-AAA8-4526-AA37-FC97FC35C00D}" presName="dstNode" presStyleLbl="node1" presStyleIdx="0" presStyleCnt="5"/>
      <dgm:spPr/>
    </dgm:pt>
    <dgm:pt modelId="{F914B7F1-6B3D-4BAA-9AAF-223EE38A3A1C}" type="pres">
      <dgm:prSet presAssocID="{9260EDC2-3E4F-421F-AEC3-948714BF01B0}" presName="text_1" presStyleLbl="node1" presStyleIdx="0" presStyleCnt="5">
        <dgm:presLayoutVars>
          <dgm:bulletEnabled val="1"/>
        </dgm:presLayoutVars>
      </dgm:prSet>
      <dgm:spPr/>
      <dgm:t>
        <a:bodyPr/>
        <a:lstStyle/>
        <a:p>
          <a:endParaRPr lang="es-CO"/>
        </a:p>
      </dgm:t>
    </dgm:pt>
    <dgm:pt modelId="{A59F9263-E8FC-48A3-82CF-8924D1577CD5}" type="pres">
      <dgm:prSet presAssocID="{9260EDC2-3E4F-421F-AEC3-948714BF01B0}" presName="accent_1" presStyleCnt="0"/>
      <dgm:spPr/>
    </dgm:pt>
    <dgm:pt modelId="{F5E1A84E-BF50-42A6-B786-BE28DCA8C52A}" type="pres">
      <dgm:prSet presAssocID="{9260EDC2-3E4F-421F-AEC3-948714BF01B0}" presName="accentRepeatNode" presStyleLbl="solidFgAcc1" presStyleIdx="0" presStyleCnt="5"/>
      <dgm:spPr/>
    </dgm:pt>
    <dgm:pt modelId="{4FA557A0-0AF3-43EA-B55F-7CD9C5B77D6C}" type="pres">
      <dgm:prSet presAssocID="{4D79EAB4-7907-4308-9DDB-AAF952BE4A4C}" presName="text_2" presStyleLbl="node1" presStyleIdx="1" presStyleCnt="5">
        <dgm:presLayoutVars>
          <dgm:bulletEnabled val="1"/>
        </dgm:presLayoutVars>
      </dgm:prSet>
      <dgm:spPr/>
      <dgm:t>
        <a:bodyPr/>
        <a:lstStyle/>
        <a:p>
          <a:endParaRPr lang="es-CO"/>
        </a:p>
      </dgm:t>
    </dgm:pt>
    <dgm:pt modelId="{29B10839-016A-4871-AF4B-C7B970647731}" type="pres">
      <dgm:prSet presAssocID="{4D79EAB4-7907-4308-9DDB-AAF952BE4A4C}" presName="accent_2" presStyleCnt="0"/>
      <dgm:spPr/>
    </dgm:pt>
    <dgm:pt modelId="{F85D3DEE-7D03-4123-8A66-1062877D2842}" type="pres">
      <dgm:prSet presAssocID="{4D79EAB4-7907-4308-9DDB-AAF952BE4A4C}" presName="accentRepeatNode" presStyleLbl="solidFgAcc1" presStyleIdx="1" presStyleCnt="5"/>
      <dgm:spPr/>
    </dgm:pt>
    <dgm:pt modelId="{18F6A11D-221F-41A1-B0A0-81A7D0F64E76}" type="pres">
      <dgm:prSet presAssocID="{147CCDB4-0EB7-416D-91B6-DF7583C17119}" presName="text_3" presStyleLbl="node1" presStyleIdx="2" presStyleCnt="5">
        <dgm:presLayoutVars>
          <dgm:bulletEnabled val="1"/>
        </dgm:presLayoutVars>
      </dgm:prSet>
      <dgm:spPr/>
      <dgm:t>
        <a:bodyPr/>
        <a:lstStyle/>
        <a:p>
          <a:endParaRPr lang="es-CO"/>
        </a:p>
      </dgm:t>
    </dgm:pt>
    <dgm:pt modelId="{94746E94-C94E-492A-9A63-F5DD6BB9F912}" type="pres">
      <dgm:prSet presAssocID="{147CCDB4-0EB7-416D-91B6-DF7583C17119}" presName="accent_3" presStyleCnt="0"/>
      <dgm:spPr/>
    </dgm:pt>
    <dgm:pt modelId="{140CE7BA-5DDF-40F7-8A2C-FEBB6F799D57}" type="pres">
      <dgm:prSet presAssocID="{147CCDB4-0EB7-416D-91B6-DF7583C17119}" presName="accentRepeatNode" presStyleLbl="solidFgAcc1" presStyleIdx="2" presStyleCnt="5"/>
      <dgm:spPr/>
    </dgm:pt>
    <dgm:pt modelId="{B7E47A46-9E14-4573-82FD-372B0632654E}" type="pres">
      <dgm:prSet presAssocID="{5979C4B7-0717-4FC4-BD37-42243D515969}" presName="text_4" presStyleLbl="node1" presStyleIdx="3" presStyleCnt="5">
        <dgm:presLayoutVars>
          <dgm:bulletEnabled val="1"/>
        </dgm:presLayoutVars>
      </dgm:prSet>
      <dgm:spPr/>
      <dgm:t>
        <a:bodyPr/>
        <a:lstStyle/>
        <a:p>
          <a:endParaRPr lang="es-CO"/>
        </a:p>
      </dgm:t>
    </dgm:pt>
    <dgm:pt modelId="{DF491160-604A-4ABC-929F-CC9CD9371C38}" type="pres">
      <dgm:prSet presAssocID="{5979C4B7-0717-4FC4-BD37-42243D515969}" presName="accent_4" presStyleCnt="0"/>
      <dgm:spPr/>
    </dgm:pt>
    <dgm:pt modelId="{3141034E-936C-4B1E-9E0C-CC0B125F1060}" type="pres">
      <dgm:prSet presAssocID="{5979C4B7-0717-4FC4-BD37-42243D515969}" presName="accentRepeatNode" presStyleLbl="solidFgAcc1" presStyleIdx="3" presStyleCnt="5"/>
      <dgm:spPr/>
    </dgm:pt>
    <dgm:pt modelId="{FDB73C2C-A62A-4828-8D70-8823DB3D5158}" type="pres">
      <dgm:prSet presAssocID="{92844291-DE64-4C0A-B35F-4FE04CBE23F7}" presName="text_5" presStyleLbl="node1" presStyleIdx="4" presStyleCnt="5">
        <dgm:presLayoutVars>
          <dgm:bulletEnabled val="1"/>
        </dgm:presLayoutVars>
      </dgm:prSet>
      <dgm:spPr/>
      <dgm:t>
        <a:bodyPr/>
        <a:lstStyle/>
        <a:p>
          <a:endParaRPr lang="es-CO"/>
        </a:p>
      </dgm:t>
    </dgm:pt>
    <dgm:pt modelId="{FE2E6C63-A6A8-4FCC-B625-368E555DFA4F}" type="pres">
      <dgm:prSet presAssocID="{92844291-DE64-4C0A-B35F-4FE04CBE23F7}" presName="accent_5" presStyleCnt="0"/>
      <dgm:spPr/>
    </dgm:pt>
    <dgm:pt modelId="{86CD50E4-8E4D-46A2-A758-61B66A621ACC}" type="pres">
      <dgm:prSet presAssocID="{92844291-DE64-4C0A-B35F-4FE04CBE23F7}" presName="accentRepeatNode" presStyleLbl="solidFgAcc1" presStyleIdx="4" presStyleCnt="5"/>
      <dgm:spPr/>
    </dgm:pt>
  </dgm:ptLst>
  <dgm:cxnLst>
    <dgm:cxn modelId="{D337864B-8EDB-4421-9E57-5EA30B84757D}" srcId="{F1811696-AAA8-4526-AA37-FC97FC35C00D}" destId="{5979C4B7-0717-4FC4-BD37-42243D515969}" srcOrd="3" destOrd="0" parTransId="{88615FF0-B43D-439C-88DA-218E998B3561}" sibTransId="{B21785A5-70FF-42B5-9885-76776FCCB043}"/>
    <dgm:cxn modelId="{3ECE6085-7945-441A-98B0-3F373D976CCA}" type="presOf" srcId="{92844291-DE64-4C0A-B35F-4FE04CBE23F7}" destId="{FDB73C2C-A62A-4828-8D70-8823DB3D5158}" srcOrd="0" destOrd="0" presId="urn:microsoft.com/office/officeart/2008/layout/VerticalCurvedList"/>
    <dgm:cxn modelId="{7BF2F01F-999B-495B-AF96-A3AD256370E5}" type="presOf" srcId="{4D79EAB4-7907-4308-9DDB-AAF952BE4A4C}" destId="{4FA557A0-0AF3-43EA-B55F-7CD9C5B77D6C}" srcOrd="0" destOrd="0" presId="urn:microsoft.com/office/officeart/2008/layout/VerticalCurvedList"/>
    <dgm:cxn modelId="{9A59C20F-0C63-4E73-A365-1C05C9AE9DB0}" srcId="{F1811696-AAA8-4526-AA37-FC97FC35C00D}" destId="{4D79EAB4-7907-4308-9DDB-AAF952BE4A4C}" srcOrd="1" destOrd="0" parTransId="{6F3D640E-384E-45EA-ADA7-DE92B0C2CA54}" sibTransId="{62077851-7308-4FC5-B0BC-D0304E696AB1}"/>
    <dgm:cxn modelId="{3B8A42FF-7682-4091-99D8-0A7B9FE84FAF}" type="presOf" srcId="{5979C4B7-0717-4FC4-BD37-42243D515969}" destId="{B7E47A46-9E14-4573-82FD-372B0632654E}" srcOrd="0" destOrd="0" presId="urn:microsoft.com/office/officeart/2008/layout/VerticalCurvedList"/>
    <dgm:cxn modelId="{6BD1190D-81B4-48CA-8DF9-A40736FD4A87}" type="presOf" srcId="{28929534-595E-4841-8E68-A7466846B640}" destId="{DFBFE570-374B-4E1B-B77D-86859340F7E0}" srcOrd="0" destOrd="0" presId="urn:microsoft.com/office/officeart/2008/layout/VerticalCurvedList"/>
    <dgm:cxn modelId="{AAF85DE8-1C8B-4ED3-B3E0-08148324406E}" srcId="{F1811696-AAA8-4526-AA37-FC97FC35C00D}" destId="{92844291-DE64-4C0A-B35F-4FE04CBE23F7}" srcOrd="4" destOrd="0" parTransId="{DA17F0B5-A696-4E9B-84F3-AD8BD2DF17C8}" sibTransId="{29C73498-2E39-413F-9437-84179D1BDC01}"/>
    <dgm:cxn modelId="{4F68AE26-0E73-4AAC-8971-3E52836CB85C}" type="presOf" srcId="{F1811696-AAA8-4526-AA37-FC97FC35C00D}" destId="{513B9279-7434-4A5B-9B67-EAE8DBCE8624}" srcOrd="0" destOrd="0" presId="urn:microsoft.com/office/officeart/2008/layout/VerticalCurvedList"/>
    <dgm:cxn modelId="{BB6F4F7E-F916-4EAD-B064-A295007786E7}" type="presOf" srcId="{9260EDC2-3E4F-421F-AEC3-948714BF01B0}" destId="{F914B7F1-6B3D-4BAA-9AAF-223EE38A3A1C}" srcOrd="0" destOrd="0" presId="urn:microsoft.com/office/officeart/2008/layout/VerticalCurvedList"/>
    <dgm:cxn modelId="{BDDF2112-49A3-4555-A308-C2A28218C9B7}" srcId="{F1811696-AAA8-4526-AA37-FC97FC35C00D}" destId="{9260EDC2-3E4F-421F-AEC3-948714BF01B0}" srcOrd="0" destOrd="0" parTransId="{380AA75A-1CE5-4DDF-9667-AAA3BDF26063}" sibTransId="{28929534-595E-4841-8E68-A7466846B640}"/>
    <dgm:cxn modelId="{FEE34F7A-51EE-40A9-98C1-9B525A7810ED}" type="presOf" srcId="{147CCDB4-0EB7-416D-91B6-DF7583C17119}" destId="{18F6A11D-221F-41A1-B0A0-81A7D0F64E76}" srcOrd="0" destOrd="0" presId="urn:microsoft.com/office/officeart/2008/layout/VerticalCurvedList"/>
    <dgm:cxn modelId="{9C1DFCBF-65B3-4916-ACF9-7AB7659A23E4}" srcId="{F1811696-AAA8-4526-AA37-FC97FC35C00D}" destId="{147CCDB4-0EB7-416D-91B6-DF7583C17119}" srcOrd="2" destOrd="0" parTransId="{EB19D819-CBD4-4B8B-AD0A-06672C82311E}" sibTransId="{DFDE7500-2822-423E-9BD3-EE09F4344975}"/>
    <dgm:cxn modelId="{03D411A2-FC6E-4564-98D4-76EFA7B6590B}" type="presParOf" srcId="{513B9279-7434-4A5B-9B67-EAE8DBCE8624}" destId="{96AB3E6F-2631-4E74-BAB5-278DC2B98149}" srcOrd="0" destOrd="0" presId="urn:microsoft.com/office/officeart/2008/layout/VerticalCurvedList"/>
    <dgm:cxn modelId="{9F6E4C14-643C-424E-B16C-552B95233CBD}" type="presParOf" srcId="{96AB3E6F-2631-4E74-BAB5-278DC2B98149}" destId="{2475A462-C80A-4CAB-A9DE-15AD798ED454}" srcOrd="0" destOrd="0" presId="urn:microsoft.com/office/officeart/2008/layout/VerticalCurvedList"/>
    <dgm:cxn modelId="{3D7C596A-3CE5-4D1B-A93A-DBC4C10ACBE4}" type="presParOf" srcId="{2475A462-C80A-4CAB-A9DE-15AD798ED454}" destId="{3D1ED879-00F2-4FD5-B5A1-C0F99BB25ECF}" srcOrd="0" destOrd="0" presId="urn:microsoft.com/office/officeart/2008/layout/VerticalCurvedList"/>
    <dgm:cxn modelId="{2FB20331-E154-4A40-A45E-6B0CDF326EC5}" type="presParOf" srcId="{2475A462-C80A-4CAB-A9DE-15AD798ED454}" destId="{DFBFE570-374B-4E1B-B77D-86859340F7E0}" srcOrd="1" destOrd="0" presId="urn:microsoft.com/office/officeart/2008/layout/VerticalCurvedList"/>
    <dgm:cxn modelId="{5A6759D0-CA53-4863-A9A8-65D8948589CD}" type="presParOf" srcId="{2475A462-C80A-4CAB-A9DE-15AD798ED454}" destId="{6DF8332F-C39C-4EBB-8ADF-C687D3944F0C}" srcOrd="2" destOrd="0" presId="urn:microsoft.com/office/officeart/2008/layout/VerticalCurvedList"/>
    <dgm:cxn modelId="{EF114D43-4781-46B7-A3E1-760A39520A93}" type="presParOf" srcId="{2475A462-C80A-4CAB-A9DE-15AD798ED454}" destId="{22DB0C96-8F15-4D51-9671-B85C68EB7491}" srcOrd="3" destOrd="0" presId="urn:microsoft.com/office/officeart/2008/layout/VerticalCurvedList"/>
    <dgm:cxn modelId="{6E33A7BC-3DE8-49FD-A2B1-E66621EF2751}" type="presParOf" srcId="{96AB3E6F-2631-4E74-BAB5-278DC2B98149}" destId="{F914B7F1-6B3D-4BAA-9AAF-223EE38A3A1C}" srcOrd="1" destOrd="0" presId="urn:microsoft.com/office/officeart/2008/layout/VerticalCurvedList"/>
    <dgm:cxn modelId="{7B8BDD41-ECF8-40DD-B4E7-6F0F2F665E75}" type="presParOf" srcId="{96AB3E6F-2631-4E74-BAB5-278DC2B98149}" destId="{A59F9263-E8FC-48A3-82CF-8924D1577CD5}" srcOrd="2" destOrd="0" presId="urn:microsoft.com/office/officeart/2008/layout/VerticalCurvedList"/>
    <dgm:cxn modelId="{86195043-D608-432D-8B22-4C8D62C08345}" type="presParOf" srcId="{A59F9263-E8FC-48A3-82CF-8924D1577CD5}" destId="{F5E1A84E-BF50-42A6-B786-BE28DCA8C52A}" srcOrd="0" destOrd="0" presId="urn:microsoft.com/office/officeart/2008/layout/VerticalCurvedList"/>
    <dgm:cxn modelId="{1635DF2E-449B-456E-98C4-A7D80699513F}" type="presParOf" srcId="{96AB3E6F-2631-4E74-BAB5-278DC2B98149}" destId="{4FA557A0-0AF3-43EA-B55F-7CD9C5B77D6C}" srcOrd="3" destOrd="0" presId="urn:microsoft.com/office/officeart/2008/layout/VerticalCurvedList"/>
    <dgm:cxn modelId="{B17768AE-95AE-4C8B-A302-84B85E0A916A}" type="presParOf" srcId="{96AB3E6F-2631-4E74-BAB5-278DC2B98149}" destId="{29B10839-016A-4871-AF4B-C7B970647731}" srcOrd="4" destOrd="0" presId="urn:microsoft.com/office/officeart/2008/layout/VerticalCurvedList"/>
    <dgm:cxn modelId="{BFB63B9C-0210-46B8-9AE7-8124CD7B9A39}" type="presParOf" srcId="{29B10839-016A-4871-AF4B-C7B970647731}" destId="{F85D3DEE-7D03-4123-8A66-1062877D2842}" srcOrd="0" destOrd="0" presId="urn:microsoft.com/office/officeart/2008/layout/VerticalCurvedList"/>
    <dgm:cxn modelId="{E5748FB8-661F-430B-88F9-096D71893C54}" type="presParOf" srcId="{96AB3E6F-2631-4E74-BAB5-278DC2B98149}" destId="{18F6A11D-221F-41A1-B0A0-81A7D0F64E76}" srcOrd="5" destOrd="0" presId="urn:microsoft.com/office/officeart/2008/layout/VerticalCurvedList"/>
    <dgm:cxn modelId="{A5970EAA-8557-4828-BFD9-B9BB3F6BEA91}" type="presParOf" srcId="{96AB3E6F-2631-4E74-BAB5-278DC2B98149}" destId="{94746E94-C94E-492A-9A63-F5DD6BB9F912}" srcOrd="6" destOrd="0" presId="urn:microsoft.com/office/officeart/2008/layout/VerticalCurvedList"/>
    <dgm:cxn modelId="{0C10663D-CD8D-41D1-9472-286F68F4088D}" type="presParOf" srcId="{94746E94-C94E-492A-9A63-F5DD6BB9F912}" destId="{140CE7BA-5DDF-40F7-8A2C-FEBB6F799D57}" srcOrd="0" destOrd="0" presId="urn:microsoft.com/office/officeart/2008/layout/VerticalCurvedList"/>
    <dgm:cxn modelId="{41C7A5AF-111B-487C-A6E7-CA4E3DFB2FD8}" type="presParOf" srcId="{96AB3E6F-2631-4E74-BAB5-278DC2B98149}" destId="{B7E47A46-9E14-4573-82FD-372B0632654E}" srcOrd="7" destOrd="0" presId="urn:microsoft.com/office/officeart/2008/layout/VerticalCurvedList"/>
    <dgm:cxn modelId="{B9008A53-3833-4147-B6BB-6781DABA81DA}" type="presParOf" srcId="{96AB3E6F-2631-4E74-BAB5-278DC2B98149}" destId="{DF491160-604A-4ABC-929F-CC9CD9371C38}" srcOrd="8" destOrd="0" presId="urn:microsoft.com/office/officeart/2008/layout/VerticalCurvedList"/>
    <dgm:cxn modelId="{EC0369A3-2013-4DA1-B181-A260C42642E1}" type="presParOf" srcId="{DF491160-604A-4ABC-929F-CC9CD9371C38}" destId="{3141034E-936C-4B1E-9E0C-CC0B125F1060}" srcOrd="0" destOrd="0" presId="urn:microsoft.com/office/officeart/2008/layout/VerticalCurvedList"/>
    <dgm:cxn modelId="{F3ED843F-8E6E-4EBA-93C9-EF9EF9B8A874}" type="presParOf" srcId="{96AB3E6F-2631-4E74-BAB5-278DC2B98149}" destId="{FDB73C2C-A62A-4828-8D70-8823DB3D5158}" srcOrd="9" destOrd="0" presId="urn:microsoft.com/office/officeart/2008/layout/VerticalCurvedList"/>
    <dgm:cxn modelId="{68B2869D-3092-4F6D-8B3E-49C0C0AA6819}" type="presParOf" srcId="{96AB3E6F-2631-4E74-BAB5-278DC2B98149}" destId="{FE2E6C63-A6A8-4FCC-B625-368E555DFA4F}" srcOrd="10" destOrd="0" presId="urn:microsoft.com/office/officeart/2008/layout/VerticalCurvedList"/>
    <dgm:cxn modelId="{B2DB828F-4D88-4E59-9C5F-C82467053111}" type="presParOf" srcId="{FE2E6C63-A6A8-4FCC-B625-368E555DFA4F}" destId="{86CD50E4-8E4D-46A2-A758-61B66A621ACC}"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AF3249AC-795B-43A7-8BB7-34FFD36BFD64}" type="doc">
      <dgm:prSet loTypeId="urn:microsoft.com/office/officeart/2005/8/layout/venn2" loCatId="relationship" qsTypeId="urn:microsoft.com/office/officeart/2005/8/quickstyle/simple1" qsCatId="simple" csTypeId="urn:microsoft.com/office/officeart/2005/8/colors/accent0_3" csCatId="mainScheme" phldr="1"/>
      <dgm:spPr/>
      <dgm:t>
        <a:bodyPr/>
        <a:lstStyle/>
        <a:p>
          <a:endParaRPr lang="es-CO"/>
        </a:p>
      </dgm:t>
    </dgm:pt>
    <dgm:pt modelId="{FAFB5DCB-9C79-4007-B6F4-F5AA8AA5CACC}">
      <dgm:prSet phldrT="[Texto]"/>
      <dgm:spPr>
        <a:solidFill>
          <a:schemeClr val="accent6">
            <a:lumMod val="75000"/>
          </a:schemeClr>
        </a:solidFill>
      </dgm:spPr>
      <dgm:t>
        <a:bodyPr/>
        <a:lstStyle/>
        <a:p>
          <a:r>
            <a:rPr lang="es-CO" b="1" dirty="0" smtClean="0">
              <a:latin typeface="Futura Std Medium" pitchFamily="34" charset="0"/>
            </a:rPr>
            <a:t>Fase de Cierre</a:t>
          </a:r>
          <a:endParaRPr lang="es-CO" b="1" dirty="0">
            <a:latin typeface="Futura Std Medium" pitchFamily="34" charset="0"/>
          </a:endParaRPr>
        </a:p>
      </dgm:t>
    </dgm:pt>
    <dgm:pt modelId="{694874EC-25A3-4406-B475-71F907B0AF2A}" type="parTrans" cxnId="{78F5D8C3-E42E-469C-B728-A6C8A7AAD3BA}">
      <dgm:prSet/>
      <dgm:spPr/>
      <dgm:t>
        <a:bodyPr/>
        <a:lstStyle/>
        <a:p>
          <a:endParaRPr lang="es-CO"/>
        </a:p>
      </dgm:t>
    </dgm:pt>
    <dgm:pt modelId="{44879FFD-CB40-4A23-BB74-BC4DA27189B9}" type="sibTrans" cxnId="{78F5D8C3-E42E-469C-B728-A6C8A7AAD3BA}">
      <dgm:prSet/>
      <dgm:spPr/>
      <dgm:t>
        <a:bodyPr/>
        <a:lstStyle/>
        <a:p>
          <a:endParaRPr lang="es-CO"/>
        </a:p>
      </dgm:t>
    </dgm:pt>
    <dgm:pt modelId="{08C06B0F-54BA-4694-A403-1E1DE73E6C51}">
      <dgm:prSet phldrT="[Texto]" custT="1"/>
      <dgm:spPr>
        <a:solidFill>
          <a:schemeClr val="accent6">
            <a:lumMod val="75000"/>
          </a:schemeClr>
        </a:solidFill>
      </dgm:spPr>
      <dgm:t>
        <a:bodyPr/>
        <a:lstStyle/>
        <a:p>
          <a:r>
            <a:rPr lang="es-CO" sz="1600" b="1" dirty="0" smtClean="0">
              <a:latin typeface="Futura Std Medium" pitchFamily="34" charset="0"/>
              <a:hlinkClick xmlns:r="http://schemas.openxmlformats.org/officeDocument/2006/relationships" r:id="" action="ppaction://noaction"/>
            </a:rPr>
            <a:t>Fase de Planeación de la Actualización</a:t>
          </a:r>
          <a:endParaRPr lang="es-CO" sz="1600" b="1" dirty="0">
            <a:latin typeface="Futura Std Medium" pitchFamily="34" charset="0"/>
          </a:endParaRPr>
        </a:p>
      </dgm:t>
    </dgm:pt>
    <dgm:pt modelId="{29DD7ADA-ECE8-49BF-A3CF-E73C3CC0A4E3}" type="parTrans" cxnId="{00ABE231-3AE0-4E3C-B297-F63D36AD5D71}">
      <dgm:prSet/>
      <dgm:spPr/>
      <dgm:t>
        <a:bodyPr/>
        <a:lstStyle/>
        <a:p>
          <a:endParaRPr lang="es-CO"/>
        </a:p>
      </dgm:t>
    </dgm:pt>
    <dgm:pt modelId="{14071D54-8802-4DCA-887F-17E428205CFE}" type="sibTrans" cxnId="{00ABE231-3AE0-4E3C-B297-F63D36AD5D71}">
      <dgm:prSet/>
      <dgm:spPr/>
      <dgm:t>
        <a:bodyPr/>
        <a:lstStyle/>
        <a:p>
          <a:endParaRPr lang="es-CO"/>
        </a:p>
      </dgm:t>
    </dgm:pt>
    <dgm:pt modelId="{E2D6DA9C-B280-457B-9EAF-D4C7E386C087}">
      <dgm:prSet phldrT="[Texto]" custT="1"/>
      <dgm:spPr>
        <a:solidFill>
          <a:schemeClr val="accent6">
            <a:lumMod val="75000"/>
          </a:schemeClr>
        </a:solidFill>
      </dgm:spPr>
      <dgm:t>
        <a:bodyPr/>
        <a:lstStyle/>
        <a:p>
          <a:r>
            <a:rPr lang="es-CO" sz="1600" b="1" dirty="0" smtClean="0">
              <a:latin typeface="Futura Std Medium" pitchFamily="34" charset="0"/>
              <a:hlinkClick xmlns:r="http://schemas.openxmlformats.org/officeDocument/2006/relationships" r:id="" action="ppaction://noaction"/>
            </a:rPr>
            <a:t>Fase de Diagnóstico</a:t>
          </a:r>
          <a:endParaRPr lang="es-CO" sz="1600" b="1" dirty="0">
            <a:latin typeface="Futura Std Medium" pitchFamily="34" charset="0"/>
          </a:endParaRPr>
        </a:p>
      </dgm:t>
    </dgm:pt>
    <dgm:pt modelId="{DC8AE0AE-9980-43B9-8F66-765DFCFB5C1F}" type="parTrans" cxnId="{3F130972-DD21-4AAF-83B0-92D103C7B8BE}">
      <dgm:prSet/>
      <dgm:spPr/>
      <dgm:t>
        <a:bodyPr/>
        <a:lstStyle/>
        <a:p>
          <a:endParaRPr lang="es-CO"/>
        </a:p>
      </dgm:t>
    </dgm:pt>
    <dgm:pt modelId="{4D1CCDF7-6EB3-4862-B234-9DD9EC9E5998}" type="sibTrans" cxnId="{3F130972-DD21-4AAF-83B0-92D103C7B8BE}">
      <dgm:prSet/>
      <dgm:spPr/>
      <dgm:t>
        <a:bodyPr/>
        <a:lstStyle/>
        <a:p>
          <a:endParaRPr lang="es-CO"/>
        </a:p>
      </dgm:t>
    </dgm:pt>
    <dgm:pt modelId="{652CB8E2-7CD9-4E97-98A4-43B9B777BDF3}">
      <dgm:prSet phldrT="[Texto]" custT="1"/>
      <dgm:spPr>
        <a:solidFill>
          <a:schemeClr val="accent6">
            <a:lumMod val="75000"/>
          </a:schemeClr>
        </a:solidFill>
      </dgm:spPr>
      <dgm:t>
        <a:bodyPr/>
        <a:lstStyle/>
        <a:p>
          <a:r>
            <a:rPr lang="es-CO" sz="1400" b="1" dirty="0" smtClean="0">
              <a:latin typeface="Futura Std Medium" pitchFamily="34" charset="0"/>
            </a:rPr>
            <a:t>Fase Conocimiento</a:t>
          </a:r>
          <a:endParaRPr lang="es-CO" sz="1400" b="1" dirty="0">
            <a:latin typeface="Futura Std Medium" pitchFamily="34" charset="0"/>
          </a:endParaRPr>
        </a:p>
      </dgm:t>
    </dgm:pt>
    <dgm:pt modelId="{F33695FA-1D73-45C2-BE18-B047E07C8DFF}" type="parTrans" cxnId="{3D8C56D1-ED82-4FFE-8E7A-62CCA94FB7FA}">
      <dgm:prSet/>
      <dgm:spPr/>
      <dgm:t>
        <a:bodyPr/>
        <a:lstStyle/>
        <a:p>
          <a:endParaRPr lang="es-CO"/>
        </a:p>
      </dgm:t>
    </dgm:pt>
    <dgm:pt modelId="{5160FD3E-F3EE-4A7B-BB89-35E46489E7AD}" type="sibTrans" cxnId="{3D8C56D1-ED82-4FFE-8E7A-62CCA94FB7FA}">
      <dgm:prSet/>
      <dgm:spPr/>
      <dgm:t>
        <a:bodyPr/>
        <a:lstStyle/>
        <a:p>
          <a:endParaRPr lang="es-CO"/>
        </a:p>
      </dgm:t>
    </dgm:pt>
    <dgm:pt modelId="{13E11AFC-981D-4127-8476-B23DF9593E00}">
      <dgm:prSet custT="1"/>
      <dgm:spPr>
        <a:solidFill>
          <a:schemeClr val="accent6">
            <a:lumMod val="75000"/>
          </a:schemeClr>
        </a:solidFill>
      </dgm:spPr>
      <dgm:t>
        <a:bodyPr/>
        <a:lstStyle/>
        <a:p>
          <a:endParaRPr lang="es-CO" sz="1600" b="1" dirty="0" smtClean="0">
            <a:latin typeface="Futura Std Medium" pitchFamily="34" charset="0"/>
          </a:endParaRPr>
        </a:p>
        <a:p>
          <a:r>
            <a:rPr lang="es-CO" sz="1600" b="1" dirty="0" smtClean="0">
              <a:latin typeface="Futura Std Medium" pitchFamily="34" charset="0"/>
            </a:rPr>
            <a:t>Fase de Ejecución y Seguimiento</a:t>
          </a:r>
          <a:endParaRPr lang="es-CO" sz="1600" b="1" dirty="0">
            <a:latin typeface="Futura Std Medium" pitchFamily="34" charset="0"/>
          </a:endParaRPr>
        </a:p>
      </dgm:t>
    </dgm:pt>
    <dgm:pt modelId="{A6B8E763-0828-4507-9B78-811EA8D29938}" type="parTrans" cxnId="{3C138911-A0A0-4012-BB44-7092D913F75E}">
      <dgm:prSet/>
      <dgm:spPr/>
      <dgm:t>
        <a:bodyPr/>
        <a:lstStyle/>
        <a:p>
          <a:endParaRPr lang="es-CO"/>
        </a:p>
      </dgm:t>
    </dgm:pt>
    <dgm:pt modelId="{2F162983-69D4-493C-8635-82FF46BACB24}" type="sibTrans" cxnId="{3C138911-A0A0-4012-BB44-7092D913F75E}">
      <dgm:prSet/>
      <dgm:spPr/>
      <dgm:t>
        <a:bodyPr/>
        <a:lstStyle/>
        <a:p>
          <a:endParaRPr lang="es-CO"/>
        </a:p>
      </dgm:t>
    </dgm:pt>
    <dgm:pt modelId="{02382C95-C99C-4F14-A951-F2E123337741}" type="pres">
      <dgm:prSet presAssocID="{AF3249AC-795B-43A7-8BB7-34FFD36BFD64}" presName="Name0" presStyleCnt="0">
        <dgm:presLayoutVars>
          <dgm:chMax val="7"/>
          <dgm:resizeHandles val="exact"/>
        </dgm:presLayoutVars>
      </dgm:prSet>
      <dgm:spPr/>
      <dgm:t>
        <a:bodyPr/>
        <a:lstStyle/>
        <a:p>
          <a:endParaRPr lang="es-CO"/>
        </a:p>
      </dgm:t>
    </dgm:pt>
    <dgm:pt modelId="{FB05891F-6668-4BDC-A16D-A2D6987B9645}" type="pres">
      <dgm:prSet presAssocID="{AF3249AC-795B-43A7-8BB7-34FFD36BFD64}" presName="comp1" presStyleCnt="0"/>
      <dgm:spPr/>
    </dgm:pt>
    <dgm:pt modelId="{789748CE-74F9-4B59-BFB3-0B9EC99C673A}" type="pres">
      <dgm:prSet presAssocID="{AF3249AC-795B-43A7-8BB7-34FFD36BFD64}" presName="circle1" presStyleLbl="node1" presStyleIdx="0" presStyleCnt="5"/>
      <dgm:spPr/>
      <dgm:t>
        <a:bodyPr/>
        <a:lstStyle/>
        <a:p>
          <a:endParaRPr lang="es-CO"/>
        </a:p>
      </dgm:t>
    </dgm:pt>
    <dgm:pt modelId="{0B1B85E4-03F9-4DC1-9EDA-9235AD26330A}" type="pres">
      <dgm:prSet presAssocID="{AF3249AC-795B-43A7-8BB7-34FFD36BFD64}" presName="c1text" presStyleLbl="node1" presStyleIdx="0" presStyleCnt="5">
        <dgm:presLayoutVars>
          <dgm:bulletEnabled val="1"/>
        </dgm:presLayoutVars>
      </dgm:prSet>
      <dgm:spPr/>
      <dgm:t>
        <a:bodyPr/>
        <a:lstStyle/>
        <a:p>
          <a:endParaRPr lang="es-CO"/>
        </a:p>
      </dgm:t>
    </dgm:pt>
    <dgm:pt modelId="{0F137A0C-BB93-4DC1-8CA1-B5E21C5C007B}" type="pres">
      <dgm:prSet presAssocID="{AF3249AC-795B-43A7-8BB7-34FFD36BFD64}" presName="comp2" presStyleCnt="0"/>
      <dgm:spPr/>
    </dgm:pt>
    <dgm:pt modelId="{1E6DF5A6-81C5-4854-9532-D0C789224D2A}" type="pres">
      <dgm:prSet presAssocID="{AF3249AC-795B-43A7-8BB7-34FFD36BFD64}" presName="circle2" presStyleLbl="node1" presStyleIdx="1" presStyleCnt="5"/>
      <dgm:spPr/>
      <dgm:t>
        <a:bodyPr/>
        <a:lstStyle/>
        <a:p>
          <a:endParaRPr lang="es-CO"/>
        </a:p>
      </dgm:t>
    </dgm:pt>
    <dgm:pt modelId="{B83BB641-F8E0-4D5B-AFBB-80EE0BE60791}" type="pres">
      <dgm:prSet presAssocID="{AF3249AC-795B-43A7-8BB7-34FFD36BFD64}" presName="c2text" presStyleLbl="node1" presStyleIdx="1" presStyleCnt="5">
        <dgm:presLayoutVars>
          <dgm:bulletEnabled val="1"/>
        </dgm:presLayoutVars>
      </dgm:prSet>
      <dgm:spPr/>
      <dgm:t>
        <a:bodyPr/>
        <a:lstStyle/>
        <a:p>
          <a:endParaRPr lang="es-CO"/>
        </a:p>
      </dgm:t>
    </dgm:pt>
    <dgm:pt modelId="{A4D5EEF8-D0B1-4911-B17F-CDBD71C2C250}" type="pres">
      <dgm:prSet presAssocID="{AF3249AC-795B-43A7-8BB7-34FFD36BFD64}" presName="comp3" presStyleCnt="0"/>
      <dgm:spPr/>
    </dgm:pt>
    <dgm:pt modelId="{2AAC21A7-CFDA-4FF1-86C4-DD56D31FD94F}" type="pres">
      <dgm:prSet presAssocID="{AF3249AC-795B-43A7-8BB7-34FFD36BFD64}" presName="circle3" presStyleLbl="node1" presStyleIdx="2" presStyleCnt="5" custScaleX="93074" custScaleY="90476" custLinFactNeighborY="3610"/>
      <dgm:spPr/>
      <dgm:t>
        <a:bodyPr/>
        <a:lstStyle/>
        <a:p>
          <a:endParaRPr lang="es-CO"/>
        </a:p>
      </dgm:t>
    </dgm:pt>
    <dgm:pt modelId="{8A77CF65-D3CB-4FC0-9E79-2FC08E50D0AD}" type="pres">
      <dgm:prSet presAssocID="{AF3249AC-795B-43A7-8BB7-34FFD36BFD64}" presName="c3text" presStyleLbl="node1" presStyleIdx="2" presStyleCnt="5">
        <dgm:presLayoutVars>
          <dgm:bulletEnabled val="1"/>
        </dgm:presLayoutVars>
      </dgm:prSet>
      <dgm:spPr/>
      <dgm:t>
        <a:bodyPr/>
        <a:lstStyle/>
        <a:p>
          <a:endParaRPr lang="es-CO"/>
        </a:p>
      </dgm:t>
    </dgm:pt>
    <dgm:pt modelId="{68E18F36-FFB8-40C3-92FE-435D66B21F7C}" type="pres">
      <dgm:prSet presAssocID="{AF3249AC-795B-43A7-8BB7-34FFD36BFD64}" presName="comp4" presStyleCnt="0"/>
      <dgm:spPr/>
    </dgm:pt>
    <dgm:pt modelId="{760AFC96-0F4C-4372-BB34-6ABF46F81FFD}" type="pres">
      <dgm:prSet presAssocID="{AF3249AC-795B-43A7-8BB7-34FFD36BFD64}" presName="circle4" presStyleLbl="node1" presStyleIdx="3" presStyleCnt="5" custScaleX="86318" custScaleY="85491" custLinFactNeighborY="7714"/>
      <dgm:spPr/>
      <dgm:t>
        <a:bodyPr/>
        <a:lstStyle/>
        <a:p>
          <a:endParaRPr lang="es-CO"/>
        </a:p>
      </dgm:t>
    </dgm:pt>
    <dgm:pt modelId="{82A42BAB-65A4-4DA2-B573-06DD6EE4EFD4}" type="pres">
      <dgm:prSet presAssocID="{AF3249AC-795B-43A7-8BB7-34FFD36BFD64}" presName="c4text" presStyleLbl="node1" presStyleIdx="3" presStyleCnt="5">
        <dgm:presLayoutVars>
          <dgm:bulletEnabled val="1"/>
        </dgm:presLayoutVars>
      </dgm:prSet>
      <dgm:spPr/>
      <dgm:t>
        <a:bodyPr/>
        <a:lstStyle/>
        <a:p>
          <a:endParaRPr lang="es-CO"/>
        </a:p>
      </dgm:t>
    </dgm:pt>
    <dgm:pt modelId="{EA32922D-9FA1-49A2-8FEE-C10AC2D09AC1}" type="pres">
      <dgm:prSet presAssocID="{AF3249AC-795B-43A7-8BB7-34FFD36BFD64}" presName="comp5" presStyleCnt="0"/>
      <dgm:spPr/>
    </dgm:pt>
    <dgm:pt modelId="{76FDE42B-F410-4064-A314-340BC70AA76B}" type="pres">
      <dgm:prSet presAssocID="{AF3249AC-795B-43A7-8BB7-34FFD36BFD64}" presName="circle5" presStyleLbl="node1" presStyleIdx="4" presStyleCnt="5" custScaleX="82071" custScaleY="71717" custLinFactNeighborY="17668"/>
      <dgm:spPr/>
      <dgm:t>
        <a:bodyPr/>
        <a:lstStyle/>
        <a:p>
          <a:endParaRPr lang="es-CO"/>
        </a:p>
      </dgm:t>
    </dgm:pt>
    <dgm:pt modelId="{39AB9C3D-521B-4C44-8BBA-F638BD19882D}" type="pres">
      <dgm:prSet presAssocID="{AF3249AC-795B-43A7-8BB7-34FFD36BFD64}" presName="c5text" presStyleLbl="node1" presStyleIdx="4" presStyleCnt="5">
        <dgm:presLayoutVars>
          <dgm:bulletEnabled val="1"/>
        </dgm:presLayoutVars>
      </dgm:prSet>
      <dgm:spPr/>
      <dgm:t>
        <a:bodyPr/>
        <a:lstStyle/>
        <a:p>
          <a:endParaRPr lang="es-CO"/>
        </a:p>
      </dgm:t>
    </dgm:pt>
  </dgm:ptLst>
  <dgm:cxnLst>
    <dgm:cxn modelId="{3F130972-DD21-4AAF-83B0-92D103C7B8BE}" srcId="{AF3249AC-795B-43A7-8BB7-34FFD36BFD64}" destId="{E2D6DA9C-B280-457B-9EAF-D4C7E386C087}" srcOrd="3" destOrd="0" parTransId="{DC8AE0AE-9980-43B9-8F66-765DFCFB5C1F}" sibTransId="{4D1CCDF7-6EB3-4862-B234-9DD9EC9E5998}"/>
    <dgm:cxn modelId="{23DA219F-3C2A-403E-844E-14523A066F51}" type="presOf" srcId="{652CB8E2-7CD9-4E97-98A4-43B9B777BDF3}" destId="{76FDE42B-F410-4064-A314-340BC70AA76B}" srcOrd="0" destOrd="0" presId="urn:microsoft.com/office/officeart/2005/8/layout/venn2"/>
    <dgm:cxn modelId="{843BC6AE-49A6-449C-A7ED-17DE9A67A43B}" type="presOf" srcId="{E2D6DA9C-B280-457B-9EAF-D4C7E386C087}" destId="{760AFC96-0F4C-4372-BB34-6ABF46F81FFD}" srcOrd="0" destOrd="0" presId="urn:microsoft.com/office/officeart/2005/8/layout/venn2"/>
    <dgm:cxn modelId="{3D8C56D1-ED82-4FFE-8E7A-62CCA94FB7FA}" srcId="{AF3249AC-795B-43A7-8BB7-34FFD36BFD64}" destId="{652CB8E2-7CD9-4E97-98A4-43B9B777BDF3}" srcOrd="4" destOrd="0" parTransId="{F33695FA-1D73-45C2-BE18-B047E07C8DFF}" sibTransId="{5160FD3E-F3EE-4A7B-BB89-35E46489E7AD}"/>
    <dgm:cxn modelId="{34F247C9-BDB9-4E44-AFCD-E3CAC3C9E68D}" type="presOf" srcId="{13E11AFC-981D-4127-8476-B23DF9593E00}" destId="{1E6DF5A6-81C5-4854-9532-D0C789224D2A}" srcOrd="0" destOrd="0" presId="urn:microsoft.com/office/officeart/2005/8/layout/venn2"/>
    <dgm:cxn modelId="{96D5BDA7-03CB-4BEB-AA9A-0ED65092C751}" type="presOf" srcId="{E2D6DA9C-B280-457B-9EAF-D4C7E386C087}" destId="{82A42BAB-65A4-4DA2-B573-06DD6EE4EFD4}" srcOrd="1" destOrd="0" presId="urn:microsoft.com/office/officeart/2005/8/layout/venn2"/>
    <dgm:cxn modelId="{3D158882-3D1F-4A16-9100-D0B0F92653B7}" type="presOf" srcId="{08C06B0F-54BA-4694-A403-1E1DE73E6C51}" destId="{8A77CF65-D3CB-4FC0-9E79-2FC08E50D0AD}" srcOrd="1" destOrd="0" presId="urn:microsoft.com/office/officeart/2005/8/layout/venn2"/>
    <dgm:cxn modelId="{3ACEF5D3-814B-4C5E-B2A3-8343EF7D5B73}" type="presOf" srcId="{13E11AFC-981D-4127-8476-B23DF9593E00}" destId="{B83BB641-F8E0-4D5B-AFBB-80EE0BE60791}" srcOrd="1" destOrd="0" presId="urn:microsoft.com/office/officeart/2005/8/layout/venn2"/>
    <dgm:cxn modelId="{53986921-34AA-46DE-B623-EB385DE4F8F8}" type="presOf" srcId="{AF3249AC-795B-43A7-8BB7-34FFD36BFD64}" destId="{02382C95-C99C-4F14-A951-F2E123337741}" srcOrd="0" destOrd="0" presId="urn:microsoft.com/office/officeart/2005/8/layout/venn2"/>
    <dgm:cxn modelId="{90652A3B-49FB-491F-9BC2-A1CDFFADEA50}" type="presOf" srcId="{FAFB5DCB-9C79-4007-B6F4-F5AA8AA5CACC}" destId="{789748CE-74F9-4B59-BFB3-0B9EC99C673A}" srcOrd="0" destOrd="0" presId="urn:microsoft.com/office/officeart/2005/8/layout/venn2"/>
    <dgm:cxn modelId="{61DDC62B-9CF5-4FDC-A329-0BBB8CC4A56E}" type="presOf" srcId="{08C06B0F-54BA-4694-A403-1E1DE73E6C51}" destId="{2AAC21A7-CFDA-4FF1-86C4-DD56D31FD94F}" srcOrd="0" destOrd="0" presId="urn:microsoft.com/office/officeart/2005/8/layout/venn2"/>
    <dgm:cxn modelId="{8036F656-6A50-4EDF-A5D4-B26B0FF44D6B}" type="presOf" srcId="{FAFB5DCB-9C79-4007-B6F4-F5AA8AA5CACC}" destId="{0B1B85E4-03F9-4DC1-9EDA-9235AD26330A}" srcOrd="1" destOrd="0" presId="urn:microsoft.com/office/officeart/2005/8/layout/venn2"/>
    <dgm:cxn modelId="{3C138911-A0A0-4012-BB44-7092D913F75E}" srcId="{AF3249AC-795B-43A7-8BB7-34FFD36BFD64}" destId="{13E11AFC-981D-4127-8476-B23DF9593E00}" srcOrd="1" destOrd="0" parTransId="{A6B8E763-0828-4507-9B78-811EA8D29938}" sibTransId="{2F162983-69D4-493C-8635-82FF46BACB24}"/>
    <dgm:cxn modelId="{78F5D8C3-E42E-469C-B728-A6C8A7AAD3BA}" srcId="{AF3249AC-795B-43A7-8BB7-34FFD36BFD64}" destId="{FAFB5DCB-9C79-4007-B6F4-F5AA8AA5CACC}" srcOrd="0" destOrd="0" parTransId="{694874EC-25A3-4406-B475-71F907B0AF2A}" sibTransId="{44879FFD-CB40-4A23-BB74-BC4DA27189B9}"/>
    <dgm:cxn modelId="{00ABE231-3AE0-4E3C-B297-F63D36AD5D71}" srcId="{AF3249AC-795B-43A7-8BB7-34FFD36BFD64}" destId="{08C06B0F-54BA-4694-A403-1E1DE73E6C51}" srcOrd="2" destOrd="0" parTransId="{29DD7ADA-ECE8-49BF-A3CF-E73C3CC0A4E3}" sibTransId="{14071D54-8802-4DCA-887F-17E428205CFE}"/>
    <dgm:cxn modelId="{DBE8C5DC-AEDF-4A16-87FB-9C31020ECC40}" type="presOf" srcId="{652CB8E2-7CD9-4E97-98A4-43B9B777BDF3}" destId="{39AB9C3D-521B-4C44-8BBA-F638BD19882D}" srcOrd="1" destOrd="0" presId="urn:microsoft.com/office/officeart/2005/8/layout/venn2"/>
    <dgm:cxn modelId="{6A4B700C-5432-40D1-AD7C-6B7A959AA675}" type="presParOf" srcId="{02382C95-C99C-4F14-A951-F2E123337741}" destId="{FB05891F-6668-4BDC-A16D-A2D6987B9645}" srcOrd="0" destOrd="0" presId="urn:microsoft.com/office/officeart/2005/8/layout/venn2"/>
    <dgm:cxn modelId="{8230D302-5AD4-4033-B61B-76CBBDD99356}" type="presParOf" srcId="{FB05891F-6668-4BDC-A16D-A2D6987B9645}" destId="{789748CE-74F9-4B59-BFB3-0B9EC99C673A}" srcOrd="0" destOrd="0" presId="urn:microsoft.com/office/officeart/2005/8/layout/venn2"/>
    <dgm:cxn modelId="{35081312-5C1D-4E15-A0FC-D001F6A2934E}" type="presParOf" srcId="{FB05891F-6668-4BDC-A16D-A2D6987B9645}" destId="{0B1B85E4-03F9-4DC1-9EDA-9235AD26330A}" srcOrd="1" destOrd="0" presId="urn:microsoft.com/office/officeart/2005/8/layout/venn2"/>
    <dgm:cxn modelId="{4F4FE057-55BB-482C-AB81-49D62BD18F8D}" type="presParOf" srcId="{02382C95-C99C-4F14-A951-F2E123337741}" destId="{0F137A0C-BB93-4DC1-8CA1-B5E21C5C007B}" srcOrd="1" destOrd="0" presId="urn:microsoft.com/office/officeart/2005/8/layout/venn2"/>
    <dgm:cxn modelId="{BBEC8237-5D96-4C97-B664-B5C33A841D7E}" type="presParOf" srcId="{0F137A0C-BB93-4DC1-8CA1-B5E21C5C007B}" destId="{1E6DF5A6-81C5-4854-9532-D0C789224D2A}" srcOrd="0" destOrd="0" presId="urn:microsoft.com/office/officeart/2005/8/layout/venn2"/>
    <dgm:cxn modelId="{48D1F370-4B0A-4900-97D7-DAC783F5B35F}" type="presParOf" srcId="{0F137A0C-BB93-4DC1-8CA1-B5E21C5C007B}" destId="{B83BB641-F8E0-4D5B-AFBB-80EE0BE60791}" srcOrd="1" destOrd="0" presId="urn:microsoft.com/office/officeart/2005/8/layout/venn2"/>
    <dgm:cxn modelId="{B16BA79D-6B8E-4F7D-ADE1-A1474657E1D8}" type="presParOf" srcId="{02382C95-C99C-4F14-A951-F2E123337741}" destId="{A4D5EEF8-D0B1-4911-B17F-CDBD71C2C250}" srcOrd="2" destOrd="0" presId="urn:microsoft.com/office/officeart/2005/8/layout/venn2"/>
    <dgm:cxn modelId="{3790FA7B-F913-4AFD-B682-2432CEC388BE}" type="presParOf" srcId="{A4D5EEF8-D0B1-4911-B17F-CDBD71C2C250}" destId="{2AAC21A7-CFDA-4FF1-86C4-DD56D31FD94F}" srcOrd="0" destOrd="0" presId="urn:microsoft.com/office/officeart/2005/8/layout/venn2"/>
    <dgm:cxn modelId="{EFD11216-E829-4A1E-8774-DBD0BECE49F3}" type="presParOf" srcId="{A4D5EEF8-D0B1-4911-B17F-CDBD71C2C250}" destId="{8A77CF65-D3CB-4FC0-9E79-2FC08E50D0AD}" srcOrd="1" destOrd="0" presId="urn:microsoft.com/office/officeart/2005/8/layout/venn2"/>
    <dgm:cxn modelId="{423D333F-DE4A-4B88-98D1-6AF083348474}" type="presParOf" srcId="{02382C95-C99C-4F14-A951-F2E123337741}" destId="{68E18F36-FFB8-40C3-92FE-435D66B21F7C}" srcOrd="3" destOrd="0" presId="urn:microsoft.com/office/officeart/2005/8/layout/venn2"/>
    <dgm:cxn modelId="{3B671C52-AEE5-4253-8C14-CDC5FEB337E1}" type="presParOf" srcId="{68E18F36-FFB8-40C3-92FE-435D66B21F7C}" destId="{760AFC96-0F4C-4372-BB34-6ABF46F81FFD}" srcOrd="0" destOrd="0" presId="urn:microsoft.com/office/officeart/2005/8/layout/venn2"/>
    <dgm:cxn modelId="{8ADED6BF-648C-46B9-AC01-8EA348FE13B4}" type="presParOf" srcId="{68E18F36-FFB8-40C3-92FE-435D66B21F7C}" destId="{82A42BAB-65A4-4DA2-B573-06DD6EE4EFD4}" srcOrd="1" destOrd="0" presId="urn:microsoft.com/office/officeart/2005/8/layout/venn2"/>
    <dgm:cxn modelId="{66795D5E-70AF-402D-B29E-86E85DF17A20}" type="presParOf" srcId="{02382C95-C99C-4F14-A951-F2E123337741}" destId="{EA32922D-9FA1-49A2-8FEE-C10AC2D09AC1}" srcOrd="4" destOrd="0" presId="urn:microsoft.com/office/officeart/2005/8/layout/venn2"/>
    <dgm:cxn modelId="{1729EB74-0006-4830-90F3-10C1F041F78D}" type="presParOf" srcId="{EA32922D-9FA1-49A2-8FEE-C10AC2D09AC1}" destId="{76FDE42B-F410-4064-A314-340BC70AA76B}" srcOrd="0" destOrd="0" presId="urn:microsoft.com/office/officeart/2005/8/layout/venn2"/>
    <dgm:cxn modelId="{FE7A2349-6CED-4BEF-A0B9-9F720DD7F415}" type="presParOf" srcId="{EA32922D-9FA1-49A2-8FEE-C10AC2D09AC1}" destId="{39AB9C3D-521B-4C44-8BBA-F638BD19882D}" srcOrd="1" destOrd="0" presId="urn:microsoft.com/office/officeart/2005/8/layout/venn2"/>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F4296B59-5C3A-4531-B220-E39AA9FAD937}" type="doc">
      <dgm:prSet loTypeId="urn:microsoft.com/office/officeart/2005/8/layout/vList6" loCatId="list" qsTypeId="urn:microsoft.com/office/officeart/2005/8/quickstyle/simple1" qsCatId="simple" csTypeId="urn:microsoft.com/office/officeart/2005/8/colors/colorful1#1" csCatId="colorful" phldr="1"/>
      <dgm:spPr/>
      <dgm:t>
        <a:bodyPr/>
        <a:lstStyle/>
        <a:p>
          <a:endParaRPr lang="es-CO"/>
        </a:p>
      </dgm:t>
    </dgm:pt>
    <dgm:pt modelId="{F4EFD233-0296-403B-8740-9E9F2BC5C0F9}">
      <dgm:prSet phldrT="[Texto]"/>
      <dgm:spPr/>
      <dgm:t>
        <a:bodyPr/>
        <a:lstStyle/>
        <a:p>
          <a:r>
            <a:rPr lang="es-CO" dirty="0" smtClean="0">
              <a:latin typeface="Futura Std Medium" pitchFamily="34" charset="0"/>
            </a:rPr>
            <a:t>Fase I</a:t>
          </a:r>
          <a:endParaRPr lang="es-CO" dirty="0">
            <a:latin typeface="Futura Std Medium" pitchFamily="34" charset="0"/>
          </a:endParaRPr>
        </a:p>
      </dgm:t>
    </dgm:pt>
    <dgm:pt modelId="{4A6AB4C2-68E6-4D1E-AC43-AAD6B37E1375}" type="parTrans" cxnId="{FDA368CB-C443-400B-9362-25821FC76A0A}">
      <dgm:prSet/>
      <dgm:spPr/>
      <dgm:t>
        <a:bodyPr/>
        <a:lstStyle/>
        <a:p>
          <a:endParaRPr lang="es-CO"/>
        </a:p>
      </dgm:t>
    </dgm:pt>
    <dgm:pt modelId="{54517AA4-7CE2-4427-88D2-C3083477D664}" type="sibTrans" cxnId="{FDA368CB-C443-400B-9362-25821FC76A0A}">
      <dgm:prSet/>
      <dgm:spPr/>
      <dgm:t>
        <a:bodyPr/>
        <a:lstStyle/>
        <a:p>
          <a:endParaRPr lang="es-CO"/>
        </a:p>
      </dgm:t>
    </dgm:pt>
    <dgm:pt modelId="{A794B4D0-76DB-494F-B2EA-6D7F5A85DDDF}">
      <dgm:prSet phldrT="[Texto]"/>
      <dgm:spPr/>
      <dgm:t>
        <a:bodyPr/>
        <a:lstStyle/>
        <a:p>
          <a:r>
            <a:rPr lang="es-CO" dirty="0" smtClean="0">
              <a:latin typeface="Futura Std Medium" pitchFamily="34" charset="0"/>
            </a:rPr>
            <a:t>Conocimiento</a:t>
          </a:r>
          <a:endParaRPr lang="es-CO" dirty="0">
            <a:latin typeface="Futura Std Medium" pitchFamily="34" charset="0"/>
          </a:endParaRPr>
        </a:p>
      </dgm:t>
    </dgm:pt>
    <dgm:pt modelId="{A45F7CF1-012A-4E75-A64E-92EDA6F368BE}" type="parTrans" cxnId="{947F1256-6FA7-4735-BAB4-EE61F1077403}">
      <dgm:prSet/>
      <dgm:spPr/>
      <dgm:t>
        <a:bodyPr/>
        <a:lstStyle/>
        <a:p>
          <a:endParaRPr lang="es-CO"/>
        </a:p>
      </dgm:t>
    </dgm:pt>
    <dgm:pt modelId="{7874FCC9-A300-4010-8B9F-B5FC829DDE37}" type="sibTrans" cxnId="{947F1256-6FA7-4735-BAB4-EE61F1077403}">
      <dgm:prSet/>
      <dgm:spPr/>
      <dgm:t>
        <a:bodyPr/>
        <a:lstStyle/>
        <a:p>
          <a:endParaRPr lang="es-CO"/>
        </a:p>
      </dgm:t>
    </dgm:pt>
    <dgm:pt modelId="{A5549F28-68CE-41DA-80FC-B2562843B8B5}">
      <dgm:prSet phldrT="[Texto]"/>
      <dgm:spPr/>
      <dgm:t>
        <a:bodyPr/>
        <a:lstStyle/>
        <a:p>
          <a:r>
            <a:rPr lang="es-CO" dirty="0" smtClean="0">
              <a:latin typeface="Futura Std Medium" pitchFamily="34" charset="0"/>
            </a:rPr>
            <a:t>Tiempo: 1 mes</a:t>
          </a:r>
          <a:endParaRPr lang="es-CO" dirty="0">
            <a:latin typeface="Futura Std Medium" pitchFamily="34" charset="0"/>
          </a:endParaRPr>
        </a:p>
      </dgm:t>
    </dgm:pt>
    <dgm:pt modelId="{46DD5FCD-50B7-4C8A-9107-A80E6308931D}" type="parTrans" cxnId="{E375EA5B-87EB-4882-9F70-5F70D465272B}">
      <dgm:prSet/>
      <dgm:spPr/>
      <dgm:t>
        <a:bodyPr/>
        <a:lstStyle/>
        <a:p>
          <a:endParaRPr lang="es-CO"/>
        </a:p>
      </dgm:t>
    </dgm:pt>
    <dgm:pt modelId="{E5969DE5-22CE-4FA7-82B2-41C8A6E3077D}" type="sibTrans" cxnId="{E375EA5B-87EB-4882-9F70-5F70D465272B}">
      <dgm:prSet/>
      <dgm:spPr/>
      <dgm:t>
        <a:bodyPr/>
        <a:lstStyle/>
        <a:p>
          <a:endParaRPr lang="es-CO"/>
        </a:p>
      </dgm:t>
    </dgm:pt>
    <dgm:pt modelId="{F09051A8-28C2-4BBC-81E2-E093D6E4A62F}">
      <dgm:prSet phldrT="[Texto]"/>
      <dgm:spPr/>
      <dgm:t>
        <a:bodyPr/>
        <a:lstStyle/>
        <a:p>
          <a:r>
            <a:rPr lang="es-CO" dirty="0" smtClean="0">
              <a:solidFill>
                <a:schemeClr val="tx1"/>
              </a:solidFill>
              <a:latin typeface="Futura Std Medium" pitchFamily="34" charset="0"/>
            </a:rPr>
            <a:t>Fase II</a:t>
          </a:r>
          <a:endParaRPr lang="es-CO" dirty="0">
            <a:solidFill>
              <a:schemeClr val="tx1"/>
            </a:solidFill>
            <a:latin typeface="Futura Std Medium" pitchFamily="34" charset="0"/>
          </a:endParaRPr>
        </a:p>
      </dgm:t>
    </dgm:pt>
    <dgm:pt modelId="{B7071E6D-D04A-47E9-AAEA-A7A5A5A71DB7}" type="parTrans" cxnId="{52A2A647-7DB5-4FED-A68A-41C1949ACA7D}">
      <dgm:prSet/>
      <dgm:spPr/>
      <dgm:t>
        <a:bodyPr/>
        <a:lstStyle/>
        <a:p>
          <a:endParaRPr lang="es-CO"/>
        </a:p>
      </dgm:t>
    </dgm:pt>
    <dgm:pt modelId="{1EA542BA-2436-43EF-88CD-94D1CBBC4602}" type="sibTrans" cxnId="{52A2A647-7DB5-4FED-A68A-41C1949ACA7D}">
      <dgm:prSet/>
      <dgm:spPr/>
      <dgm:t>
        <a:bodyPr/>
        <a:lstStyle/>
        <a:p>
          <a:endParaRPr lang="es-CO"/>
        </a:p>
      </dgm:t>
    </dgm:pt>
    <dgm:pt modelId="{C607C328-5255-42F1-8C00-F3406D53BFFA}">
      <dgm:prSet phldrT="[Texto]"/>
      <dgm:spPr/>
      <dgm:t>
        <a:bodyPr/>
        <a:lstStyle/>
        <a:p>
          <a:r>
            <a:rPr lang="es-CO" dirty="0" smtClean="0">
              <a:latin typeface="Futura Std Medium" pitchFamily="34" charset="0"/>
            </a:rPr>
            <a:t>Diagnóstico</a:t>
          </a:r>
          <a:endParaRPr lang="es-CO" dirty="0">
            <a:latin typeface="Futura Std Medium" pitchFamily="34" charset="0"/>
          </a:endParaRPr>
        </a:p>
      </dgm:t>
    </dgm:pt>
    <dgm:pt modelId="{F5C7B788-2629-410B-A287-559BE6A284ED}" type="parTrans" cxnId="{447C54CF-F860-434A-8BC5-016988F1F51F}">
      <dgm:prSet/>
      <dgm:spPr/>
      <dgm:t>
        <a:bodyPr/>
        <a:lstStyle/>
        <a:p>
          <a:endParaRPr lang="es-CO"/>
        </a:p>
      </dgm:t>
    </dgm:pt>
    <dgm:pt modelId="{F93DE716-A945-48C5-9E65-CC780F3AFC96}" type="sibTrans" cxnId="{447C54CF-F860-434A-8BC5-016988F1F51F}">
      <dgm:prSet/>
      <dgm:spPr/>
      <dgm:t>
        <a:bodyPr/>
        <a:lstStyle/>
        <a:p>
          <a:endParaRPr lang="es-CO"/>
        </a:p>
      </dgm:t>
    </dgm:pt>
    <dgm:pt modelId="{AB55AF01-6C9E-42F4-A657-4680038A1618}">
      <dgm:prSet phldrT="[Texto]"/>
      <dgm:spPr/>
      <dgm:t>
        <a:bodyPr/>
        <a:lstStyle/>
        <a:p>
          <a:r>
            <a:rPr lang="es-CO" dirty="0" smtClean="0">
              <a:latin typeface="Futura Std Medium" pitchFamily="34" charset="0"/>
            </a:rPr>
            <a:t>Tiempo: 1 mes</a:t>
          </a:r>
          <a:endParaRPr lang="es-CO" dirty="0">
            <a:latin typeface="Futura Std Medium" pitchFamily="34" charset="0"/>
          </a:endParaRPr>
        </a:p>
      </dgm:t>
    </dgm:pt>
    <dgm:pt modelId="{D2D97B95-915C-4D2D-8259-9AAC4192013D}" type="parTrans" cxnId="{0F21778C-BE6D-4432-8806-58B40473F035}">
      <dgm:prSet/>
      <dgm:spPr/>
      <dgm:t>
        <a:bodyPr/>
        <a:lstStyle/>
        <a:p>
          <a:endParaRPr lang="es-CO"/>
        </a:p>
      </dgm:t>
    </dgm:pt>
    <dgm:pt modelId="{6ED7C2FD-12A8-4F04-96A3-5746A2EC6ACF}" type="sibTrans" cxnId="{0F21778C-BE6D-4432-8806-58B40473F035}">
      <dgm:prSet/>
      <dgm:spPr/>
      <dgm:t>
        <a:bodyPr/>
        <a:lstStyle/>
        <a:p>
          <a:endParaRPr lang="es-CO"/>
        </a:p>
      </dgm:t>
    </dgm:pt>
    <dgm:pt modelId="{70A38BC6-94D2-45CA-88E0-FFCDB6233DC2}">
      <dgm:prSet phldrT="[Texto]"/>
      <dgm:spPr/>
      <dgm:t>
        <a:bodyPr/>
        <a:lstStyle/>
        <a:p>
          <a:r>
            <a:rPr lang="es-CO" dirty="0" smtClean="0">
              <a:solidFill>
                <a:schemeClr val="tx1"/>
              </a:solidFill>
              <a:latin typeface="Futura Std Medium" pitchFamily="34" charset="0"/>
            </a:rPr>
            <a:t>Fase IV</a:t>
          </a:r>
          <a:endParaRPr lang="es-CO" dirty="0">
            <a:solidFill>
              <a:schemeClr val="tx1"/>
            </a:solidFill>
            <a:latin typeface="Futura Std Medium" pitchFamily="34" charset="0"/>
          </a:endParaRPr>
        </a:p>
      </dgm:t>
    </dgm:pt>
    <dgm:pt modelId="{3F1F40F4-E0B8-4239-869C-D6152F99CFE1}" type="parTrans" cxnId="{0D5390D9-2579-4EC4-9B17-DA1B3369D0D1}">
      <dgm:prSet/>
      <dgm:spPr/>
      <dgm:t>
        <a:bodyPr/>
        <a:lstStyle/>
        <a:p>
          <a:endParaRPr lang="es-CO"/>
        </a:p>
      </dgm:t>
    </dgm:pt>
    <dgm:pt modelId="{F961E7A7-7E01-4A71-837A-EA67CE46C4C2}" type="sibTrans" cxnId="{0D5390D9-2579-4EC4-9B17-DA1B3369D0D1}">
      <dgm:prSet/>
      <dgm:spPr/>
      <dgm:t>
        <a:bodyPr/>
        <a:lstStyle/>
        <a:p>
          <a:endParaRPr lang="es-CO"/>
        </a:p>
      </dgm:t>
    </dgm:pt>
    <dgm:pt modelId="{1B0BA926-783C-438E-A050-81FDAB495D85}">
      <dgm:prSet phldrT="[Texto]"/>
      <dgm:spPr/>
      <dgm:t>
        <a:bodyPr/>
        <a:lstStyle/>
        <a:p>
          <a:r>
            <a:rPr lang="es-CO" dirty="0" smtClean="0">
              <a:latin typeface="Futura Std Medium" pitchFamily="34" charset="0"/>
            </a:rPr>
            <a:t>Ejecución y Seguimiento</a:t>
          </a:r>
          <a:endParaRPr lang="es-CO" dirty="0">
            <a:latin typeface="Futura Std Medium" pitchFamily="34" charset="0"/>
          </a:endParaRPr>
        </a:p>
      </dgm:t>
    </dgm:pt>
    <dgm:pt modelId="{E73ACD48-05F1-4CB7-BB4C-2BC6E5560641}" type="parTrans" cxnId="{5EC592EB-1C05-4308-9FAE-8CB35B1B22D2}">
      <dgm:prSet/>
      <dgm:spPr/>
      <dgm:t>
        <a:bodyPr/>
        <a:lstStyle/>
        <a:p>
          <a:endParaRPr lang="es-CO"/>
        </a:p>
      </dgm:t>
    </dgm:pt>
    <dgm:pt modelId="{0C69CEEF-6BC1-47D9-9BDE-A1E9C9155718}" type="sibTrans" cxnId="{5EC592EB-1C05-4308-9FAE-8CB35B1B22D2}">
      <dgm:prSet/>
      <dgm:spPr/>
      <dgm:t>
        <a:bodyPr/>
        <a:lstStyle/>
        <a:p>
          <a:endParaRPr lang="es-CO"/>
        </a:p>
      </dgm:t>
    </dgm:pt>
    <dgm:pt modelId="{FC2ED93A-212E-4AC5-8BE1-64EC2F27D74C}">
      <dgm:prSet phldrT="[Texto]"/>
      <dgm:spPr/>
      <dgm:t>
        <a:bodyPr/>
        <a:lstStyle/>
        <a:p>
          <a:r>
            <a:rPr lang="es-CO" dirty="0" smtClean="0">
              <a:latin typeface="Futura Std Medium" pitchFamily="34" charset="0"/>
            </a:rPr>
            <a:t>Tiempo: 3 meses</a:t>
          </a:r>
          <a:endParaRPr lang="es-CO" dirty="0">
            <a:latin typeface="Futura Std Medium" pitchFamily="34" charset="0"/>
          </a:endParaRPr>
        </a:p>
      </dgm:t>
    </dgm:pt>
    <dgm:pt modelId="{F2DA1983-7BE9-4DC0-BE0F-AD43E4B0D5A7}" type="parTrans" cxnId="{B057C45D-C406-48E3-B650-262876770B6D}">
      <dgm:prSet/>
      <dgm:spPr/>
      <dgm:t>
        <a:bodyPr/>
        <a:lstStyle/>
        <a:p>
          <a:endParaRPr lang="es-CO"/>
        </a:p>
      </dgm:t>
    </dgm:pt>
    <dgm:pt modelId="{FF8B7DAE-8C8A-4439-827A-BD13E185C859}" type="sibTrans" cxnId="{B057C45D-C406-48E3-B650-262876770B6D}">
      <dgm:prSet/>
      <dgm:spPr/>
      <dgm:t>
        <a:bodyPr/>
        <a:lstStyle/>
        <a:p>
          <a:endParaRPr lang="es-CO"/>
        </a:p>
      </dgm:t>
    </dgm:pt>
    <dgm:pt modelId="{A06E0739-F7FC-4AD6-B075-E3670D0BA61E}">
      <dgm:prSet/>
      <dgm:spPr/>
      <dgm:t>
        <a:bodyPr/>
        <a:lstStyle/>
        <a:p>
          <a:r>
            <a:rPr lang="es-CO" dirty="0" smtClean="0">
              <a:latin typeface="Futura Std Medium" pitchFamily="34" charset="0"/>
            </a:rPr>
            <a:t>Fase III</a:t>
          </a:r>
          <a:endParaRPr lang="es-CO" dirty="0">
            <a:latin typeface="Futura Std Medium" pitchFamily="34" charset="0"/>
          </a:endParaRPr>
        </a:p>
      </dgm:t>
    </dgm:pt>
    <dgm:pt modelId="{37F79E0B-CC29-4771-A25B-FF6FE9BC7005}" type="parTrans" cxnId="{FB1F525A-60E5-429F-8D8F-074BBB3A3792}">
      <dgm:prSet/>
      <dgm:spPr/>
      <dgm:t>
        <a:bodyPr/>
        <a:lstStyle/>
        <a:p>
          <a:endParaRPr lang="es-CO"/>
        </a:p>
      </dgm:t>
    </dgm:pt>
    <dgm:pt modelId="{93D40D71-9059-4885-A959-102B28186A58}" type="sibTrans" cxnId="{FB1F525A-60E5-429F-8D8F-074BBB3A3792}">
      <dgm:prSet/>
      <dgm:spPr/>
      <dgm:t>
        <a:bodyPr/>
        <a:lstStyle/>
        <a:p>
          <a:endParaRPr lang="es-CO"/>
        </a:p>
      </dgm:t>
    </dgm:pt>
    <dgm:pt modelId="{8400C688-C1A6-4241-8ECE-37D067BF7413}">
      <dgm:prSet/>
      <dgm:spPr/>
      <dgm:t>
        <a:bodyPr/>
        <a:lstStyle/>
        <a:p>
          <a:r>
            <a:rPr lang="es-CO" dirty="0" smtClean="0">
              <a:solidFill>
                <a:schemeClr val="tx1"/>
              </a:solidFill>
              <a:latin typeface="Futura Std Medium" pitchFamily="34" charset="0"/>
            </a:rPr>
            <a:t>Fase V</a:t>
          </a:r>
          <a:endParaRPr lang="es-CO" dirty="0">
            <a:solidFill>
              <a:schemeClr val="tx1"/>
            </a:solidFill>
            <a:latin typeface="Futura Std Medium" pitchFamily="34" charset="0"/>
          </a:endParaRPr>
        </a:p>
      </dgm:t>
    </dgm:pt>
    <dgm:pt modelId="{7D325973-F5B9-42DD-8CB5-631FBC165B6F}" type="parTrans" cxnId="{5E36D974-3256-4DB4-9BCA-7D263B3ACA41}">
      <dgm:prSet/>
      <dgm:spPr/>
      <dgm:t>
        <a:bodyPr/>
        <a:lstStyle/>
        <a:p>
          <a:endParaRPr lang="es-CO"/>
        </a:p>
      </dgm:t>
    </dgm:pt>
    <dgm:pt modelId="{2B0C5E7B-7BF7-40E6-8D00-1A2D20EE123C}" type="sibTrans" cxnId="{5E36D974-3256-4DB4-9BCA-7D263B3ACA41}">
      <dgm:prSet/>
      <dgm:spPr/>
      <dgm:t>
        <a:bodyPr/>
        <a:lstStyle/>
        <a:p>
          <a:endParaRPr lang="es-CO"/>
        </a:p>
      </dgm:t>
    </dgm:pt>
    <dgm:pt modelId="{8ED7C14F-E049-419C-9537-A1AB89D114BF}">
      <dgm:prSet/>
      <dgm:spPr/>
      <dgm:t>
        <a:bodyPr/>
        <a:lstStyle/>
        <a:p>
          <a:r>
            <a:rPr lang="es-CO" dirty="0" smtClean="0">
              <a:latin typeface="Futura Std Medium" pitchFamily="34" charset="0"/>
            </a:rPr>
            <a:t>Planeación  de la Actualización.</a:t>
          </a:r>
          <a:endParaRPr lang="es-CO" dirty="0">
            <a:latin typeface="Futura Std Medium" pitchFamily="34" charset="0"/>
          </a:endParaRPr>
        </a:p>
      </dgm:t>
    </dgm:pt>
    <dgm:pt modelId="{78E22247-BEE7-4A02-A9A6-65AF8847EDE0}" type="parTrans" cxnId="{2631FF72-8D9B-46FA-B7E0-461E7C0D7EB5}">
      <dgm:prSet/>
      <dgm:spPr/>
      <dgm:t>
        <a:bodyPr/>
        <a:lstStyle/>
        <a:p>
          <a:endParaRPr lang="es-CO"/>
        </a:p>
      </dgm:t>
    </dgm:pt>
    <dgm:pt modelId="{9E4C2099-D243-4A6B-BA1A-4A5127D71FA0}" type="sibTrans" cxnId="{2631FF72-8D9B-46FA-B7E0-461E7C0D7EB5}">
      <dgm:prSet/>
      <dgm:spPr/>
      <dgm:t>
        <a:bodyPr/>
        <a:lstStyle/>
        <a:p>
          <a:endParaRPr lang="es-CO"/>
        </a:p>
      </dgm:t>
    </dgm:pt>
    <dgm:pt modelId="{073B620E-6C63-49D5-B26D-D8DD9E101695}">
      <dgm:prSet/>
      <dgm:spPr/>
      <dgm:t>
        <a:bodyPr/>
        <a:lstStyle/>
        <a:p>
          <a:r>
            <a:rPr lang="es-CO" dirty="0" smtClean="0">
              <a:latin typeface="Futura Std Medium" pitchFamily="34" charset="0"/>
            </a:rPr>
            <a:t>Tiempo: 1 mes</a:t>
          </a:r>
          <a:endParaRPr lang="es-CO" dirty="0">
            <a:latin typeface="Futura Std Medium" pitchFamily="34" charset="0"/>
          </a:endParaRPr>
        </a:p>
      </dgm:t>
    </dgm:pt>
    <dgm:pt modelId="{A2D29C47-C2E6-4135-8580-A933DEF4425D}" type="parTrans" cxnId="{DD5549D3-36BC-4572-99F8-60BE835CEF59}">
      <dgm:prSet/>
      <dgm:spPr/>
      <dgm:t>
        <a:bodyPr/>
        <a:lstStyle/>
        <a:p>
          <a:endParaRPr lang="es-CO"/>
        </a:p>
      </dgm:t>
    </dgm:pt>
    <dgm:pt modelId="{C1357226-5B2F-4CF8-9AAF-5F3ACC4F39C4}" type="sibTrans" cxnId="{DD5549D3-36BC-4572-99F8-60BE835CEF59}">
      <dgm:prSet/>
      <dgm:spPr/>
      <dgm:t>
        <a:bodyPr/>
        <a:lstStyle/>
        <a:p>
          <a:endParaRPr lang="es-CO"/>
        </a:p>
      </dgm:t>
    </dgm:pt>
    <dgm:pt modelId="{CFB47819-ADD6-4B36-8CEF-F6D347C4DEAE}">
      <dgm:prSet/>
      <dgm:spPr/>
      <dgm:t>
        <a:bodyPr/>
        <a:lstStyle/>
        <a:p>
          <a:r>
            <a:rPr lang="es-CO" dirty="0" smtClean="0">
              <a:latin typeface="Futura Std Medium" pitchFamily="34" charset="0"/>
            </a:rPr>
            <a:t>Cierre.</a:t>
          </a:r>
          <a:endParaRPr lang="es-CO" dirty="0">
            <a:latin typeface="Futura Std Medium" pitchFamily="34" charset="0"/>
          </a:endParaRPr>
        </a:p>
      </dgm:t>
    </dgm:pt>
    <dgm:pt modelId="{046D419D-6B50-4F6A-8422-F1C186438955}" type="parTrans" cxnId="{1DEF48F2-AC83-47B3-8AFD-DD311B33E8C9}">
      <dgm:prSet/>
      <dgm:spPr/>
      <dgm:t>
        <a:bodyPr/>
        <a:lstStyle/>
        <a:p>
          <a:endParaRPr lang="es-CO"/>
        </a:p>
      </dgm:t>
    </dgm:pt>
    <dgm:pt modelId="{EC46814B-7334-4B9C-B6BC-59240328D644}" type="sibTrans" cxnId="{1DEF48F2-AC83-47B3-8AFD-DD311B33E8C9}">
      <dgm:prSet/>
      <dgm:spPr/>
      <dgm:t>
        <a:bodyPr/>
        <a:lstStyle/>
        <a:p>
          <a:endParaRPr lang="es-CO"/>
        </a:p>
      </dgm:t>
    </dgm:pt>
    <dgm:pt modelId="{B001696B-3759-4D4F-B1FA-D8CE2D9D1A3D}">
      <dgm:prSet/>
      <dgm:spPr/>
      <dgm:t>
        <a:bodyPr/>
        <a:lstStyle/>
        <a:p>
          <a:r>
            <a:rPr lang="es-CO" dirty="0" smtClean="0">
              <a:latin typeface="Futura Std Medium" pitchFamily="34" charset="0"/>
            </a:rPr>
            <a:t>Tiempo: 1 mes</a:t>
          </a:r>
          <a:endParaRPr lang="es-CO" dirty="0">
            <a:latin typeface="Futura Std Medium" pitchFamily="34" charset="0"/>
          </a:endParaRPr>
        </a:p>
      </dgm:t>
    </dgm:pt>
    <dgm:pt modelId="{2799EFA1-79D2-4E51-9E30-E24D58237CEF}" type="parTrans" cxnId="{8A62918E-BD74-4113-AA02-8896DBB1096C}">
      <dgm:prSet/>
      <dgm:spPr/>
      <dgm:t>
        <a:bodyPr/>
        <a:lstStyle/>
        <a:p>
          <a:endParaRPr lang="es-CO"/>
        </a:p>
      </dgm:t>
    </dgm:pt>
    <dgm:pt modelId="{07973C1D-5590-4891-A603-660B5228C946}" type="sibTrans" cxnId="{8A62918E-BD74-4113-AA02-8896DBB1096C}">
      <dgm:prSet/>
      <dgm:spPr/>
      <dgm:t>
        <a:bodyPr/>
        <a:lstStyle/>
        <a:p>
          <a:endParaRPr lang="es-CO"/>
        </a:p>
      </dgm:t>
    </dgm:pt>
    <dgm:pt modelId="{E0876F85-1DDE-4D9F-AAEF-B5C1F5BB931E}" type="pres">
      <dgm:prSet presAssocID="{F4296B59-5C3A-4531-B220-E39AA9FAD937}" presName="Name0" presStyleCnt="0">
        <dgm:presLayoutVars>
          <dgm:dir/>
          <dgm:animLvl val="lvl"/>
          <dgm:resizeHandles/>
        </dgm:presLayoutVars>
      </dgm:prSet>
      <dgm:spPr/>
      <dgm:t>
        <a:bodyPr/>
        <a:lstStyle/>
        <a:p>
          <a:endParaRPr lang="es-CO"/>
        </a:p>
      </dgm:t>
    </dgm:pt>
    <dgm:pt modelId="{D7719BDB-7D10-4C91-B4BA-381415B76B6B}" type="pres">
      <dgm:prSet presAssocID="{F4EFD233-0296-403B-8740-9E9F2BC5C0F9}" presName="linNode" presStyleCnt="0"/>
      <dgm:spPr/>
    </dgm:pt>
    <dgm:pt modelId="{FB9947AE-3F5A-4438-A1BD-9341BC6B5DE2}" type="pres">
      <dgm:prSet presAssocID="{F4EFD233-0296-403B-8740-9E9F2BC5C0F9}" presName="parentShp" presStyleLbl="node1" presStyleIdx="0" presStyleCnt="5">
        <dgm:presLayoutVars>
          <dgm:bulletEnabled val="1"/>
        </dgm:presLayoutVars>
      </dgm:prSet>
      <dgm:spPr/>
      <dgm:t>
        <a:bodyPr/>
        <a:lstStyle/>
        <a:p>
          <a:endParaRPr lang="es-CO"/>
        </a:p>
      </dgm:t>
    </dgm:pt>
    <dgm:pt modelId="{9C9469F9-882B-48FB-B366-232B3FFEF88A}" type="pres">
      <dgm:prSet presAssocID="{F4EFD233-0296-403B-8740-9E9F2BC5C0F9}" presName="childShp" presStyleLbl="bgAccFollowNode1" presStyleIdx="0" presStyleCnt="5" custLinFactNeighborY="0">
        <dgm:presLayoutVars>
          <dgm:bulletEnabled val="1"/>
        </dgm:presLayoutVars>
      </dgm:prSet>
      <dgm:spPr/>
      <dgm:t>
        <a:bodyPr/>
        <a:lstStyle/>
        <a:p>
          <a:endParaRPr lang="es-CO"/>
        </a:p>
      </dgm:t>
    </dgm:pt>
    <dgm:pt modelId="{701A4757-23B4-4395-8C71-9B6F08C01F06}" type="pres">
      <dgm:prSet presAssocID="{54517AA4-7CE2-4427-88D2-C3083477D664}" presName="spacing" presStyleCnt="0"/>
      <dgm:spPr/>
    </dgm:pt>
    <dgm:pt modelId="{5AC88214-3EAC-479F-8A31-37BA7CE19FF5}" type="pres">
      <dgm:prSet presAssocID="{F09051A8-28C2-4BBC-81E2-E093D6E4A62F}" presName="linNode" presStyleCnt="0"/>
      <dgm:spPr/>
    </dgm:pt>
    <dgm:pt modelId="{711B98A7-4ACD-45BC-A190-23BF9CC37400}" type="pres">
      <dgm:prSet presAssocID="{F09051A8-28C2-4BBC-81E2-E093D6E4A62F}" presName="parentShp" presStyleLbl="node1" presStyleIdx="1" presStyleCnt="5">
        <dgm:presLayoutVars>
          <dgm:bulletEnabled val="1"/>
        </dgm:presLayoutVars>
      </dgm:prSet>
      <dgm:spPr/>
      <dgm:t>
        <a:bodyPr/>
        <a:lstStyle/>
        <a:p>
          <a:endParaRPr lang="es-CO"/>
        </a:p>
      </dgm:t>
    </dgm:pt>
    <dgm:pt modelId="{D49FB196-B8FE-4D74-BB4D-029CD4003B58}" type="pres">
      <dgm:prSet presAssocID="{F09051A8-28C2-4BBC-81E2-E093D6E4A62F}" presName="childShp" presStyleLbl="bgAccFollowNode1" presStyleIdx="1" presStyleCnt="5">
        <dgm:presLayoutVars>
          <dgm:bulletEnabled val="1"/>
        </dgm:presLayoutVars>
      </dgm:prSet>
      <dgm:spPr/>
      <dgm:t>
        <a:bodyPr/>
        <a:lstStyle/>
        <a:p>
          <a:endParaRPr lang="es-CO"/>
        </a:p>
      </dgm:t>
    </dgm:pt>
    <dgm:pt modelId="{A60541D6-A8C4-44CD-9A86-6F69B6BB50B1}" type="pres">
      <dgm:prSet presAssocID="{1EA542BA-2436-43EF-88CD-94D1CBBC4602}" presName="spacing" presStyleCnt="0"/>
      <dgm:spPr/>
    </dgm:pt>
    <dgm:pt modelId="{3D3D692C-E19C-4DAE-915C-ABCE5B0FAB8A}" type="pres">
      <dgm:prSet presAssocID="{A06E0739-F7FC-4AD6-B075-E3670D0BA61E}" presName="linNode" presStyleCnt="0"/>
      <dgm:spPr/>
    </dgm:pt>
    <dgm:pt modelId="{3EB70195-81F0-4279-9BE7-BF0542D1B956}" type="pres">
      <dgm:prSet presAssocID="{A06E0739-F7FC-4AD6-B075-E3670D0BA61E}" presName="parentShp" presStyleLbl="node1" presStyleIdx="2" presStyleCnt="5">
        <dgm:presLayoutVars>
          <dgm:bulletEnabled val="1"/>
        </dgm:presLayoutVars>
      </dgm:prSet>
      <dgm:spPr/>
      <dgm:t>
        <a:bodyPr/>
        <a:lstStyle/>
        <a:p>
          <a:endParaRPr lang="es-CO"/>
        </a:p>
      </dgm:t>
    </dgm:pt>
    <dgm:pt modelId="{47E150EB-C693-45E7-8969-ED801F5A4AAC}" type="pres">
      <dgm:prSet presAssocID="{A06E0739-F7FC-4AD6-B075-E3670D0BA61E}" presName="childShp" presStyleLbl="bgAccFollowNode1" presStyleIdx="2" presStyleCnt="5">
        <dgm:presLayoutVars>
          <dgm:bulletEnabled val="1"/>
        </dgm:presLayoutVars>
      </dgm:prSet>
      <dgm:spPr/>
      <dgm:t>
        <a:bodyPr/>
        <a:lstStyle/>
        <a:p>
          <a:endParaRPr lang="es-CO"/>
        </a:p>
      </dgm:t>
    </dgm:pt>
    <dgm:pt modelId="{D344EFB5-2C23-453D-A660-856E89DD3FD0}" type="pres">
      <dgm:prSet presAssocID="{93D40D71-9059-4885-A959-102B28186A58}" presName="spacing" presStyleCnt="0"/>
      <dgm:spPr/>
    </dgm:pt>
    <dgm:pt modelId="{B50A284A-D546-417C-947A-C185E84CE45E}" type="pres">
      <dgm:prSet presAssocID="{70A38BC6-94D2-45CA-88E0-FFCDB6233DC2}" presName="linNode" presStyleCnt="0"/>
      <dgm:spPr/>
    </dgm:pt>
    <dgm:pt modelId="{395A65AE-20D1-48A7-ACD1-6D1A0879C94D}" type="pres">
      <dgm:prSet presAssocID="{70A38BC6-94D2-45CA-88E0-FFCDB6233DC2}" presName="parentShp" presStyleLbl="node1" presStyleIdx="3" presStyleCnt="5">
        <dgm:presLayoutVars>
          <dgm:bulletEnabled val="1"/>
        </dgm:presLayoutVars>
      </dgm:prSet>
      <dgm:spPr/>
      <dgm:t>
        <a:bodyPr/>
        <a:lstStyle/>
        <a:p>
          <a:endParaRPr lang="es-CO"/>
        </a:p>
      </dgm:t>
    </dgm:pt>
    <dgm:pt modelId="{425ACD9A-65B3-47DD-9711-E281FE5FA44B}" type="pres">
      <dgm:prSet presAssocID="{70A38BC6-94D2-45CA-88E0-FFCDB6233DC2}" presName="childShp" presStyleLbl="bgAccFollowNode1" presStyleIdx="3" presStyleCnt="5">
        <dgm:presLayoutVars>
          <dgm:bulletEnabled val="1"/>
        </dgm:presLayoutVars>
      </dgm:prSet>
      <dgm:spPr/>
      <dgm:t>
        <a:bodyPr/>
        <a:lstStyle/>
        <a:p>
          <a:endParaRPr lang="es-CO"/>
        </a:p>
      </dgm:t>
    </dgm:pt>
    <dgm:pt modelId="{C88C5184-7FC9-4FDD-8428-E4F3A678DD5B}" type="pres">
      <dgm:prSet presAssocID="{F961E7A7-7E01-4A71-837A-EA67CE46C4C2}" presName="spacing" presStyleCnt="0"/>
      <dgm:spPr/>
    </dgm:pt>
    <dgm:pt modelId="{9353C3F2-2A7A-43BE-8470-E5DF19FBDDCC}" type="pres">
      <dgm:prSet presAssocID="{8400C688-C1A6-4241-8ECE-37D067BF7413}" presName="linNode" presStyleCnt="0"/>
      <dgm:spPr/>
    </dgm:pt>
    <dgm:pt modelId="{C850B4FE-11FF-4C26-8C8D-988F1ACECD78}" type="pres">
      <dgm:prSet presAssocID="{8400C688-C1A6-4241-8ECE-37D067BF7413}" presName="parentShp" presStyleLbl="node1" presStyleIdx="4" presStyleCnt="5">
        <dgm:presLayoutVars>
          <dgm:bulletEnabled val="1"/>
        </dgm:presLayoutVars>
      </dgm:prSet>
      <dgm:spPr/>
      <dgm:t>
        <a:bodyPr/>
        <a:lstStyle/>
        <a:p>
          <a:endParaRPr lang="es-CO"/>
        </a:p>
      </dgm:t>
    </dgm:pt>
    <dgm:pt modelId="{978AEFCB-5D83-4A8E-8881-A8F1C09DD29C}" type="pres">
      <dgm:prSet presAssocID="{8400C688-C1A6-4241-8ECE-37D067BF7413}" presName="childShp" presStyleLbl="bgAccFollowNode1" presStyleIdx="4" presStyleCnt="5">
        <dgm:presLayoutVars>
          <dgm:bulletEnabled val="1"/>
        </dgm:presLayoutVars>
      </dgm:prSet>
      <dgm:spPr/>
      <dgm:t>
        <a:bodyPr/>
        <a:lstStyle/>
        <a:p>
          <a:endParaRPr lang="es-CO"/>
        </a:p>
      </dgm:t>
    </dgm:pt>
  </dgm:ptLst>
  <dgm:cxnLst>
    <dgm:cxn modelId="{50BDF29B-3A3B-4245-877D-617F28A440EF}" type="presOf" srcId="{A06E0739-F7FC-4AD6-B075-E3670D0BA61E}" destId="{3EB70195-81F0-4279-9BE7-BF0542D1B956}" srcOrd="0" destOrd="0" presId="urn:microsoft.com/office/officeart/2005/8/layout/vList6"/>
    <dgm:cxn modelId="{5E36D974-3256-4DB4-9BCA-7D263B3ACA41}" srcId="{F4296B59-5C3A-4531-B220-E39AA9FAD937}" destId="{8400C688-C1A6-4241-8ECE-37D067BF7413}" srcOrd="4" destOrd="0" parTransId="{7D325973-F5B9-42DD-8CB5-631FBC165B6F}" sibTransId="{2B0C5E7B-7BF7-40E6-8D00-1A2D20EE123C}"/>
    <dgm:cxn modelId="{58907706-85E8-4F5E-BF09-FF8096D63EC8}" type="presOf" srcId="{A5549F28-68CE-41DA-80FC-B2562843B8B5}" destId="{9C9469F9-882B-48FB-B366-232B3FFEF88A}" srcOrd="0" destOrd="1" presId="urn:microsoft.com/office/officeart/2005/8/layout/vList6"/>
    <dgm:cxn modelId="{2631FF72-8D9B-46FA-B7E0-461E7C0D7EB5}" srcId="{A06E0739-F7FC-4AD6-B075-E3670D0BA61E}" destId="{8ED7C14F-E049-419C-9537-A1AB89D114BF}" srcOrd="0" destOrd="0" parTransId="{78E22247-BEE7-4A02-A9A6-65AF8847EDE0}" sibTransId="{9E4C2099-D243-4A6B-BA1A-4A5127D71FA0}"/>
    <dgm:cxn modelId="{3D4A1DC3-05C8-4BCB-B69C-C1F690003019}" type="presOf" srcId="{A794B4D0-76DB-494F-B2EA-6D7F5A85DDDF}" destId="{9C9469F9-882B-48FB-B366-232B3FFEF88A}" srcOrd="0" destOrd="0" presId="urn:microsoft.com/office/officeart/2005/8/layout/vList6"/>
    <dgm:cxn modelId="{FB1F525A-60E5-429F-8D8F-074BBB3A3792}" srcId="{F4296B59-5C3A-4531-B220-E39AA9FAD937}" destId="{A06E0739-F7FC-4AD6-B075-E3670D0BA61E}" srcOrd="2" destOrd="0" parTransId="{37F79E0B-CC29-4771-A25B-FF6FE9BC7005}" sibTransId="{93D40D71-9059-4885-A959-102B28186A58}"/>
    <dgm:cxn modelId="{DD5549D3-36BC-4572-99F8-60BE835CEF59}" srcId="{A06E0739-F7FC-4AD6-B075-E3670D0BA61E}" destId="{073B620E-6C63-49D5-B26D-D8DD9E101695}" srcOrd="1" destOrd="0" parTransId="{A2D29C47-C2E6-4135-8580-A933DEF4425D}" sibTransId="{C1357226-5B2F-4CF8-9AAF-5F3ACC4F39C4}"/>
    <dgm:cxn modelId="{AF47437E-CA3B-4B80-A4AD-548F547C7463}" type="presOf" srcId="{FC2ED93A-212E-4AC5-8BE1-64EC2F27D74C}" destId="{425ACD9A-65B3-47DD-9711-E281FE5FA44B}" srcOrd="0" destOrd="1" presId="urn:microsoft.com/office/officeart/2005/8/layout/vList6"/>
    <dgm:cxn modelId="{7B16FA26-585E-45B8-BE35-EEC16B07F37D}" type="presOf" srcId="{C607C328-5255-42F1-8C00-F3406D53BFFA}" destId="{D49FB196-B8FE-4D74-BB4D-029CD4003B58}" srcOrd="0" destOrd="0" presId="urn:microsoft.com/office/officeart/2005/8/layout/vList6"/>
    <dgm:cxn modelId="{52A2A647-7DB5-4FED-A68A-41C1949ACA7D}" srcId="{F4296B59-5C3A-4531-B220-E39AA9FAD937}" destId="{F09051A8-28C2-4BBC-81E2-E093D6E4A62F}" srcOrd="1" destOrd="0" parTransId="{B7071E6D-D04A-47E9-AAEA-A7A5A5A71DB7}" sibTransId="{1EA542BA-2436-43EF-88CD-94D1CBBC4602}"/>
    <dgm:cxn modelId="{947F1256-6FA7-4735-BAB4-EE61F1077403}" srcId="{F4EFD233-0296-403B-8740-9E9F2BC5C0F9}" destId="{A794B4D0-76DB-494F-B2EA-6D7F5A85DDDF}" srcOrd="0" destOrd="0" parTransId="{A45F7CF1-012A-4E75-A64E-92EDA6F368BE}" sibTransId="{7874FCC9-A300-4010-8B9F-B5FC829DDE37}"/>
    <dgm:cxn modelId="{E375EA5B-87EB-4882-9F70-5F70D465272B}" srcId="{F4EFD233-0296-403B-8740-9E9F2BC5C0F9}" destId="{A5549F28-68CE-41DA-80FC-B2562843B8B5}" srcOrd="1" destOrd="0" parTransId="{46DD5FCD-50B7-4C8A-9107-A80E6308931D}" sibTransId="{E5969DE5-22CE-4FA7-82B2-41C8A6E3077D}"/>
    <dgm:cxn modelId="{89A7A0FA-A734-4877-9FB6-6F9108E71AA0}" type="presOf" srcId="{AB55AF01-6C9E-42F4-A657-4680038A1618}" destId="{D49FB196-B8FE-4D74-BB4D-029CD4003B58}" srcOrd="0" destOrd="1" presId="urn:microsoft.com/office/officeart/2005/8/layout/vList6"/>
    <dgm:cxn modelId="{0D5390D9-2579-4EC4-9B17-DA1B3369D0D1}" srcId="{F4296B59-5C3A-4531-B220-E39AA9FAD937}" destId="{70A38BC6-94D2-45CA-88E0-FFCDB6233DC2}" srcOrd="3" destOrd="0" parTransId="{3F1F40F4-E0B8-4239-869C-D6152F99CFE1}" sibTransId="{F961E7A7-7E01-4A71-837A-EA67CE46C4C2}"/>
    <dgm:cxn modelId="{FDA368CB-C443-400B-9362-25821FC76A0A}" srcId="{F4296B59-5C3A-4531-B220-E39AA9FAD937}" destId="{F4EFD233-0296-403B-8740-9E9F2BC5C0F9}" srcOrd="0" destOrd="0" parTransId="{4A6AB4C2-68E6-4D1E-AC43-AAD6B37E1375}" sibTransId="{54517AA4-7CE2-4427-88D2-C3083477D664}"/>
    <dgm:cxn modelId="{B057C45D-C406-48E3-B650-262876770B6D}" srcId="{70A38BC6-94D2-45CA-88E0-FFCDB6233DC2}" destId="{FC2ED93A-212E-4AC5-8BE1-64EC2F27D74C}" srcOrd="1" destOrd="0" parTransId="{F2DA1983-7BE9-4DC0-BE0F-AD43E4B0D5A7}" sibTransId="{FF8B7DAE-8C8A-4439-827A-BD13E185C859}"/>
    <dgm:cxn modelId="{0FBCEF6D-43E8-47BD-A7D6-CF1D5AFA5A16}" type="presOf" srcId="{8400C688-C1A6-4241-8ECE-37D067BF7413}" destId="{C850B4FE-11FF-4C26-8C8D-988F1ACECD78}" srcOrd="0" destOrd="0" presId="urn:microsoft.com/office/officeart/2005/8/layout/vList6"/>
    <dgm:cxn modelId="{A67D6D70-6E72-42D5-B13E-2C65EB0D6227}" type="presOf" srcId="{073B620E-6C63-49D5-B26D-D8DD9E101695}" destId="{47E150EB-C693-45E7-8969-ED801F5A4AAC}" srcOrd="0" destOrd="1" presId="urn:microsoft.com/office/officeart/2005/8/layout/vList6"/>
    <dgm:cxn modelId="{75749CFB-95F2-4223-B9E6-084DA04AB223}" type="presOf" srcId="{F4296B59-5C3A-4531-B220-E39AA9FAD937}" destId="{E0876F85-1DDE-4D9F-AAEF-B5C1F5BB931E}" srcOrd="0" destOrd="0" presId="urn:microsoft.com/office/officeart/2005/8/layout/vList6"/>
    <dgm:cxn modelId="{447C54CF-F860-434A-8BC5-016988F1F51F}" srcId="{F09051A8-28C2-4BBC-81E2-E093D6E4A62F}" destId="{C607C328-5255-42F1-8C00-F3406D53BFFA}" srcOrd="0" destOrd="0" parTransId="{F5C7B788-2629-410B-A287-559BE6A284ED}" sibTransId="{F93DE716-A945-48C5-9E65-CC780F3AFC96}"/>
    <dgm:cxn modelId="{0F21778C-BE6D-4432-8806-58B40473F035}" srcId="{F09051A8-28C2-4BBC-81E2-E093D6E4A62F}" destId="{AB55AF01-6C9E-42F4-A657-4680038A1618}" srcOrd="1" destOrd="0" parTransId="{D2D97B95-915C-4D2D-8259-9AAC4192013D}" sibTransId="{6ED7C2FD-12A8-4F04-96A3-5746A2EC6ACF}"/>
    <dgm:cxn modelId="{3D85B1D8-64C5-4DC1-A830-47FCD1A4CDF7}" type="presOf" srcId="{8ED7C14F-E049-419C-9537-A1AB89D114BF}" destId="{47E150EB-C693-45E7-8969-ED801F5A4AAC}" srcOrd="0" destOrd="0" presId="urn:microsoft.com/office/officeart/2005/8/layout/vList6"/>
    <dgm:cxn modelId="{8A62918E-BD74-4113-AA02-8896DBB1096C}" srcId="{8400C688-C1A6-4241-8ECE-37D067BF7413}" destId="{B001696B-3759-4D4F-B1FA-D8CE2D9D1A3D}" srcOrd="1" destOrd="0" parTransId="{2799EFA1-79D2-4E51-9E30-E24D58237CEF}" sibTransId="{07973C1D-5590-4891-A603-660B5228C946}"/>
    <dgm:cxn modelId="{30023C05-AB44-4046-ABAC-F775CE08C6CF}" type="presOf" srcId="{1B0BA926-783C-438E-A050-81FDAB495D85}" destId="{425ACD9A-65B3-47DD-9711-E281FE5FA44B}" srcOrd="0" destOrd="0" presId="urn:microsoft.com/office/officeart/2005/8/layout/vList6"/>
    <dgm:cxn modelId="{A81BD20B-0E4D-44F0-A7D1-276CE9FAECF6}" type="presOf" srcId="{F09051A8-28C2-4BBC-81E2-E093D6E4A62F}" destId="{711B98A7-4ACD-45BC-A190-23BF9CC37400}" srcOrd="0" destOrd="0" presId="urn:microsoft.com/office/officeart/2005/8/layout/vList6"/>
    <dgm:cxn modelId="{DEA64C18-C073-47D1-85D3-967178400776}" type="presOf" srcId="{B001696B-3759-4D4F-B1FA-D8CE2D9D1A3D}" destId="{978AEFCB-5D83-4A8E-8881-A8F1C09DD29C}" srcOrd="0" destOrd="1" presId="urn:microsoft.com/office/officeart/2005/8/layout/vList6"/>
    <dgm:cxn modelId="{4E649F6E-9EEE-4F84-98CF-4A68B0159243}" type="presOf" srcId="{CFB47819-ADD6-4B36-8CEF-F6D347C4DEAE}" destId="{978AEFCB-5D83-4A8E-8881-A8F1C09DD29C}" srcOrd="0" destOrd="0" presId="urn:microsoft.com/office/officeart/2005/8/layout/vList6"/>
    <dgm:cxn modelId="{1DEF48F2-AC83-47B3-8AFD-DD311B33E8C9}" srcId="{8400C688-C1A6-4241-8ECE-37D067BF7413}" destId="{CFB47819-ADD6-4B36-8CEF-F6D347C4DEAE}" srcOrd="0" destOrd="0" parTransId="{046D419D-6B50-4F6A-8422-F1C186438955}" sibTransId="{EC46814B-7334-4B9C-B6BC-59240328D644}"/>
    <dgm:cxn modelId="{9482CD5B-4BE0-495B-A935-1841888CEE18}" type="presOf" srcId="{F4EFD233-0296-403B-8740-9E9F2BC5C0F9}" destId="{FB9947AE-3F5A-4438-A1BD-9341BC6B5DE2}" srcOrd="0" destOrd="0" presId="urn:microsoft.com/office/officeart/2005/8/layout/vList6"/>
    <dgm:cxn modelId="{5EC592EB-1C05-4308-9FAE-8CB35B1B22D2}" srcId="{70A38BC6-94D2-45CA-88E0-FFCDB6233DC2}" destId="{1B0BA926-783C-438E-A050-81FDAB495D85}" srcOrd="0" destOrd="0" parTransId="{E73ACD48-05F1-4CB7-BB4C-2BC6E5560641}" sibTransId="{0C69CEEF-6BC1-47D9-9BDE-A1E9C9155718}"/>
    <dgm:cxn modelId="{1DAAF033-19F7-44AC-B173-9019208B75DD}" type="presOf" srcId="{70A38BC6-94D2-45CA-88E0-FFCDB6233DC2}" destId="{395A65AE-20D1-48A7-ACD1-6D1A0879C94D}" srcOrd="0" destOrd="0" presId="urn:microsoft.com/office/officeart/2005/8/layout/vList6"/>
    <dgm:cxn modelId="{8556CC90-CFCC-4532-BA4C-EF9B4E1E24CE}" type="presParOf" srcId="{E0876F85-1DDE-4D9F-AAEF-B5C1F5BB931E}" destId="{D7719BDB-7D10-4C91-B4BA-381415B76B6B}" srcOrd="0" destOrd="0" presId="urn:microsoft.com/office/officeart/2005/8/layout/vList6"/>
    <dgm:cxn modelId="{71F7B352-3B65-48B5-969B-C41B48197212}" type="presParOf" srcId="{D7719BDB-7D10-4C91-B4BA-381415B76B6B}" destId="{FB9947AE-3F5A-4438-A1BD-9341BC6B5DE2}" srcOrd="0" destOrd="0" presId="urn:microsoft.com/office/officeart/2005/8/layout/vList6"/>
    <dgm:cxn modelId="{044EA314-1115-4559-A0BD-9D5F74D62E08}" type="presParOf" srcId="{D7719BDB-7D10-4C91-B4BA-381415B76B6B}" destId="{9C9469F9-882B-48FB-B366-232B3FFEF88A}" srcOrd="1" destOrd="0" presId="urn:microsoft.com/office/officeart/2005/8/layout/vList6"/>
    <dgm:cxn modelId="{ECD1BE0E-0212-420D-AB5A-3D9DEA078FF1}" type="presParOf" srcId="{E0876F85-1DDE-4D9F-AAEF-B5C1F5BB931E}" destId="{701A4757-23B4-4395-8C71-9B6F08C01F06}" srcOrd="1" destOrd="0" presId="urn:microsoft.com/office/officeart/2005/8/layout/vList6"/>
    <dgm:cxn modelId="{525E781C-BA63-4BEC-BEE5-1AFFD647BE5F}" type="presParOf" srcId="{E0876F85-1DDE-4D9F-AAEF-B5C1F5BB931E}" destId="{5AC88214-3EAC-479F-8A31-37BA7CE19FF5}" srcOrd="2" destOrd="0" presId="urn:microsoft.com/office/officeart/2005/8/layout/vList6"/>
    <dgm:cxn modelId="{EFABBFC7-8903-48B3-9857-4A016D5CF7C0}" type="presParOf" srcId="{5AC88214-3EAC-479F-8A31-37BA7CE19FF5}" destId="{711B98A7-4ACD-45BC-A190-23BF9CC37400}" srcOrd="0" destOrd="0" presId="urn:microsoft.com/office/officeart/2005/8/layout/vList6"/>
    <dgm:cxn modelId="{E71F4566-720B-41C7-B3B7-F760180B2A07}" type="presParOf" srcId="{5AC88214-3EAC-479F-8A31-37BA7CE19FF5}" destId="{D49FB196-B8FE-4D74-BB4D-029CD4003B58}" srcOrd="1" destOrd="0" presId="urn:microsoft.com/office/officeart/2005/8/layout/vList6"/>
    <dgm:cxn modelId="{B902BE88-A3CE-44F7-AF24-75875965D7BD}" type="presParOf" srcId="{E0876F85-1DDE-4D9F-AAEF-B5C1F5BB931E}" destId="{A60541D6-A8C4-44CD-9A86-6F69B6BB50B1}" srcOrd="3" destOrd="0" presId="urn:microsoft.com/office/officeart/2005/8/layout/vList6"/>
    <dgm:cxn modelId="{47BE0C9B-D85D-472C-A954-FE239328A51B}" type="presParOf" srcId="{E0876F85-1DDE-4D9F-AAEF-B5C1F5BB931E}" destId="{3D3D692C-E19C-4DAE-915C-ABCE5B0FAB8A}" srcOrd="4" destOrd="0" presId="urn:microsoft.com/office/officeart/2005/8/layout/vList6"/>
    <dgm:cxn modelId="{4BEF6BD4-E3CE-4AC6-934C-4AFC32BF53FF}" type="presParOf" srcId="{3D3D692C-E19C-4DAE-915C-ABCE5B0FAB8A}" destId="{3EB70195-81F0-4279-9BE7-BF0542D1B956}" srcOrd="0" destOrd="0" presId="urn:microsoft.com/office/officeart/2005/8/layout/vList6"/>
    <dgm:cxn modelId="{B902E48A-91C7-449D-9AE6-63F45B96A59D}" type="presParOf" srcId="{3D3D692C-E19C-4DAE-915C-ABCE5B0FAB8A}" destId="{47E150EB-C693-45E7-8969-ED801F5A4AAC}" srcOrd="1" destOrd="0" presId="urn:microsoft.com/office/officeart/2005/8/layout/vList6"/>
    <dgm:cxn modelId="{6BF00806-3B07-4E1F-B578-20C9E9285D4F}" type="presParOf" srcId="{E0876F85-1DDE-4D9F-AAEF-B5C1F5BB931E}" destId="{D344EFB5-2C23-453D-A660-856E89DD3FD0}" srcOrd="5" destOrd="0" presId="urn:microsoft.com/office/officeart/2005/8/layout/vList6"/>
    <dgm:cxn modelId="{D1BB740B-1895-45E6-9B2C-751BEB3EB4D5}" type="presParOf" srcId="{E0876F85-1DDE-4D9F-AAEF-B5C1F5BB931E}" destId="{B50A284A-D546-417C-947A-C185E84CE45E}" srcOrd="6" destOrd="0" presId="urn:microsoft.com/office/officeart/2005/8/layout/vList6"/>
    <dgm:cxn modelId="{BC2C0041-E094-435A-BD9B-DED7CE99B9BF}" type="presParOf" srcId="{B50A284A-D546-417C-947A-C185E84CE45E}" destId="{395A65AE-20D1-48A7-ACD1-6D1A0879C94D}" srcOrd="0" destOrd="0" presId="urn:microsoft.com/office/officeart/2005/8/layout/vList6"/>
    <dgm:cxn modelId="{56F605A8-C132-49F3-969F-7FDE9DB26AAD}" type="presParOf" srcId="{B50A284A-D546-417C-947A-C185E84CE45E}" destId="{425ACD9A-65B3-47DD-9711-E281FE5FA44B}" srcOrd="1" destOrd="0" presId="urn:microsoft.com/office/officeart/2005/8/layout/vList6"/>
    <dgm:cxn modelId="{5C4A1E5A-31AD-4FEA-8CD4-C4C4D9837091}" type="presParOf" srcId="{E0876F85-1DDE-4D9F-AAEF-B5C1F5BB931E}" destId="{C88C5184-7FC9-4FDD-8428-E4F3A678DD5B}" srcOrd="7" destOrd="0" presId="urn:microsoft.com/office/officeart/2005/8/layout/vList6"/>
    <dgm:cxn modelId="{6189A1CF-5067-4587-A5AB-EE480AEBA1BA}" type="presParOf" srcId="{E0876F85-1DDE-4D9F-AAEF-B5C1F5BB931E}" destId="{9353C3F2-2A7A-43BE-8470-E5DF19FBDDCC}" srcOrd="8" destOrd="0" presId="urn:microsoft.com/office/officeart/2005/8/layout/vList6"/>
    <dgm:cxn modelId="{545F02F3-FD0E-4D53-BC5F-5A5D4A305B96}" type="presParOf" srcId="{9353C3F2-2A7A-43BE-8470-E5DF19FBDDCC}" destId="{C850B4FE-11FF-4C26-8C8D-988F1ACECD78}" srcOrd="0" destOrd="0" presId="urn:microsoft.com/office/officeart/2005/8/layout/vList6"/>
    <dgm:cxn modelId="{B6D74F7F-15DD-4026-BBDC-28B0C5BD6140}" type="presParOf" srcId="{9353C3F2-2A7A-43BE-8470-E5DF19FBDDCC}" destId="{978AEFCB-5D83-4A8E-8881-A8F1C09DD29C}" srcOrd="1" destOrd="0" presId="urn:microsoft.com/office/officeart/2005/8/layout/vList6"/>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768FBC61-6883-4F0A-AE71-01DBA4C732BC}" type="doc">
      <dgm:prSet loTypeId="urn:microsoft.com/office/officeart/2005/8/layout/vList6" loCatId="list" qsTypeId="urn:microsoft.com/office/officeart/2005/8/quickstyle/simple1" qsCatId="simple" csTypeId="urn:microsoft.com/office/officeart/2005/8/colors/colorful1#2" csCatId="colorful" phldr="1"/>
      <dgm:spPr/>
      <dgm:t>
        <a:bodyPr/>
        <a:lstStyle/>
        <a:p>
          <a:endParaRPr lang="es-CO"/>
        </a:p>
      </dgm:t>
    </dgm:pt>
    <dgm:pt modelId="{0CECBCF5-89E0-46DE-A8CF-A93CB1649F68}">
      <dgm:prSet phldrT="[Texto]" custT="1"/>
      <dgm:spPr/>
      <dgm:t>
        <a:bodyPr/>
        <a:lstStyle/>
        <a:p>
          <a:r>
            <a:rPr lang="es-CO" sz="1500" b="1" dirty="0" smtClean="0">
              <a:latin typeface="Futura Std Medium" pitchFamily="34" charset="0"/>
            </a:rPr>
            <a:t>Fase I</a:t>
          </a:r>
        </a:p>
        <a:p>
          <a:r>
            <a:rPr lang="es-CO" sz="1500" b="1" dirty="0" smtClean="0">
              <a:latin typeface="Futura Std Medium" pitchFamily="34" charset="0"/>
            </a:rPr>
            <a:t>(6 Meses)</a:t>
          </a:r>
          <a:endParaRPr lang="es-CO" sz="1500" b="1" dirty="0">
            <a:latin typeface="Futura Std Medium" pitchFamily="34" charset="0"/>
          </a:endParaRPr>
        </a:p>
      </dgm:t>
    </dgm:pt>
    <dgm:pt modelId="{72446F0D-6747-40AE-BFD7-F5E967B3722F}" type="parTrans" cxnId="{AFF576CF-D58D-436D-A9AC-ED003C45FDC0}">
      <dgm:prSet/>
      <dgm:spPr/>
      <dgm:t>
        <a:bodyPr/>
        <a:lstStyle/>
        <a:p>
          <a:endParaRPr lang="es-CO"/>
        </a:p>
      </dgm:t>
    </dgm:pt>
    <dgm:pt modelId="{FBDC195C-F7B0-41C8-8916-0D8A52ABBF79}" type="sibTrans" cxnId="{AFF576CF-D58D-436D-A9AC-ED003C45FDC0}">
      <dgm:prSet/>
      <dgm:spPr/>
      <dgm:t>
        <a:bodyPr/>
        <a:lstStyle/>
        <a:p>
          <a:endParaRPr lang="es-CO"/>
        </a:p>
      </dgm:t>
    </dgm:pt>
    <dgm:pt modelId="{D17A1784-5DEA-4A79-90E0-6FADC40EC476}">
      <dgm:prSet phldrT="[Texto]" custT="1"/>
      <dgm:spPr/>
      <dgm:t>
        <a:bodyPr/>
        <a:lstStyle/>
        <a:p>
          <a:r>
            <a:rPr lang="es-CO" sz="1200" dirty="0" smtClean="0">
              <a:latin typeface="Futura Std Medium" pitchFamily="34" charset="0"/>
            </a:rPr>
            <a:t>Información y Comunicación</a:t>
          </a:r>
          <a:endParaRPr lang="es-CO" sz="1200" dirty="0">
            <a:latin typeface="Futura Std Medium" pitchFamily="34" charset="0"/>
          </a:endParaRPr>
        </a:p>
      </dgm:t>
    </dgm:pt>
    <dgm:pt modelId="{AF6D7F2B-4A14-41A3-AA3B-2E182B9EA442}" type="parTrans" cxnId="{33ADDD21-AC24-427B-8F06-1FB60C3E5ED0}">
      <dgm:prSet/>
      <dgm:spPr/>
      <dgm:t>
        <a:bodyPr/>
        <a:lstStyle/>
        <a:p>
          <a:endParaRPr lang="es-CO"/>
        </a:p>
      </dgm:t>
    </dgm:pt>
    <dgm:pt modelId="{AA0C231D-E3E1-48BA-AB72-B486CC7B2150}" type="sibTrans" cxnId="{33ADDD21-AC24-427B-8F06-1FB60C3E5ED0}">
      <dgm:prSet/>
      <dgm:spPr/>
      <dgm:t>
        <a:bodyPr/>
        <a:lstStyle/>
        <a:p>
          <a:endParaRPr lang="es-CO"/>
        </a:p>
      </dgm:t>
    </dgm:pt>
    <dgm:pt modelId="{38C6F8DC-7866-48D0-9B4D-86C1AF01E8B9}">
      <dgm:prSet phldrT="[Texto]" custT="1"/>
      <dgm:spPr/>
      <dgm:t>
        <a:bodyPr/>
        <a:lstStyle/>
        <a:p>
          <a:r>
            <a:rPr lang="es-CO" sz="1500" b="1" dirty="0" smtClean="0">
              <a:solidFill>
                <a:schemeClr val="tx1"/>
              </a:solidFill>
              <a:latin typeface="Futura Std Medium" pitchFamily="34" charset="0"/>
            </a:rPr>
            <a:t>Fase II</a:t>
          </a:r>
        </a:p>
        <a:p>
          <a:r>
            <a:rPr lang="es-CO" sz="1500" b="1" dirty="0" smtClean="0">
              <a:solidFill>
                <a:schemeClr val="tx1"/>
              </a:solidFill>
              <a:latin typeface="Futura Std Medium" pitchFamily="34" charset="0"/>
            </a:rPr>
            <a:t>(3 Meses)</a:t>
          </a:r>
          <a:endParaRPr lang="es-CO" sz="1500" dirty="0">
            <a:solidFill>
              <a:schemeClr val="tx1"/>
            </a:solidFill>
            <a:latin typeface="Futura Std Medium" pitchFamily="34" charset="0"/>
          </a:endParaRPr>
        </a:p>
      </dgm:t>
    </dgm:pt>
    <dgm:pt modelId="{1489B169-738B-47F1-A4F7-08F2D636D9D7}" type="parTrans" cxnId="{F55EAFF6-00F3-41FF-A7C9-B1729E5382CE}">
      <dgm:prSet/>
      <dgm:spPr/>
      <dgm:t>
        <a:bodyPr/>
        <a:lstStyle/>
        <a:p>
          <a:endParaRPr lang="es-CO"/>
        </a:p>
      </dgm:t>
    </dgm:pt>
    <dgm:pt modelId="{1FDBD3BF-4762-4E97-9F47-8540B5EF48AC}" type="sibTrans" cxnId="{F55EAFF6-00F3-41FF-A7C9-B1729E5382CE}">
      <dgm:prSet/>
      <dgm:spPr/>
      <dgm:t>
        <a:bodyPr/>
        <a:lstStyle/>
        <a:p>
          <a:endParaRPr lang="es-CO"/>
        </a:p>
      </dgm:t>
    </dgm:pt>
    <dgm:pt modelId="{E67BDAE1-D19F-4FC0-A7A0-468BB37A1128}">
      <dgm:prSet phldrT="[Texto]" custT="1"/>
      <dgm:spPr/>
      <dgm:t>
        <a:bodyPr/>
        <a:lstStyle/>
        <a:p>
          <a:r>
            <a:rPr lang="es-CO" sz="1400" dirty="0" smtClean="0">
              <a:latin typeface="Futura Std Medium" pitchFamily="34" charset="0"/>
            </a:rPr>
            <a:t> Acuerdos, compromisos y protocolos éticos</a:t>
          </a:r>
          <a:endParaRPr lang="es-CO" sz="1400" dirty="0">
            <a:latin typeface="Futura Std Medium" pitchFamily="34" charset="0"/>
          </a:endParaRPr>
        </a:p>
      </dgm:t>
    </dgm:pt>
    <dgm:pt modelId="{418D0B52-618F-4D30-B8FE-A66AFBBBCE1E}" type="parTrans" cxnId="{5E6270F9-600E-4374-96B3-E07E89B0E50A}">
      <dgm:prSet/>
      <dgm:spPr/>
      <dgm:t>
        <a:bodyPr/>
        <a:lstStyle/>
        <a:p>
          <a:endParaRPr lang="es-CO"/>
        </a:p>
      </dgm:t>
    </dgm:pt>
    <dgm:pt modelId="{444DF2C6-978F-4BBE-971B-14F30EDF47C4}" type="sibTrans" cxnId="{5E6270F9-600E-4374-96B3-E07E89B0E50A}">
      <dgm:prSet/>
      <dgm:spPr/>
      <dgm:t>
        <a:bodyPr/>
        <a:lstStyle/>
        <a:p>
          <a:endParaRPr lang="es-CO"/>
        </a:p>
      </dgm:t>
    </dgm:pt>
    <dgm:pt modelId="{405B2787-C7E3-47CB-991A-FF6FD63F8343}">
      <dgm:prSet phldrT="[Texto]" custT="1"/>
      <dgm:spPr/>
      <dgm:t>
        <a:bodyPr/>
        <a:lstStyle/>
        <a:p>
          <a:r>
            <a:rPr lang="es-CO" sz="1500" b="1" dirty="0" smtClean="0">
              <a:solidFill>
                <a:schemeClr val="tx1"/>
              </a:solidFill>
              <a:latin typeface="Futura Std Medium" pitchFamily="34" charset="0"/>
            </a:rPr>
            <a:t>Fase IV</a:t>
          </a:r>
        </a:p>
        <a:p>
          <a:r>
            <a:rPr lang="es-CO" sz="1500" b="1" dirty="0" smtClean="0">
              <a:solidFill>
                <a:schemeClr val="tx1"/>
              </a:solidFill>
              <a:latin typeface="Futura Std Medium" pitchFamily="34" charset="0"/>
            </a:rPr>
            <a:t>(3 meses)</a:t>
          </a:r>
          <a:endParaRPr lang="es-CO" sz="1500" b="1" dirty="0">
            <a:solidFill>
              <a:schemeClr val="tx1"/>
            </a:solidFill>
            <a:latin typeface="Futura Std Medium" pitchFamily="34" charset="0"/>
          </a:endParaRPr>
        </a:p>
      </dgm:t>
    </dgm:pt>
    <dgm:pt modelId="{923C6ECF-1BA5-489B-B2C1-FBBDD8BAA5C4}" type="parTrans" cxnId="{F4E27845-EB85-4C88-A564-F0393057BDF2}">
      <dgm:prSet/>
      <dgm:spPr/>
      <dgm:t>
        <a:bodyPr/>
        <a:lstStyle/>
        <a:p>
          <a:endParaRPr lang="es-CO"/>
        </a:p>
      </dgm:t>
    </dgm:pt>
    <dgm:pt modelId="{EE6D03F2-A0C7-442B-9F62-D150A04F9932}" type="sibTrans" cxnId="{F4E27845-EB85-4C88-A564-F0393057BDF2}">
      <dgm:prSet/>
      <dgm:spPr/>
      <dgm:t>
        <a:bodyPr/>
        <a:lstStyle/>
        <a:p>
          <a:endParaRPr lang="es-CO"/>
        </a:p>
      </dgm:t>
    </dgm:pt>
    <dgm:pt modelId="{08E00B9C-C3F1-4AEB-ADD4-BC9CFB3A482C}">
      <dgm:prSet phldrT="[Texto]" custT="1"/>
      <dgm:spPr/>
      <dgm:t>
        <a:bodyPr/>
        <a:lstStyle/>
        <a:p>
          <a:r>
            <a:rPr lang="es-CO" sz="1400" dirty="0" smtClean="0">
              <a:latin typeface="Futura Std Medium" pitchFamily="34" charset="0"/>
            </a:rPr>
            <a:t> Autoevaluación Institucional</a:t>
          </a:r>
          <a:endParaRPr lang="es-CO" sz="1400" dirty="0">
            <a:latin typeface="Futura Std Medium" pitchFamily="34" charset="0"/>
          </a:endParaRPr>
        </a:p>
      </dgm:t>
    </dgm:pt>
    <dgm:pt modelId="{95F48971-9948-46DC-AC1E-8ADDA910AF4B}" type="parTrans" cxnId="{62CAFE94-C3E8-4537-A966-30D16FB8B1CB}">
      <dgm:prSet/>
      <dgm:spPr/>
      <dgm:t>
        <a:bodyPr/>
        <a:lstStyle/>
        <a:p>
          <a:endParaRPr lang="es-CO"/>
        </a:p>
      </dgm:t>
    </dgm:pt>
    <dgm:pt modelId="{026BBE03-A3F0-405E-AEEC-4874C802346B}" type="sibTrans" cxnId="{62CAFE94-C3E8-4537-A966-30D16FB8B1CB}">
      <dgm:prSet/>
      <dgm:spPr/>
      <dgm:t>
        <a:bodyPr/>
        <a:lstStyle/>
        <a:p>
          <a:endParaRPr lang="es-CO"/>
        </a:p>
      </dgm:t>
    </dgm:pt>
    <dgm:pt modelId="{89A7B65E-DD40-437C-A15F-29F5F5D63348}">
      <dgm:prSet custT="1"/>
      <dgm:spPr/>
      <dgm:t>
        <a:bodyPr/>
        <a:lstStyle/>
        <a:p>
          <a:r>
            <a:rPr lang="es-CO" sz="1200" dirty="0" smtClean="0">
              <a:latin typeface="Futura Std Medium" pitchFamily="34" charset="0"/>
            </a:rPr>
            <a:t>Modelo de Operación por procesos</a:t>
          </a:r>
          <a:endParaRPr lang="es-CO" sz="1200" dirty="0">
            <a:latin typeface="Futura Std Medium" pitchFamily="34" charset="0"/>
          </a:endParaRPr>
        </a:p>
      </dgm:t>
    </dgm:pt>
    <dgm:pt modelId="{66810181-D418-4FF7-BF56-8511EBD22C81}" type="parTrans" cxnId="{3B8A16AF-F847-402C-A2F8-E476B5EB0F89}">
      <dgm:prSet/>
      <dgm:spPr/>
      <dgm:t>
        <a:bodyPr/>
        <a:lstStyle/>
        <a:p>
          <a:endParaRPr lang="es-CO"/>
        </a:p>
      </dgm:t>
    </dgm:pt>
    <dgm:pt modelId="{8FC0B537-5E7E-4DCA-B2A5-D749184950AC}" type="sibTrans" cxnId="{3B8A16AF-F847-402C-A2F8-E476B5EB0F89}">
      <dgm:prSet/>
      <dgm:spPr/>
      <dgm:t>
        <a:bodyPr/>
        <a:lstStyle/>
        <a:p>
          <a:endParaRPr lang="es-CO"/>
        </a:p>
      </dgm:t>
    </dgm:pt>
    <dgm:pt modelId="{BD471AEA-16B8-4B03-B2C8-A82FC6B96639}">
      <dgm:prSet custT="1"/>
      <dgm:spPr/>
      <dgm:t>
        <a:bodyPr/>
        <a:lstStyle/>
        <a:p>
          <a:r>
            <a:rPr lang="es-CO" sz="1200" dirty="0" smtClean="0">
              <a:latin typeface="Futura Std Medium" pitchFamily="34" charset="0"/>
            </a:rPr>
            <a:t>Planes, Programas y Proyectos </a:t>
          </a:r>
          <a:endParaRPr lang="es-CO" sz="1200" dirty="0">
            <a:latin typeface="Futura Std Medium" pitchFamily="34" charset="0"/>
          </a:endParaRPr>
        </a:p>
      </dgm:t>
    </dgm:pt>
    <dgm:pt modelId="{4C46A853-D0DB-4C99-89BA-13DC9862F07A}" type="parTrans" cxnId="{677C20A1-1994-4C96-B88C-AC423E359E48}">
      <dgm:prSet/>
      <dgm:spPr/>
      <dgm:t>
        <a:bodyPr/>
        <a:lstStyle/>
        <a:p>
          <a:endParaRPr lang="es-CO"/>
        </a:p>
      </dgm:t>
    </dgm:pt>
    <dgm:pt modelId="{B6B02580-02A6-4DBF-9EEF-FDADED1FCF3D}" type="sibTrans" cxnId="{677C20A1-1994-4C96-B88C-AC423E359E48}">
      <dgm:prSet/>
      <dgm:spPr/>
      <dgm:t>
        <a:bodyPr/>
        <a:lstStyle/>
        <a:p>
          <a:endParaRPr lang="es-CO"/>
        </a:p>
      </dgm:t>
    </dgm:pt>
    <dgm:pt modelId="{5031FB3D-93F3-41C8-A7B8-42C74E88BF63}">
      <dgm:prSet custT="1"/>
      <dgm:spPr/>
      <dgm:t>
        <a:bodyPr/>
        <a:lstStyle/>
        <a:p>
          <a:r>
            <a:rPr lang="es-CO" sz="1200" dirty="0" smtClean="0">
              <a:latin typeface="Futura Std Medium" pitchFamily="34" charset="0"/>
            </a:rPr>
            <a:t>Políticas de operación </a:t>
          </a:r>
          <a:endParaRPr lang="es-CO" sz="1200" dirty="0">
            <a:latin typeface="Futura Std Medium" pitchFamily="34" charset="0"/>
          </a:endParaRPr>
        </a:p>
      </dgm:t>
    </dgm:pt>
    <dgm:pt modelId="{8E8B770B-71FC-41B8-A90C-44592978F2B2}" type="parTrans" cxnId="{744730BF-B473-4171-8D06-D87CCCD3818E}">
      <dgm:prSet/>
      <dgm:spPr/>
      <dgm:t>
        <a:bodyPr/>
        <a:lstStyle/>
        <a:p>
          <a:endParaRPr lang="es-CO"/>
        </a:p>
      </dgm:t>
    </dgm:pt>
    <dgm:pt modelId="{4EB87804-2C0B-4CF0-B5CD-EA61A1CCFE9E}" type="sibTrans" cxnId="{744730BF-B473-4171-8D06-D87CCCD3818E}">
      <dgm:prSet/>
      <dgm:spPr/>
      <dgm:t>
        <a:bodyPr/>
        <a:lstStyle/>
        <a:p>
          <a:endParaRPr lang="es-CO"/>
        </a:p>
      </dgm:t>
    </dgm:pt>
    <dgm:pt modelId="{8ADCC3D4-906F-4C17-802C-DDC93C393769}">
      <dgm:prSet custT="1"/>
      <dgm:spPr/>
      <dgm:t>
        <a:bodyPr/>
        <a:lstStyle/>
        <a:p>
          <a:r>
            <a:rPr lang="es-CO" sz="1200" dirty="0" smtClean="0">
              <a:latin typeface="Futura Std Medium" pitchFamily="34" charset="0"/>
            </a:rPr>
            <a:t>Estructura organizacional</a:t>
          </a:r>
          <a:endParaRPr lang="es-CO" sz="1200" dirty="0">
            <a:latin typeface="Futura Std Medium" pitchFamily="34" charset="0"/>
          </a:endParaRPr>
        </a:p>
      </dgm:t>
    </dgm:pt>
    <dgm:pt modelId="{C4438514-2E8F-4D86-AD3D-D4EFD039F9E2}" type="parTrans" cxnId="{BD9B7387-3C62-4257-B015-BA68D9687B55}">
      <dgm:prSet/>
      <dgm:spPr/>
      <dgm:t>
        <a:bodyPr/>
        <a:lstStyle/>
        <a:p>
          <a:endParaRPr lang="es-CO"/>
        </a:p>
      </dgm:t>
    </dgm:pt>
    <dgm:pt modelId="{89756C60-5651-4538-B180-3D9562A1E380}" type="sibTrans" cxnId="{BD9B7387-3C62-4257-B015-BA68D9687B55}">
      <dgm:prSet/>
      <dgm:spPr/>
      <dgm:t>
        <a:bodyPr/>
        <a:lstStyle/>
        <a:p>
          <a:endParaRPr lang="es-CO"/>
        </a:p>
      </dgm:t>
    </dgm:pt>
    <dgm:pt modelId="{7ADB01BE-4F7B-4340-832C-8844FA2144CB}">
      <dgm:prSet custT="1"/>
      <dgm:spPr/>
      <dgm:t>
        <a:bodyPr/>
        <a:lstStyle/>
        <a:p>
          <a:r>
            <a:rPr lang="es-CO" sz="1200" dirty="0" smtClean="0">
              <a:latin typeface="Futura Std Medium" pitchFamily="34" charset="0"/>
            </a:rPr>
            <a:t>Indicadores de Gestión </a:t>
          </a:r>
          <a:endParaRPr lang="es-CO" sz="1200" dirty="0">
            <a:latin typeface="Futura Std Medium" pitchFamily="34" charset="0"/>
          </a:endParaRPr>
        </a:p>
      </dgm:t>
    </dgm:pt>
    <dgm:pt modelId="{7D0B05D0-3114-4B02-B4D8-18FE6B783836}" type="parTrans" cxnId="{0C4C1C38-C665-4A10-9779-FAD483D288D4}">
      <dgm:prSet/>
      <dgm:spPr/>
      <dgm:t>
        <a:bodyPr/>
        <a:lstStyle/>
        <a:p>
          <a:endParaRPr lang="es-CO"/>
        </a:p>
      </dgm:t>
    </dgm:pt>
    <dgm:pt modelId="{5D12CD58-C17E-45CC-875E-679CFA2D2D99}" type="sibTrans" cxnId="{0C4C1C38-C665-4A10-9779-FAD483D288D4}">
      <dgm:prSet/>
      <dgm:spPr/>
      <dgm:t>
        <a:bodyPr/>
        <a:lstStyle/>
        <a:p>
          <a:endParaRPr lang="es-CO"/>
        </a:p>
      </dgm:t>
    </dgm:pt>
    <dgm:pt modelId="{073F67C1-56C0-4316-940B-CFDB846A5714}">
      <dgm:prSet custT="1"/>
      <dgm:spPr/>
      <dgm:t>
        <a:bodyPr/>
        <a:lstStyle/>
        <a:p>
          <a:r>
            <a:rPr lang="es-CO" sz="1400" dirty="0" smtClean="0">
              <a:latin typeface="Futura Std Medium" pitchFamily="34" charset="0"/>
            </a:rPr>
            <a:t>Desarrollo del Talento Humano</a:t>
          </a:r>
          <a:endParaRPr lang="es-CO" sz="1400" dirty="0">
            <a:latin typeface="Futura Std Medium" pitchFamily="34" charset="0"/>
          </a:endParaRPr>
        </a:p>
      </dgm:t>
    </dgm:pt>
    <dgm:pt modelId="{2CC8689D-6969-4483-8C1A-21425DF5BB20}" type="parTrans" cxnId="{7F72B300-283A-4C92-9C3E-932882262CF3}">
      <dgm:prSet/>
      <dgm:spPr/>
      <dgm:t>
        <a:bodyPr/>
        <a:lstStyle/>
        <a:p>
          <a:endParaRPr lang="es-CO"/>
        </a:p>
      </dgm:t>
    </dgm:pt>
    <dgm:pt modelId="{6D39372D-B594-4F3D-BB1D-49F129C424C9}" type="sibTrans" cxnId="{7F72B300-283A-4C92-9C3E-932882262CF3}">
      <dgm:prSet/>
      <dgm:spPr/>
      <dgm:t>
        <a:bodyPr/>
        <a:lstStyle/>
        <a:p>
          <a:endParaRPr lang="es-CO"/>
        </a:p>
      </dgm:t>
    </dgm:pt>
    <dgm:pt modelId="{196DC763-D13E-46F8-BBFE-2BC0FA1CDDE1}">
      <dgm:prSet custT="1"/>
      <dgm:spPr/>
      <dgm:t>
        <a:bodyPr/>
        <a:lstStyle/>
        <a:p>
          <a:r>
            <a:rPr lang="es-CO" sz="1500" b="1" dirty="0" smtClean="0">
              <a:latin typeface="Futura Std Medium" pitchFamily="34" charset="0"/>
            </a:rPr>
            <a:t>Fase III</a:t>
          </a:r>
        </a:p>
        <a:p>
          <a:r>
            <a:rPr lang="es-CO" sz="1500" b="1" dirty="0" smtClean="0">
              <a:latin typeface="Futura Std Medium" pitchFamily="34" charset="0"/>
            </a:rPr>
            <a:t>(6 Meses)</a:t>
          </a:r>
        </a:p>
      </dgm:t>
    </dgm:pt>
    <dgm:pt modelId="{09773221-82D8-46C7-B1FD-1EADE8942884}" type="parTrans" cxnId="{48FECFB8-FD18-4DDF-98ED-34F1CC5E0ACF}">
      <dgm:prSet/>
      <dgm:spPr/>
      <dgm:t>
        <a:bodyPr/>
        <a:lstStyle/>
        <a:p>
          <a:endParaRPr lang="es-CO"/>
        </a:p>
      </dgm:t>
    </dgm:pt>
    <dgm:pt modelId="{F55E3B7F-5C4B-4D8E-B424-0D00C534DBF9}" type="sibTrans" cxnId="{48FECFB8-FD18-4DDF-98ED-34F1CC5E0ACF}">
      <dgm:prSet/>
      <dgm:spPr/>
      <dgm:t>
        <a:bodyPr/>
        <a:lstStyle/>
        <a:p>
          <a:endParaRPr lang="es-CO"/>
        </a:p>
      </dgm:t>
    </dgm:pt>
    <dgm:pt modelId="{35B1F43C-AA60-43CC-94E3-201B8BF996B9}">
      <dgm:prSet custT="1"/>
      <dgm:spPr/>
      <dgm:t>
        <a:bodyPr/>
        <a:lstStyle/>
        <a:p>
          <a:r>
            <a:rPr lang="es-CO" sz="1400" dirty="0" smtClean="0">
              <a:latin typeface="Futura Std Medium" pitchFamily="34" charset="0"/>
            </a:rPr>
            <a:t> Políticas de Administración del Riesgo </a:t>
          </a:r>
          <a:endParaRPr lang="es-CO" sz="1400" dirty="0">
            <a:latin typeface="Futura Std Medium" pitchFamily="34" charset="0"/>
          </a:endParaRPr>
        </a:p>
      </dgm:t>
    </dgm:pt>
    <dgm:pt modelId="{0AF020A8-39E6-4AF9-9C4B-4C0A863BA3DA}" type="parTrans" cxnId="{5A794DEE-62E3-494E-8C39-3EB0AD4222A4}">
      <dgm:prSet/>
      <dgm:spPr/>
      <dgm:t>
        <a:bodyPr/>
        <a:lstStyle/>
        <a:p>
          <a:endParaRPr lang="es-CO"/>
        </a:p>
      </dgm:t>
    </dgm:pt>
    <dgm:pt modelId="{CBD4048A-FBA3-41A4-A24D-DE1189D0B549}" type="sibTrans" cxnId="{5A794DEE-62E3-494E-8C39-3EB0AD4222A4}">
      <dgm:prSet/>
      <dgm:spPr/>
      <dgm:t>
        <a:bodyPr/>
        <a:lstStyle/>
        <a:p>
          <a:endParaRPr lang="es-CO"/>
        </a:p>
      </dgm:t>
    </dgm:pt>
    <dgm:pt modelId="{883CE3B6-91F8-4BBC-9D4F-84090EBF2A63}">
      <dgm:prSet custT="1"/>
      <dgm:spPr/>
      <dgm:t>
        <a:bodyPr/>
        <a:lstStyle/>
        <a:p>
          <a:r>
            <a:rPr lang="es-CO" sz="1400" dirty="0" smtClean="0">
              <a:latin typeface="Futura Std Medium" pitchFamily="34" charset="0"/>
            </a:rPr>
            <a:t>Identificación del Riesgo</a:t>
          </a:r>
          <a:endParaRPr lang="es-CO" sz="1400" dirty="0">
            <a:latin typeface="Futura Std Medium" pitchFamily="34" charset="0"/>
          </a:endParaRPr>
        </a:p>
      </dgm:t>
    </dgm:pt>
    <dgm:pt modelId="{1973FCC3-55ED-4ACC-8122-D75D5B4C317D}" type="parTrans" cxnId="{E3352F0F-63CE-4471-9C5A-589A956825C2}">
      <dgm:prSet/>
      <dgm:spPr/>
      <dgm:t>
        <a:bodyPr/>
        <a:lstStyle/>
        <a:p>
          <a:endParaRPr lang="es-CO"/>
        </a:p>
      </dgm:t>
    </dgm:pt>
    <dgm:pt modelId="{EF9DF376-C5FF-4111-AD76-BB75F0558972}" type="sibTrans" cxnId="{E3352F0F-63CE-4471-9C5A-589A956825C2}">
      <dgm:prSet/>
      <dgm:spPr/>
      <dgm:t>
        <a:bodyPr/>
        <a:lstStyle/>
        <a:p>
          <a:endParaRPr lang="es-CO"/>
        </a:p>
      </dgm:t>
    </dgm:pt>
    <dgm:pt modelId="{0E7AD143-AC22-4D56-89D6-C72280C96537}">
      <dgm:prSet custT="1"/>
      <dgm:spPr/>
      <dgm:t>
        <a:bodyPr/>
        <a:lstStyle/>
        <a:p>
          <a:r>
            <a:rPr lang="es-CO" sz="1400" dirty="0" smtClean="0">
              <a:latin typeface="Futura Std Medium" pitchFamily="34" charset="0"/>
            </a:rPr>
            <a:t> Análisis y Valoración del Riesgo</a:t>
          </a:r>
          <a:endParaRPr lang="es-CO" sz="1400" dirty="0">
            <a:latin typeface="Futura Std Medium" pitchFamily="34" charset="0"/>
          </a:endParaRPr>
        </a:p>
      </dgm:t>
    </dgm:pt>
    <dgm:pt modelId="{691994A7-DF3F-4123-B8B0-6DF2B541251F}" type="parTrans" cxnId="{597C6565-D565-45BF-9079-57E7F50A46E2}">
      <dgm:prSet/>
      <dgm:spPr/>
      <dgm:t>
        <a:bodyPr/>
        <a:lstStyle/>
        <a:p>
          <a:endParaRPr lang="es-CO"/>
        </a:p>
      </dgm:t>
    </dgm:pt>
    <dgm:pt modelId="{761E2801-EB71-4062-9D1F-AF4F22C85459}" type="sibTrans" cxnId="{597C6565-D565-45BF-9079-57E7F50A46E2}">
      <dgm:prSet/>
      <dgm:spPr/>
      <dgm:t>
        <a:bodyPr/>
        <a:lstStyle/>
        <a:p>
          <a:endParaRPr lang="es-CO"/>
        </a:p>
      </dgm:t>
    </dgm:pt>
    <dgm:pt modelId="{E2C557DD-7295-4B77-A689-742918FE050A}">
      <dgm:prSet/>
      <dgm:spPr/>
      <dgm:t>
        <a:bodyPr/>
        <a:lstStyle/>
        <a:p>
          <a:endParaRPr lang="es-CO" sz="800" dirty="0">
            <a:latin typeface="Futura Std Medium" pitchFamily="34" charset="0"/>
          </a:endParaRPr>
        </a:p>
      </dgm:t>
    </dgm:pt>
    <dgm:pt modelId="{C8D06713-51F9-4D1F-9967-9BBF7498DD2C}" type="parTrans" cxnId="{C539C579-20B2-46BD-A239-746F5666496D}">
      <dgm:prSet/>
      <dgm:spPr/>
      <dgm:t>
        <a:bodyPr/>
        <a:lstStyle/>
        <a:p>
          <a:endParaRPr lang="es-CO"/>
        </a:p>
      </dgm:t>
    </dgm:pt>
    <dgm:pt modelId="{4E8ADF86-8BB6-447D-A099-685C1A3EBA37}" type="sibTrans" cxnId="{C539C579-20B2-46BD-A239-746F5666496D}">
      <dgm:prSet/>
      <dgm:spPr/>
      <dgm:t>
        <a:bodyPr/>
        <a:lstStyle/>
        <a:p>
          <a:endParaRPr lang="es-CO"/>
        </a:p>
      </dgm:t>
    </dgm:pt>
    <dgm:pt modelId="{86BE391D-8E86-42BF-A8ED-2A76AD5CCBFA}">
      <dgm:prSet custT="1"/>
      <dgm:spPr/>
      <dgm:t>
        <a:bodyPr/>
        <a:lstStyle/>
        <a:p>
          <a:r>
            <a:rPr lang="es-CO" sz="1400" dirty="0" smtClean="0">
              <a:latin typeface="Futura Std Medium" pitchFamily="34" charset="0"/>
            </a:rPr>
            <a:t> Auditoría </a:t>
          </a:r>
          <a:r>
            <a:rPr lang="es-CO" sz="1400" dirty="0">
              <a:latin typeface="Futura Std Medium" pitchFamily="34" charset="0"/>
            </a:rPr>
            <a:t>Interna </a:t>
          </a:r>
        </a:p>
      </dgm:t>
    </dgm:pt>
    <dgm:pt modelId="{05C27951-8179-4568-AB46-FFF229AAF810}" type="parTrans" cxnId="{0D3AE746-C053-4F38-8814-67FB316A13E5}">
      <dgm:prSet/>
      <dgm:spPr/>
      <dgm:t>
        <a:bodyPr/>
        <a:lstStyle/>
        <a:p>
          <a:endParaRPr lang="es-CO"/>
        </a:p>
      </dgm:t>
    </dgm:pt>
    <dgm:pt modelId="{9864F472-4B4E-4CF5-92B6-EA993D166A46}" type="sibTrans" cxnId="{0D3AE746-C053-4F38-8814-67FB316A13E5}">
      <dgm:prSet/>
      <dgm:spPr/>
      <dgm:t>
        <a:bodyPr/>
        <a:lstStyle/>
        <a:p>
          <a:endParaRPr lang="es-CO"/>
        </a:p>
      </dgm:t>
    </dgm:pt>
    <dgm:pt modelId="{59232E45-2A66-438A-9543-B8765C1A8563}">
      <dgm:prSet custT="1"/>
      <dgm:spPr/>
      <dgm:t>
        <a:bodyPr/>
        <a:lstStyle/>
        <a:p>
          <a:r>
            <a:rPr lang="es-CO" sz="1400" dirty="0" smtClean="0">
              <a:latin typeface="Futura Std Medium" pitchFamily="34" charset="0"/>
            </a:rPr>
            <a:t> Planes </a:t>
          </a:r>
          <a:r>
            <a:rPr lang="es-CO" sz="1400" dirty="0">
              <a:latin typeface="Futura Std Medium" pitchFamily="34" charset="0"/>
            </a:rPr>
            <a:t>de Mejoramiento</a:t>
          </a:r>
        </a:p>
      </dgm:t>
    </dgm:pt>
    <dgm:pt modelId="{F816D5EC-4C10-42C4-8AC0-A6966B6D77ED}" type="parTrans" cxnId="{2B0CCA07-D001-4FE0-8D8B-30C77E206519}">
      <dgm:prSet/>
      <dgm:spPr/>
      <dgm:t>
        <a:bodyPr/>
        <a:lstStyle/>
        <a:p>
          <a:endParaRPr lang="es-CO"/>
        </a:p>
      </dgm:t>
    </dgm:pt>
    <dgm:pt modelId="{3E37F354-2BED-4863-AE46-477E13D234E4}" type="sibTrans" cxnId="{2B0CCA07-D001-4FE0-8D8B-30C77E206519}">
      <dgm:prSet/>
      <dgm:spPr/>
      <dgm:t>
        <a:bodyPr/>
        <a:lstStyle/>
        <a:p>
          <a:endParaRPr lang="es-CO"/>
        </a:p>
      </dgm:t>
    </dgm:pt>
    <dgm:pt modelId="{6948382C-4276-4B8B-9A63-9E296E4590EF}" type="pres">
      <dgm:prSet presAssocID="{768FBC61-6883-4F0A-AE71-01DBA4C732BC}" presName="Name0" presStyleCnt="0">
        <dgm:presLayoutVars>
          <dgm:dir/>
          <dgm:animLvl val="lvl"/>
          <dgm:resizeHandles/>
        </dgm:presLayoutVars>
      </dgm:prSet>
      <dgm:spPr/>
      <dgm:t>
        <a:bodyPr/>
        <a:lstStyle/>
        <a:p>
          <a:endParaRPr lang="es-CO"/>
        </a:p>
      </dgm:t>
    </dgm:pt>
    <dgm:pt modelId="{2CEA24C0-AF39-4D9A-8CD7-68F87D840F56}" type="pres">
      <dgm:prSet presAssocID="{0CECBCF5-89E0-46DE-A8CF-A93CB1649F68}" presName="linNode" presStyleCnt="0"/>
      <dgm:spPr/>
    </dgm:pt>
    <dgm:pt modelId="{BE2E13CE-9EDC-4845-A380-616F585672F0}" type="pres">
      <dgm:prSet presAssocID="{0CECBCF5-89E0-46DE-A8CF-A93CB1649F68}" presName="parentShp" presStyleLbl="node1" presStyleIdx="0" presStyleCnt="4" custScaleX="40131">
        <dgm:presLayoutVars>
          <dgm:bulletEnabled val="1"/>
        </dgm:presLayoutVars>
      </dgm:prSet>
      <dgm:spPr/>
      <dgm:t>
        <a:bodyPr/>
        <a:lstStyle/>
        <a:p>
          <a:endParaRPr lang="es-CO"/>
        </a:p>
      </dgm:t>
    </dgm:pt>
    <dgm:pt modelId="{BF36B75A-63EB-4ACF-80A0-D99FFDBF12E4}" type="pres">
      <dgm:prSet presAssocID="{0CECBCF5-89E0-46DE-A8CF-A93CB1649F68}" presName="childShp" presStyleLbl="bgAccFollowNode1" presStyleIdx="0" presStyleCnt="4" custScaleX="96858" custScaleY="234595">
        <dgm:presLayoutVars>
          <dgm:bulletEnabled val="1"/>
        </dgm:presLayoutVars>
      </dgm:prSet>
      <dgm:spPr/>
      <dgm:t>
        <a:bodyPr/>
        <a:lstStyle/>
        <a:p>
          <a:endParaRPr lang="es-CO"/>
        </a:p>
      </dgm:t>
    </dgm:pt>
    <dgm:pt modelId="{79013784-ED4D-415A-B1AF-D7C128A96BAE}" type="pres">
      <dgm:prSet presAssocID="{FBDC195C-F7B0-41C8-8916-0D8A52ABBF79}" presName="spacing" presStyleCnt="0"/>
      <dgm:spPr/>
    </dgm:pt>
    <dgm:pt modelId="{D24B6D4C-41E4-429C-B7D2-8D35D87DB837}" type="pres">
      <dgm:prSet presAssocID="{38C6F8DC-7866-48D0-9B4D-86C1AF01E8B9}" presName="linNode" presStyleCnt="0"/>
      <dgm:spPr/>
    </dgm:pt>
    <dgm:pt modelId="{9D233466-975C-4996-9B6C-90508BE7B87C}" type="pres">
      <dgm:prSet presAssocID="{38C6F8DC-7866-48D0-9B4D-86C1AF01E8B9}" presName="parentShp" presStyleLbl="node1" presStyleIdx="1" presStyleCnt="4" custScaleX="39694">
        <dgm:presLayoutVars>
          <dgm:bulletEnabled val="1"/>
        </dgm:presLayoutVars>
      </dgm:prSet>
      <dgm:spPr/>
      <dgm:t>
        <a:bodyPr/>
        <a:lstStyle/>
        <a:p>
          <a:endParaRPr lang="es-CO"/>
        </a:p>
      </dgm:t>
    </dgm:pt>
    <dgm:pt modelId="{7F6F9941-A2A2-4229-B1EF-473F8DA0FD30}" type="pres">
      <dgm:prSet presAssocID="{38C6F8DC-7866-48D0-9B4D-86C1AF01E8B9}" presName="childShp" presStyleLbl="bgAccFollowNode1" presStyleIdx="1" presStyleCnt="4">
        <dgm:presLayoutVars>
          <dgm:bulletEnabled val="1"/>
        </dgm:presLayoutVars>
      </dgm:prSet>
      <dgm:spPr/>
      <dgm:t>
        <a:bodyPr/>
        <a:lstStyle/>
        <a:p>
          <a:endParaRPr lang="es-CO"/>
        </a:p>
      </dgm:t>
    </dgm:pt>
    <dgm:pt modelId="{DF42D31B-E588-4F4B-9F75-8B8E3E5C88D9}" type="pres">
      <dgm:prSet presAssocID="{1FDBD3BF-4762-4E97-9F47-8540B5EF48AC}" presName="spacing" presStyleCnt="0"/>
      <dgm:spPr/>
    </dgm:pt>
    <dgm:pt modelId="{68EF3616-5E02-403B-9FDF-878809181529}" type="pres">
      <dgm:prSet presAssocID="{196DC763-D13E-46F8-BBFE-2BC0FA1CDDE1}" presName="linNode" presStyleCnt="0"/>
      <dgm:spPr/>
    </dgm:pt>
    <dgm:pt modelId="{DCDB34B4-83B2-42FB-991E-B4AA2367648F}" type="pres">
      <dgm:prSet presAssocID="{196DC763-D13E-46F8-BBFE-2BC0FA1CDDE1}" presName="parentShp" presStyleLbl="node1" presStyleIdx="2" presStyleCnt="4" custScaleX="41744" custLinFactNeighborX="175" custLinFactNeighborY="2183">
        <dgm:presLayoutVars>
          <dgm:bulletEnabled val="1"/>
        </dgm:presLayoutVars>
      </dgm:prSet>
      <dgm:spPr/>
      <dgm:t>
        <a:bodyPr/>
        <a:lstStyle/>
        <a:p>
          <a:endParaRPr lang="es-CO"/>
        </a:p>
      </dgm:t>
    </dgm:pt>
    <dgm:pt modelId="{207E991B-8F6E-4251-A253-1A3449047BFA}" type="pres">
      <dgm:prSet presAssocID="{196DC763-D13E-46F8-BBFE-2BC0FA1CDDE1}" presName="childShp" presStyleLbl="bgAccFollowNode1" presStyleIdx="2" presStyleCnt="4" custScaleY="166474">
        <dgm:presLayoutVars>
          <dgm:bulletEnabled val="1"/>
        </dgm:presLayoutVars>
      </dgm:prSet>
      <dgm:spPr/>
      <dgm:t>
        <a:bodyPr/>
        <a:lstStyle/>
        <a:p>
          <a:endParaRPr lang="es-CO"/>
        </a:p>
      </dgm:t>
    </dgm:pt>
    <dgm:pt modelId="{E896FC92-6E37-48B9-9570-A42B9C48F9FC}" type="pres">
      <dgm:prSet presAssocID="{F55E3B7F-5C4B-4D8E-B424-0D00C534DBF9}" presName="spacing" presStyleCnt="0"/>
      <dgm:spPr/>
    </dgm:pt>
    <dgm:pt modelId="{900BB17F-3CEE-4861-8B4D-274ADA7192A1}" type="pres">
      <dgm:prSet presAssocID="{405B2787-C7E3-47CB-991A-FF6FD63F8343}" presName="linNode" presStyleCnt="0"/>
      <dgm:spPr/>
    </dgm:pt>
    <dgm:pt modelId="{6677C103-7E91-470C-9519-E3FFB89C02DA}" type="pres">
      <dgm:prSet presAssocID="{405B2787-C7E3-47CB-991A-FF6FD63F8343}" presName="parentShp" presStyleLbl="node1" presStyleIdx="3" presStyleCnt="4" custScaleX="40982">
        <dgm:presLayoutVars>
          <dgm:bulletEnabled val="1"/>
        </dgm:presLayoutVars>
      </dgm:prSet>
      <dgm:spPr/>
      <dgm:t>
        <a:bodyPr/>
        <a:lstStyle/>
        <a:p>
          <a:endParaRPr lang="es-CO"/>
        </a:p>
      </dgm:t>
    </dgm:pt>
    <dgm:pt modelId="{8E21F64E-23B3-499F-B59E-B2DC03E0D57D}" type="pres">
      <dgm:prSet presAssocID="{405B2787-C7E3-47CB-991A-FF6FD63F8343}" presName="childShp" presStyleLbl="bgAccFollowNode1" presStyleIdx="3" presStyleCnt="4" custScaleY="170950">
        <dgm:presLayoutVars>
          <dgm:bulletEnabled val="1"/>
        </dgm:presLayoutVars>
      </dgm:prSet>
      <dgm:spPr/>
      <dgm:t>
        <a:bodyPr/>
        <a:lstStyle/>
        <a:p>
          <a:endParaRPr lang="es-CO"/>
        </a:p>
      </dgm:t>
    </dgm:pt>
  </dgm:ptLst>
  <dgm:cxnLst>
    <dgm:cxn modelId="{07C67D56-1231-4F49-9E33-D3BF4232038C}" type="presOf" srcId="{073F67C1-56C0-4316-940B-CFDB846A5714}" destId="{7F6F9941-A2A2-4229-B1EF-473F8DA0FD30}" srcOrd="0" destOrd="1" presId="urn:microsoft.com/office/officeart/2005/8/layout/vList6"/>
    <dgm:cxn modelId="{677C20A1-1994-4C96-B88C-AC423E359E48}" srcId="{0CECBCF5-89E0-46DE-A8CF-A93CB1649F68}" destId="{BD471AEA-16B8-4B03-B2C8-A82FC6B96639}" srcOrd="2" destOrd="0" parTransId="{4C46A853-D0DB-4C99-89BA-13DC9862F07A}" sibTransId="{B6B02580-02A6-4DBF-9EEF-FDADED1FCF3D}"/>
    <dgm:cxn modelId="{2B0CCA07-D001-4FE0-8D8B-30C77E206519}" srcId="{405B2787-C7E3-47CB-991A-FF6FD63F8343}" destId="{59232E45-2A66-438A-9543-B8765C1A8563}" srcOrd="2" destOrd="0" parTransId="{F816D5EC-4C10-42C4-8AC0-A6966B6D77ED}" sibTransId="{3E37F354-2BED-4863-AE46-477E13D234E4}"/>
    <dgm:cxn modelId="{5949ADB4-3B41-4EA1-B437-48A19D88A569}" type="presOf" srcId="{196DC763-D13E-46F8-BBFE-2BC0FA1CDDE1}" destId="{DCDB34B4-83B2-42FB-991E-B4AA2367648F}" srcOrd="0" destOrd="0" presId="urn:microsoft.com/office/officeart/2005/8/layout/vList6"/>
    <dgm:cxn modelId="{25EAF6D7-1B52-4A0D-8A1C-84B599BBFC1D}" type="presOf" srcId="{0CECBCF5-89E0-46DE-A8CF-A93CB1649F68}" destId="{BE2E13CE-9EDC-4845-A380-616F585672F0}" srcOrd="0" destOrd="0" presId="urn:microsoft.com/office/officeart/2005/8/layout/vList6"/>
    <dgm:cxn modelId="{66CB5C27-0F9D-433B-A5DA-9FEB306FC8F7}" type="presOf" srcId="{35B1F43C-AA60-43CC-94E3-201B8BF996B9}" destId="{207E991B-8F6E-4251-A253-1A3449047BFA}" srcOrd="0" destOrd="0" presId="urn:microsoft.com/office/officeart/2005/8/layout/vList6"/>
    <dgm:cxn modelId="{49C2DF5C-A0F1-463C-92FB-7EE2987C56DB}" type="presOf" srcId="{BD471AEA-16B8-4B03-B2C8-A82FC6B96639}" destId="{BF36B75A-63EB-4ACF-80A0-D99FFDBF12E4}" srcOrd="0" destOrd="2" presId="urn:microsoft.com/office/officeart/2005/8/layout/vList6"/>
    <dgm:cxn modelId="{C6C5630C-FA31-4B15-BD1A-EDE2CD867502}" type="presOf" srcId="{38C6F8DC-7866-48D0-9B4D-86C1AF01E8B9}" destId="{9D233466-975C-4996-9B6C-90508BE7B87C}" srcOrd="0" destOrd="0" presId="urn:microsoft.com/office/officeart/2005/8/layout/vList6"/>
    <dgm:cxn modelId="{68652264-87AA-47E0-BE4D-3691A4692472}" type="presOf" srcId="{E2C557DD-7295-4B77-A689-742918FE050A}" destId="{207E991B-8F6E-4251-A253-1A3449047BFA}" srcOrd="0" destOrd="3" presId="urn:microsoft.com/office/officeart/2005/8/layout/vList6"/>
    <dgm:cxn modelId="{5E6270F9-600E-4374-96B3-E07E89B0E50A}" srcId="{38C6F8DC-7866-48D0-9B4D-86C1AF01E8B9}" destId="{E67BDAE1-D19F-4FC0-A7A0-468BB37A1128}" srcOrd="0" destOrd="0" parTransId="{418D0B52-618F-4D30-B8FE-A66AFBBBCE1E}" sibTransId="{444DF2C6-978F-4BBE-971B-14F30EDF47C4}"/>
    <dgm:cxn modelId="{33ADDD21-AC24-427B-8F06-1FB60C3E5ED0}" srcId="{0CECBCF5-89E0-46DE-A8CF-A93CB1649F68}" destId="{D17A1784-5DEA-4A79-90E0-6FADC40EC476}" srcOrd="0" destOrd="0" parTransId="{AF6D7F2B-4A14-41A3-AA3B-2E182B9EA442}" sibTransId="{AA0C231D-E3E1-48BA-AB72-B486CC7B2150}"/>
    <dgm:cxn modelId="{4B2E8454-09BB-46F1-A75E-C1D9D2E3F010}" type="presOf" srcId="{5031FB3D-93F3-41C8-A7B8-42C74E88BF63}" destId="{BF36B75A-63EB-4ACF-80A0-D99FFDBF12E4}" srcOrd="0" destOrd="3" presId="urn:microsoft.com/office/officeart/2005/8/layout/vList6"/>
    <dgm:cxn modelId="{C539C579-20B2-46BD-A239-746F5666496D}" srcId="{196DC763-D13E-46F8-BBFE-2BC0FA1CDDE1}" destId="{E2C557DD-7295-4B77-A689-742918FE050A}" srcOrd="3" destOrd="0" parTransId="{C8D06713-51F9-4D1F-9967-9BBF7498DD2C}" sibTransId="{4E8ADF86-8BB6-447D-A099-685C1A3EBA37}"/>
    <dgm:cxn modelId="{E3352F0F-63CE-4471-9C5A-589A956825C2}" srcId="{196DC763-D13E-46F8-BBFE-2BC0FA1CDDE1}" destId="{883CE3B6-91F8-4BBC-9D4F-84090EBF2A63}" srcOrd="1" destOrd="0" parTransId="{1973FCC3-55ED-4ACC-8122-D75D5B4C317D}" sibTransId="{EF9DF376-C5FF-4111-AD76-BB75F0558972}"/>
    <dgm:cxn modelId="{F3568958-BF31-4CA4-AE30-9BFDFD170279}" type="presOf" srcId="{768FBC61-6883-4F0A-AE71-01DBA4C732BC}" destId="{6948382C-4276-4B8B-9A63-9E296E4590EF}" srcOrd="0" destOrd="0" presId="urn:microsoft.com/office/officeart/2005/8/layout/vList6"/>
    <dgm:cxn modelId="{F0F33BEF-41EF-483D-B9B4-77474A22DD56}" type="presOf" srcId="{883CE3B6-91F8-4BBC-9D4F-84090EBF2A63}" destId="{207E991B-8F6E-4251-A253-1A3449047BFA}" srcOrd="0" destOrd="1" presId="urn:microsoft.com/office/officeart/2005/8/layout/vList6"/>
    <dgm:cxn modelId="{F486884E-B6D4-40B2-958E-C6785DE1BC8B}" type="presOf" srcId="{86BE391D-8E86-42BF-A8ED-2A76AD5CCBFA}" destId="{8E21F64E-23B3-499F-B59E-B2DC03E0D57D}" srcOrd="0" destOrd="1" presId="urn:microsoft.com/office/officeart/2005/8/layout/vList6"/>
    <dgm:cxn modelId="{BD9B7387-3C62-4257-B015-BA68D9687B55}" srcId="{0CECBCF5-89E0-46DE-A8CF-A93CB1649F68}" destId="{8ADCC3D4-906F-4C17-802C-DDC93C393769}" srcOrd="4" destOrd="0" parTransId="{C4438514-2E8F-4D86-AD3D-D4EFD039F9E2}" sibTransId="{89756C60-5651-4538-B180-3D9562A1E380}"/>
    <dgm:cxn modelId="{62CAFE94-C3E8-4537-A966-30D16FB8B1CB}" srcId="{405B2787-C7E3-47CB-991A-FF6FD63F8343}" destId="{08E00B9C-C3F1-4AEB-ADD4-BC9CFB3A482C}" srcOrd="0" destOrd="0" parTransId="{95F48971-9948-46DC-AC1E-8ADDA910AF4B}" sibTransId="{026BBE03-A3F0-405E-AEEC-4874C802346B}"/>
    <dgm:cxn modelId="{48FECFB8-FD18-4DDF-98ED-34F1CC5E0ACF}" srcId="{768FBC61-6883-4F0A-AE71-01DBA4C732BC}" destId="{196DC763-D13E-46F8-BBFE-2BC0FA1CDDE1}" srcOrd="2" destOrd="0" parTransId="{09773221-82D8-46C7-B1FD-1EADE8942884}" sibTransId="{F55E3B7F-5C4B-4D8E-B424-0D00C534DBF9}"/>
    <dgm:cxn modelId="{A1E7A86A-7827-4247-8A32-A97E0D4BF4E6}" type="presOf" srcId="{8ADCC3D4-906F-4C17-802C-DDC93C393769}" destId="{BF36B75A-63EB-4ACF-80A0-D99FFDBF12E4}" srcOrd="0" destOrd="4" presId="urn:microsoft.com/office/officeart/2005/8/layout/vList6"/>
    <dgm:cxn modelId="{F4E27845-EB85-4C88-A564-F0393057BDF2}" srcId="{768FBC61-6883-4F0A-AE71-01DBA4C732BC}" destId="{405B2787-C7E3-47CB-991A-FF6FD63F8343}" srcOrd="3" destOrd="0" parTransId="{923C6ECF-1BA5-489B-B2C1-FBBDD8BAA5C4}" sibTransId="{EE6D03F2-A0C7-442B-9F62-D150A04F9932}"/>
    <dgm:cxn modelId="{744730BF-B473-4171-8D06-D87CCCD3818E}" srcId="{0CECBCF5-89E0-46DE-A8CF-A93CB1649F68}" destId="{5031FB3D-93F3-41C8-A7B8-42C74E88BF63}" srcOrd="3" destOrd="0" parTransId="{8E8B770B-71FC-41B8-A90C-44592978F2B2}" sibTransId="{4EB87804-2C0B-4CF0-B5CD-EA61A1CCFE9E}"/>
    <dgm:cxn modelId="{597C6565-D565-45BF-9079-57E7F50A46E2}" srcId="{196DC763-D13E-46F8-BBFE-2BC0FA1CDDE1}" destId="{0E7AD143-AC22-4D56-89D6-C72280C96537}" srcOrd="2" destOrd="0" parTransId="{691994A7-DF3F-4123-B8B0-6DF2B541251F}" sibTransId="{761E2801-EB71-4062-9D1F-AF4F22C85459}"/>
    <dgm:cxn modelId="{53B5ADEC-5D50-478D-A318-3B99ED181D8A}" type="presOf" srcId="{E67BDAE1-D19F-4FC0-A7A0-468BB37A1128}" destId="{7F6F9941-A2A2-4229-B1EF-473F8DA0FD30}" srcOrd="0" destOrd="0" presId="urn:microsoft.com/office/officeart/2005/8/layout/vList6"/>
    <dgm:cxn modelId="{F55EAFF6-00F3-41FF-A7C9-B1729E5382CE}" srcId="{768FBC61-6883-4F0A-AE71-01DBA4C732BC}" destId="{38C6F8DC-7866-48D0-9B4D-86C1AF01E8B9}" srcOrd="1" destOrd="0" parTransId="{1489B169-738B-47F1-A4F7-08F2D636D9D7}" sibTransId="{1FDBD3BF-4762-4E97-9F47-8540B5EF48AC}"/>
    <dgm:cxn modelId="{A9E8878C-0078-4C29-BD88-41EF2B17DD7B}" type="presOf" srcId="{08E00B9C-C3F1-4AEB-ADD4-BC9CFB3A482C}" destId="{8E21F64E-23B3-499F-B59E-B2DC03E0D57D}" srcOrd="0" destOrd="0" presId="urn:microsoft.com/office/officeart/2005/8/layout/vList6"/>
    <dgm:cxn modelId="{5A794DEE-62E3-494E-8C39-3EB0AD4222A4}" srcId="{196DC763-D13E-46F8-BBFE-2BC0FA1CDDE1}" destId="{35B1F43C-AA60-43CC-94E3-201B8BF996B9}" srcOrd="0" destOrd="0" parTransId="{0AF020A8-39E6-4AF9-9C4B-4C0A863BA3DA}" sibTransId="{CBD4048A-FBA3-41A4-A24D-DE1189D0B549}"/>
    <dgm:cxn modelId="{1A085C1B-8C03-4EAD-A9DE-53FB0E0E1559}" type="presOf" srcId="{89A7B65E-DD40-437C-A15F-29F5F5D63348}" destId="{BF36B75A-63EB-4ACF-80A0-D99FFDBF12E4}" srcOrd="0" destOrd="1" presId="urn:microsoft.com/office/officeart/2005/8/layout/vList6"/>
    <dgm:cxn modelId="{FB8FDBD2-C534-4906-BB98-A9A91643A07F}" type="presOf" srcId="{7ADB01BE-4F7B-4340-832C-8844FA2144CB}" destId="{BF36B75A-63EB-4ACF-80A0-D99FFDBF12E4}" srcOrd="0" destOrd="5" presId="urn:microsoft.com/office/officeart/2005/8/layout/vList6"/>
    <dgm:cxn modelId="{AFF576CF-D58D-436D-A9AC-ED003C45FDC0}" srcId="{768FBC61-6883-4F0A-AE71-01DBA4C732BC}" destId="{0CECBCF5-89E0-46DE-A8CF-A93CB1649F68}" srcOrd="0" destOrd="0" parTransId="{72446F0D-6747-40AE-BFD7-F5E967B3722F}" sibTransId="{FBDC195C-F7B0-41C8-8916-0D8A52ABBF79}"/>
    <dgm:cxn modelId="{0C4C1C38-C665-4A10-9779-FAD483D288D4}" srcId="{0CECBCF5-89E0-46DE-A8CF-A93CB1649F68}" destId="{7ADB01BE-4F7B-4340-832C-8844FA2144CB}" srcOrd="5" destOrd="0" parTransId="{7D0B05D0-3114-4B02-B4D8-18FE6B783836}" sibTransId="{5D12CD58-C17E-45CC-875E-679CFA2D2D99}"/>
    <dgm:cxn modelId="{6805BD0B-6297-422D-9A0E-D34198619D5B}" type="presOf" srcId="{405B2787-C7E3-47CB-991A-FF6FD63F8343}" destId="{6677C103-7E91-470C-9519-E3FFB89C02DA}" srcOrd="0" destOrd="0" presId="urn:microsoft.com/office/officeart/2005/8/layout/vList6"/>
    <dgm:cxn modelId="{3B8A16AF-F847-402C-A2F8-E476B5EB0F89}" srcId="{0CECBCF5-89E0-46DE-A8CF-A93CB1649F68}" destId="{89A7B65E-DD40-437C-A15F-29F5F5D63348}" srcOrd="1" destOrd="0" parTransId="{66810181-D418-4FF7-BF56-8511EBD22C81}" sibTransId="{8FC0B537-5E7E-4DCA-B2A5-D749184950AC}"/>
    <dgm:cxn modelId="{03BEAF1E-CDF9-4AE8-8DCB-00A3F9EE5E30}" type="presOf" srcId="{0E7AD143-AC22-4D56-89D6-C72280C96537}" destId="{207E991B-8F6E-4251-A253-1A3449047BFA}" srcOrd="0" destOrd="2" presId="urn:microsoft.com/office/officeart/2005/8/layout/vList6"/>
    <dgm:cxn modelId="{11599AD6-70D6-4F9D-A22C-FCBE360C42B0}" type="presOf" srcId="{59232E45-2A66-438A-9543-B8765C1A8563}" destId="{8E21F64E-23B3-499F-B59E-B2DC03E0D57D}" srcOrd="0" destOrd="2" presId="urn:microsoft.com/office/officeart/2005/8/layout/vList6"/>
    <dgm:cxn modelId="{72A2ADE3-58A2-4589-B24F-6934C68E2484}" type="presOf" srcId="{D17A1784-5DEA-4A79-90E0-6FADC40EC476}" destId="{BF36B75A-63EB-4ACF-80A0-D99FFDBF12E4}" srcOrd="0" destOrd="0" presId="urn:microsoft.com/office/officeart/2005/8/layout/vList6"/>
    <dgm:cxn modelId="{0D3AE746-C053-4F38-8814-67FB316A13E5}" srcId="{405B2787-C7E3-47CB-991A-FF6FD63F8343}" destId="{86BE391D-8E86-42BF-A8ED-2A76AD5CCBFA}" srcOrd="1" destOrd="0" parTransId="{05C27951-8179-4568-AB46-FFF229AAF810}" sibTransId="{9864F472-4B4E-4CF5-92B6-EA993D166A46}"/>
    <dgm:cxn modelId="{7F72B300-283A-4C92-9C3E-932882262CF3}" srcId="{38C6F8DC-7866-48D0-9B4D-86C1AF01E8B9}" destId="{073F67C1-56C0-4316-940B-CFDB846A5714}" srcOrd="1" destOrd="0" parTransId="{2CC8689D-6969-4483-8C1A-21425DF5BB20}" sibTransId="{6D39372D-B594-4F3D-BB1D-49F129C424C9}"/>
    <dgm:cxn modelId="{9E377B28-A5EE-448D-B48B-ABB4A60C07D8}" type="presParOf" srcId="{6948382C-4276-4B8B-9A63-9E296E4590EF}" destId="{2CEA24C0-AF39-4D9A-8CD7-68F87D840F56}" srcOrd="0" destOrd="0" presId="urn:microsoft.com/office/officeart/2005/8/layout/vList6"/>
    <dgm:cxn modelId="{B4C247C0-29CE-43C8-87A2-7AF052CF13AC}" type="presParOf" srcId="{2CEA24C0-AF39-4D9A-8CD7-68F87D840F56}" destId="{BE2E13CE-9EDC-4845-A380-616F585672F0}" srcOrd="0" destOrd="0" presId="urn:microsoft.com/office/officeart/2005/8/layout/vList6"/>
    <dgm:cxn modelId="{BF5EA41F-0938-4F8D-98F9-2332A993E841}" type="presParOf" srcId="{2CEA24C0-AF39-4D9A-8CD7-68F87D840F56}" destId="{BF36B75A-63EB-4ACF-80A0-D99FFDBF12E4}" srcOrd="1" destOrd="0" presId="urn:microsoft.com/office/officeart/2005/8/layout/vList6"/>
    <dgm:cxn modelId="{4AD3018F-627B-4AD7-B23B-580963AA6F8F}" type="presParOf" srcId="{6948382C-4276-4B8B-9A63-9E296E4590EF}" destId="{79013784-ED4D-415A-B1AF-D7C128A96BAE}" srcOrd="1" destOrd="0" presId="urn:microsoft.com/office/officeart/2005/8/layout/vList6"/>
    <dgm:cxn modelId="{ADD3439F-4AE2-48D0-B4A6-5EE7DA123079}" type="presParOf" srcId="{6948382C-4276-4B8B-9A63-9E296E4590EF}" destId="{D24B6D4C-41E4-429C-B7D2-8D35D87DB837}" srcOrd="2" destOrd="0" presId="urn:microsoft.com/office/officeart/2005/8/layout/vList6"/>
    <dgm:cxn modelId="{8FE19ACC-8214-41A4-8B5C-465BCFB63D5A}" type="presParOf" srcId="{D24B6D4C-41E4-429C-B7D2-8D35D87DB837}" destId="{9D233466-975C-4996-9B6C-90508BE7B87C}" srcOrd="0" destOrd="0" presId="urn:microsoft.com/office/officeart/2005/8/layout/vList6"/>
    <dgm:cxn modelId="{379ABECA-E3AD-4FC9-B413-74F74291D08C}" type="presParOf" srcId="{D24B6D4C-41E4-429C-B7D2-8D35D87DB837}" destId="{7F6F9941-A2A2-4229-B1EF-473F8DA0FD30}" srcOrd="1" destOrd="0" presId="urn:microsoft.com/office/officeart/2005/8/layout/vList6"/>
    <dgm:cxn modelId="{5DB36A9C-47F6-457F-B2C8-798549FDAA87}" type="presParOf" srcId="{6948382C-4276-4B8B-9A63-9E296E4590EF}" destId="{DF42D31B-E588-4F4B-9F75-8B8E3E5C88D9}" srcOrd="3" destOrd="0" presId="urn:microsoft.com/office/officeart/2005/8/layout/vList6"/>
    <dgm:cxn modelId="{91AA7411-F095-45D7-90B1-63D0F43286A6}" type="presParOf" srcId="{6948382C-4276-4B8B-9A63-9E296E4590EF}" destId="{68EF3616-5E02-403B-9FDF-878809181529}" srcOrd="4" destOrd="0" presId="urn:microsoft.com/office/officeart/2005/8/layout/vList6"/>
    <dgm:cxn modelId="{C243583E-F760-4F59-93DE-4D5A107DF374}" type="presParOf" srcId="{68EF3616-5E02-403B-9FDF-878809181529}" destId="{DCDB34B4-83B2-42FB-991E-B4AA2367648F}" srcOrd="0" destOrd="0" presId="urn:microsoft.com/office/officeart/2005/8/layout/vList6"/>
    <dgm:cxn modelId="{DBB32BF1-DA8B-41C3-A153-B08CB409659A}" type="presParOf" srcId="{68EF3616-5E02-403B-9FDF-878809181529}" destId="{207E991B-8F6E-4251-A253-1A3449047BFA}" srcOrd="1" destOrd="0" presId="urn:microsoft.com/office/officeart/2005/8/layout/vList6"/>
    <dgm:cxn modelId="{41E20096-85AC-4FF9-A005-CE1CE6C24A9A}" type="presParOf" srcId="{6948382C-4276-4B8B-9A63-9E296E4590EF}" destId="{E896FC92-6E37-48B9-9570-A42B9C48F9FC}" srcOrd="5" destOrd="0" presId="urn:microsoft.com/office/officeart/2005/8/layout/vList6"/>
    <dgm:cxn modelId="{E40568C9-7704-4CAD-8D91-75B9DC0F9DAD}" type="presParOf" srcId="{6948382C-4276-4B8B-9A63-9E296E4590EF}" destId="{900BB17F-3CEE-4861-8B4D-274ADA7192A1}" srcOrd="6" destOrd="0" presId="urn:microsoft.com/office/officeart/2005/8/layout/vList6"/>
    <dgm:cxn modelId="{804E22C3-08AE-4842-9D44-1421EB369C5D}" type="presParOf" srcId="{900BB17F-3CEE-4861-8B4D-274ADA7192A1}" destId="{6677C103-7E91-470C-9519-E3FFB89C02DA}" srcOrd="0" destOrd="0" presId="urn:microsoft.com/office/officeart/2005/8/layout/vList6"/>
    <dgm:cxn modelId="{476D9423-BAF4-4AC6-9BB3-13CF2E24F93B}" type="presParOf" srcId="{900BB17F-3CEE-4861-8B4D-274ADA7192A1}" destId="{8E21F64E-23B3-499F-B59E-B2DC03E0D57D}" srcOrd="1" destOrd="0" presId="urn:microsoft.com/office/officeart/2005/8/layout/vList6"/>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65916495-10A7-4760-A7F1-0EAC0C45DAB4}"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s-CO"/>
        </a:p>
      </dgm:t>
    </dgm:pt>
    <dgm:pt modelId="{44C74736-F1DC-479D-95B5-60426D4BEE3F}">
      <dgm:prSet phldrT="[Texto]" custT="1"/>
      <dgm:spPr/>
      <dgm:t>
        <a:bodyPr/>
        <a:lstStyle/>
        <a:p>
          <a:pPr algn="just"/>
          <a:r>
            <a:rPr lang="es-CO" sz="1600" b="1" dirty="0" smtClean="0">
              <a:latin typeface="Futura Std Medium" pitchFamily="34" charset="0"/>
            </a:rPr>
            <a:t>Toma decisiones de acuerdo al diagnóstico del estado del Sistema de Control Interno</a:t>
          </a:r>
          <a:endParaRPr lang="es-CO" sz="1600" b="1" dirty="0">
            <a:latin typeface="Futura Std Medium" pitchFamily="34" charset="0"/>
          </a:endParaRPr>
        </a:p>
      </dgm:t>
    </dgm:pt>
    <dgm:pt modelId="{38438B58-5389-4810-8845-59CD52DBD2F7}" type="parTrans" cxnId="{B2D35C76-9088-484D-AB05-A3D163387C06}">
      <dgm:prSet/>
      <dgm:spPr/>
      <dgm:t>
        <a:bodyPr/>
        <a:lstStyle/>
        <a:p>
          <a:endParaRPr lang="es-CO" b="1"/>
        </a:p>
      </dgm:t>
    </dgm:pt>
    <dgm:pt modelId="{DD6C0DD1-D72D-4D60-80A8-0333344ADB05}" type="sibTrans" cxnId="{B2D35C76-9088-484D-AB05-A3D163387C06}">
      <dgm:prSet/>
      <dgm:spPr/>
      <dgm:t>
        <a:bodyPr/>
        <a:lstStyle/>
        <a:p>
          <a:endParaRPr lang="es-CO" b="1"/>
        </a:p>
      </dgm:t>
    </dgm:pt>
    <dgm:pt modelId="{B190BF4C-0BA0-45F4-957B-9E6E653A4950}">
      <dgm:prSet phldrT="[Texto]"/>
      <dgm:spPr/>
      <dgm:t>
        <a:bodyPr/>
        <a:lstStyle/>
        <a:p>
          <a:r>
            <a:rPr lang="es-CO" b="1" dirty="0" smtClean="0">
              <a:latin typeface="Futura Std Medium" pitchFamily="34" charset="0"/>
            </a:rPr>
            <a:t>Representante de la Alta Dirección</a:t>
          </a:r>
          <a:endParaRPr lang="es-CO" b="1" dirty="0">
            <a:latin typeface="Futura Std Medium" pitchFamily="34" charset="0"/>
          </a:endParaRPr>
        </a:p>
      </dgm:t>
    </dgm:pt>
    <dgm:pt modelId="{8FDC6CEF-CD16-4C07-A902-80A973B4F427}" type="parTrans" cxnId="{5365899F-C5C2-4F30-9205-18FE5FB889CE}">
      <dgm:prSet/>
      <dgm:spPr/>
      <dgm:t>
        <a:bodyPr/>
        <a:lstStyle/>
        <a:p>
          <a:endParaRPr lang="es-CO" b="1"/>
        </a:p>
      </dgm:t>
    </dgm:pt>
    <dgm:pt modelId="{BF753C8B-1681-4348-BC65-1D2319FE559B}" type="sibTrans" cxnId="{5365899F-C5C2-4F30-9205-18FE5FB889CE}">
      <dgm:prSet/>
      <dgm:spPr/>
      <dgm:t>
        <a:bodyPr/>
        <a:lstStyle/>
        <a:p>
          <a:endParaRPr lang="es-CO" b="1"/>
        </a:p>
      </dgm:t>
    </dgm:pt>
    <dgm:pt modelId="{664FF415-D693-4459-AC08-24DC5F244A39}">
      <dgm:prSet phldrT="[Texto]" custT="1"/>
      <dgm:spPr/>
      <dgm:t>
        <a:bodyPr/>
        <a:lstStyle/>
        <a:p>
          <a:pPr algn="just"/>
          <a:r>
            <a:rPr lang="es-CO" sz="1600" b="1" dirty="0" smtClean="0">
              <a:latin typeface="Futura Std Medium" pitchFamily="34" charset="0"/>
            </a:rPr>
            <a:t>Orienta, dirige y coordina el proyecto de implementación y/o fortalecimiento </a:t>
          </a:r>
          <a:endParaRPr lang="es-CO" sz="1600" b="1" dirty="0">
            <a:latin typeface="Futura Std Medium" pitchFamily="34" charset="0"/>
          </a:endParaRPr>
        </a:p>
      </dgm:t>
    </dgm:pt>
    <dgm:pt modelId="{618FD5D0-D03C-485A-881E-321289F88E58}" type="parTrans" cxnId="{068AECE5-34BD-4B17-ADB7-B8886D14E523}">
      <dgm:prSet/>
      <dgm:spPr/>
      <dgm:t>
        <a:bodyPr/>
        <a:lstStyle/>
        <a:p>
          <a:endParaRPr lang="es-CO" b="1"/>
        </a:p>
      </dgm:t>
    </dgm:pt>
    <dgm:pt modelId="{EE9753B7-B26F-480F-AE1C-0C5DAA239B11}" type="sibTrans" cxnId="{068AECE5-34BD-4B17-ADB7-B8886D14E523}">
      <dgm:prSet/>
      <dgm:spPr/>
      <dgm:t>
        <a:bodyPr/>
        <a:lstStyle/>
        <a:p>
          <a:endParaRPr lang="es-CO" b="1"/>
        </a:p>
      </dgm:t>
    </dgm:pt>
    <dgm:pt modelId="{39473745-B950-4E58-B9CF-8D902A5D5557}">
      <dgm:prSet phldrT="[Texto]" custT="1"/>
      <dgm:spPr/>
      <dgm:t>
        <a:bodyPr/>
        <a:lstStyle/>
        <a:p>
          <a:pPr algn="just"/>
          <a:r>
            <a:rPr lang="es-CO" sz="1600" b="1" dirty="0" smtClean="0">
              <a:latin typeface="Futura Std Medium" pitchFamily="34" charset="0"/>
            </a:rPr>
            <a:t>Recomienda pautas para la implementación y fortalecimiento</a:t>
          </a:r>
          <a:endParaRPr lang="es-CO" sz="1600" b="1" dirty="0">
            <a:latin typeface="Futura Std Medium" pitchFamily="34" charset="0"/>
          </a:endParaRPr>
        </a:p>
      </dgm:t>
    </dgm:pt>
    <dgm:pt modelId="{857D7F58-6906-44F0-B100-82444C00066E}" type="sibTrans" cxnId="{45DCE9DD-E7FF-467D-B2B8-A1B0BD427960}">
      <dgm:prSet/>
      <dgm:spPr/>
      <dgm:t>
        <a:bodyPr/>
        <a:lstStyle/>
        <a:p>
          <a:endParaRPr lang="es-CO" b="1"/>
        </a:p>
      </dgm:t>
    </dgm:pt>
    <dgm:pt modelId="{BFA8BFEB-86C2-41BA-84CC-A3BFFA4D264E}" type="parTrans" cxnId="{45DCE9DD-E7FF-467D-B2B8-A1B0BD427960}">
      <dgm:prSet/>
      <dgm:spPr/>
      <dgm:t>
        <a:bodyPr/>
        <a:lstStyle/>
        <a:p>
          <a:endParaRPr lang="es-CO" b="1"/>
        </a:p>
      </dgm:t>
    </dgm:pt>
    <dgm:pt modelId="{8E4507DD-B2C6-4B3D-A0E4-7A6869E3BF69}">
      <dgm:prSet phldrT="[Texto]"/>
      <dgm:spPr/>
      <dgm:t>
        <a:bodyPr/>
        <a:lstStyle/>
        <a:p>
          <a:r>
            <a:rPr lang="es-CO" b="1" dirty="0" smtClean="0">
              <a:latin typeface="Futura Std Medium" pitchFamily="34" charset="0"/>
            </a:rPr>
            <a:t>Comité de Coordinación de Control Interno</a:t>
          </a:r>
          <a:endParaRPr lang="es-CO" b="1" dirty="0">
            <a:latin typeface="Futura Std Medium" pitchFamily="34" charset="0"/>
          </a:endParaRPr>
        </a:p>
      </dgm:t>
    </dgm:pt>
    <dgm:pt modelId="{1A78C2DB-331F-4FD0-9490-93B90B1FEBD6}" type="sibTrans" cxnId="{A5A628E0-312F-468A-84D2-806B04A54534}">
      <dgm:prSet/>
      <dgm:spPr/>
      <dgm:t>
        <a:bodyPr/>
        <a:lstStyle/>
        <a:p>
          <a:endParaRPr lang="es-CO" b="1"/>
        </a:p>
      </dgm:t>
    </dgm:pt>
    <dgm:pt modelId="{F7F42D4F-0090-4D51-80D3-829243579A58}" type="parTrans" cxnId="{A5A628E0-312F-468A-84D2-806B04A54534}">
      <dgm:prSet/>
      <dgm:spPr/>
      <dgm:t>
        <a:bodyPr/>
        <a:lstStyle/>
        <a:p>
          <a:endParaRPr lang="es-CO" b="1"/>
        </a:p>
      </dgm:t>
    </dgm:pt>
    <dgm:pt modelId="{54B6472A-1857-4323-B025-A61C03CAC791}">
      <dgm:prSet phldrT="[Texto]" custT="1"/>
      <dgm:spPr/>
      <dgm:t>
        <a:bodyPr/>
        <a:lstStyle/>
        <a:p>
          <a:pPr algn="just"/>
          <a:r>
            <a:rPr lang="es-CO" sz="1800" b="1" dirty="0" smtClean="0">
              <a:latin typeface="Futura Std Medium" pitchFamily="34" charset="0"/>
            </a:rPr>
            <a:t>Responsable de la implementación y fortalecimiento</a:t>
          </a:r>
          <a:endParaRPr lang="es-CO" sz="1800" b="1" dirty="0">
            <a:latin typeface="Futura Std Medium" pitchFamily="34" charset="0"/>
          </a:endParaRPr>
        </a:p>
      </dgm:t>
    </dgm:pt>
    <dgm:pt modelId="{53D24F4B-7FF2-4ED1-87AA-EE0E23ABADA6}" type="sibTrans" cxnId="{F6A676BA-311F-4C22-B55A-8AA577CB876B}">
      <dgm:prSet/>
      <dgm:spPr/>
      <dgm:t>
        <a:bodyPr/>
        <a:lstStyle/>
        <a:p>
          <a:endParaRPr lang="es-CO" b="1"/>
        </a:p>
      </dgm:t>
    </dgm:pt>
    <dgm:pt modelId="{F65A2D19-255A-4DFC-B0D4-C6100A553E0F}" type="parTrans" cxnId="{F6A676BA-311F-4C22-B55A-8AA577CB876B}">
      <dgm:prSet/>
      <dgm:spPr/>
      <dgm:t>
        <a:bodyPr/>
        <a:lstStyle/>
        <a:p>
          <a:endParaRPr lang="es-CO" b="1"/>
        </a:p>
      </dgm:t>
    </dgm:pt>
    <dgm:pt modelId="{0BC8E20F-959C-4703-ACED-B5FEB6D1E35A}">
      <dgm:prSet phldrT="[Texto]"/>
      <dgm:spPr/>
      <dgm:t>
        <a:bodyPr/>
        <a:lstStyle/>
        <a:p>
          <a:r>
            <a:rPr lang="es-CO" b="1" dirty="0" smtClean="0">
              <a:latin typeface="Futura Std Medium" pitchFamily="34" charset="0"/>
            </a:rPr>
            <a:t>Alta dirección</a:t>
          </a:r>
          <a:endParaRPr lang="es-CO" b="1" dirty="0">
            <a:latin typeface="Futura Std Medium" pitchFamily="34" charset="0"/>
          </a:endParaRPr>
        </a:p>
      </dgm:t>
    </dgm:pt>
    <dgm:pt modelId="{D6A0A992-60A0-487B-9CB7-4497F83C67CC}" type="sibTrans" cxnId="{EFE93C47-A262-499F-ABAB-91084705D3D8}">
      <dgm:prSet/>
      <dgm:spPr/>
      <dgm:t>
        <a:bodyPr/>
        <a:lstStyle/>
        <a:p>
          <a:endParaRPr lang="es-CO" b="1"/>
        </a:p>
      </dgm:t>
    </dgm:pt>
    <dgm:pt modelId="{1D120F81-4A4E-4CAA-B18D-9A07B22AADB7}" type="parTrans" cxnId="{EFE93C47-A262-499F-ABAB-91084705D3D8}">
      <dgm:prSet/>
      <dgm:spPr/>
      <dgm:t>
        <a:bodyPr/>
        <a:lstStyle/>
        <a:p>
          <a:endParaRPr lang="es-CO" b="1"/>
        </a:p>
      </dgm:t>
    </dgm:pt>
    <dgm:pt modelId="{01D3CEAD-2C56-497B-A89D-836C3EDA2839}">
      <dgm:prSet phldrT="[Texto]" custT="1"/>
      <dgm:spPr/>
      <dgm:t>
        <a:bodyPr/>
        <a:lstStyle/>
        <a:p>
          <a:pPr algn="just"/>
          <a:r>
            <a:rPr lang="es-CO" sz="1800" b="1" dirty="0" smtClean="0">
              <a:latin typeface="Futura Std Medium" pitchFamily="34" charset="0"/>
            </a:rPr>
            <a:t>Facilita los recursos necesarios</a:t>
          </a:r>
          <a:endParaRPr lang="es-CO" sz="1800" b="1" dirty="0">
            <a:latin typeface="Futura Std Medium" pitchFamily="34" charset="0"/>
          </a:endParaRPr>
        </a:p>
      </dgm:t>
    </dgm:pt>
    <dgm:pt modelId="{32DBD90F-64EE-4EEA-8913-D70E24FC257D}" type="parTrans" cxnId="{CF214BD2-466F-439C-BCBC-C674D999DD38}">
      <dgm:prSet/>
      <dgm:spPr/>
      <dgm:t>
        <a:bodyPr/>
        <a:lstStyle/>
        <a:p>
          <a:endParaRPr lang="es-CO" b="1"/>
        </a:p>
      </dgm:t>
    </dgm:pt>
    <dgm:pt modelId="{1AA74805-C05A-4F5E-8276-B9911D6116AF}" type="sibTrans" cxnId="{CF214BD2-466F-439C-BCBC-C674D999DD38}">
      <dgm:prSet/>
      <dgm:spPr/>
      <dgm:t>
        <a:bodyPr/>
        <a:lstStyle/>
        <a:p>
          <a:endParaRPr lang="es-CO" b="1"/>
        </a:p>
      </dgm:t>
    </dgm:pt>
    <dgm:pt modelId="{631243E7-2AF4-4004-B194-0CB662665A5E}">
      <dgm:prSet phldrT="[Texto]" custT="1"/>
      <dgm:spPr/>
      <dgm:t>
        <a:bodyPr/>
        <a:lstStyle/>
        <a:p>
          <a:pPr algn="just"/>
          <a:r>
            <a:rPr lang="es-CO" sz="1800" b="1" dirty="0" smtClean="0">
              <a:latin typeface="Futura Std Medium" pitchFamily="34" charset="0"/>
            </a:rPr>
            <a:t>Designa el Representante de la alta Dirección </a:t>
          </a:r>
          <a:endParaRPr lang="es-CO" sz="1800" b="1" dirty="0">
            <a:latin typeface="Futura Std Medium" pitchFamily="34" charset="0"/>
          </a:endParaRPr>
        </a:p>
      </dgm:t>
    </dgm:pt>
    <dgm:pt modelId="{D7642AA7-314D-4B71-BDF1-6F3365E47ACE}" type="parTrans" cxnId="{7536E976-C309-4B5F-B301-39A4186314CA}">
      <dgm:prSet/>
      <dgm:spPr/>
      <dgm:t>
        <a:bodyPr/>
        <a:lstStyle/>
        <a:p>
          <a:endParaRPr lang="es-CO" b="1"/>
        </a:p>
      </dgm:t>
    </dgm:pt>
    <dgm:pt modelId="{3D732C83-13FD-46F0-B0F8-6D63B777F911}" type="sibTrans" cxnId="{7536E976-C309-4B5F-B301-39A4186314CA}">
      <dgm:prSet/>
      <dgm:spPr/>
      <dgm:t>
        <a:bodyPr/>
        <a:lstStyle/>
        <a:p>
          <a:endParaRPr lang="es-CO" b="1"/>
        </a:p>
      </dgm:t>
    </dgm:pt>
    <dgm:pt modelId="{A079D231-961D-4286-B326-6984FF8A5FE4}">
      <dgm:prSet phldrT="[Texto]" custT="1"/>
      <dgm:spPr/>
      <dgm:t>
        <a:bodyPr/>
        <a:lstStyle/>
        <a:p>
          <a:pPr algn="just"/>
          <a:r>
            <a:rPr lang="es-CO" sz="1600" b="1" dirty="0" smtClean="0">
              <a:latin typeface="Futura Std Medium" pitchFamily="34" charset="0"/>
            </a:rPr>
            <a:t>Dirige y coordina las actividades del Equipo MECI.</a:t>
          </a:r>
          <a:endParaRPr lang="es-CO" sz="1600" b="1" dirty="0">
            <a:latin typeface="Futura Std Medium" pitchFamily="34" charset="0"/>
          </a:endParaRPr>
        </a:p>
      </dgm:t>
    </dgm:pt>
    <dgm:pt modelId="{BE3D1991-A082-49D8-A186-106A5B688CF8}" type="parTrans" cxnId="{3205AB92-EDC2-4DA9-9E6F-23FF90F5A353}">
      <dgm:prSet/>
      <dgm:spPr/>
      <dgm:t>
        <a:bodyPr/>
        <a:lstStyle/>
        <a:p>
          <a:endParaRPr lang="es-CO" b="1"/>
        </a:p>
      </dgm:t>
    </dgm:pt>
    <dgm:pt modelId="{308B2C56-BD92-4672-B32E-18BCE3F31B49}" type="sibTrans" cxnId="{3205AB92-EDC2-4DA9-9E6F-23FF90F5A353}">
      <dgm:prSet/>
      <dgm:spPr/>
      <dgm:t>
        <a:bodyPr/>
        <a:lstStyle/>
        <a:p>
          <a:endParaRPr lang="es-CO" b="1"/>
        </a:p>
      </dgm:t>
    </dgm:pt>
    <dgm:pt modelId="{9639CDC8-12B4-4A66-B684-486FA6100241}">
      <dgm:prSet phldrT="[Texto]" custT="1"/>
      <dgm:spPr/>
      <dgm:t>
        <a:bodyPr/>
        <a:lstStyle/>
        <a:p>
          <a:pPr algn="just"/>
          <a:r>
            <a:rPr lang="es-CO" sz="1600" b="1" dirty="0" smtClean="0">
              <a:latin typeface="Futura Std Medium" pitchFamily="34" charset="0"/>
            </a:rPr>
            <a:t>Somete a consideración del Comité de Coordinación de Control la aprobación de las actividades para el fortalecimiento del MECI.</a:t>
          </a:r>
          <a:endParaRPr lang="es-CO" sz="1600" b="1" dirty="0">
            <a:latin typeface="Futura Std Medium" pitchFamily="34" charset="0"/>
          </a:endParaRPr>
        </a:p>
      </dgm:t>
    </dgm:pt>
    <dgm:pt modelId="{21749BAE-1AF7-40EC-BB72-2CF4C80C9FF0}" type="parTrans" cxnId="{B830555D-E873-49A0-98E9-9718685DB40B}">
      <dgm:prSet/>
      <dgm:spPr/>
      <dgm:t>
        <a:bodyPr/>
        <a:lstStyle/>
        <a:p>
          <a:endParaRPr lang="es-CO" b="1"/>
        </a:p>
      </dgm:t>
    </dgm:pt>
    <dgm:pt modelId="{5F7308CD-2DDC-4217-8462-88F430700495}" type="sibTrans" cxnId="{B830555D-E873-49A0-98E9-9718685DB40B}">
      <dgm:prSet/>
      <dgm:spPr/>
      <dgm:t>
        <a:bodyPr/>
        <a:lstStyle/>
        <a:p>
          <a:endParaRPr lang="es-CO" b="1"/>
        </a:p>
      </dgm:t>
    </dgm:pt>
    <dgm:pt modelId="{0F261209-A360-4AEC-ADCB-A61AF37E028E}" type="pres">
      <dgm:prSet presAssocID="{65916495-10A7-4760-A7F1-0EAC0C45DAB4}" presName="Name0" presStyleCnt="0">
        <dgm:presLayoutVars>
          <dgm:dir/>
          <dgm:animLvl val="lvl"/>
          <dgm:resizeHandles val="exact"/>
        </dgm:presLayoutVars>
      </dgm:prSet>
      <dgm:spPr/>
      <dgm:t>
        <a:bodyPr/>
        <a:lstStyle/>
        <a:p>
          <a:endParaRPr lang="es-CO"/>
        </a:p>
      </dgm:t>
    </dgm:pt>
    <dgm:pt modelId="{B6C56B77-A3EC-49B0-A0B4-B8FA6B19BC3B}" type="pres">
      <dgm:prSet presAssocID="{0BC8E20F-959C-4703-ACED-B5FEB6D1E35A}" presName="linNode" presStyleCnt="0"/>
      <dgm:spPr/>
    </dgm:pt>
    <dgm:pt modelId="{83B0F434-821B-49FC-BCB7-80C7826C969A}" type="pres">
      <dgm:prSet presAssocID="{0BC8E20F-959C-4703-ACED-B5FEB6D1E35A}" presName="parentText" presStyleLbl="node1" presStyleIdx="0" presStyleCnt="3" custScaleX="72430" custScaleY="85937" custLinFactNeighborY="-151">
        <dgm:presLayoutVars>
          <dgm:chMax val="1"/>
          <dgm:bulletEnabled val="1"/>
        </dgm:presLayoutVars>
      </dgm:prSet>
      <dgm:spPr/>
      <dgm:t>
        <a:bodyPr/>
        <a:lstStyle/>
        <a:p>
          <a:endParaRPr lang="es-CO"/>
        </a:p>
      </dgm:t>
    </dgm:pt>
    <dgm:pt modelId="{95A6BF8F-5E42-413F-AAC8-790DE2FDF2C2}" type="pres">
      <dgm:prSet presAssocID="{0BC8E20F-959C-4703-ACED-B5FEB6D1E35A}" presName="descendantText" presStyleLbl="alignAccFollowNode1" presStyleIdx="0" presStyleCnt="3" custScaleX="114681">
        <dgm:presLayoutVars>
          <dgm:bulletEnabled val="1"/>
        </dgm:presLayoutVars>
      </dgm:prSet>
      <dgm:spPr/>
      <dgm:t>
        <a:bodyPr/>
        <a:lstStyle/>
        <a:p>
          <a:endParaRPr lang="es-CO"/>
        </a:p>
      </dgm:t>
    </dgm:pt>
    <dgm:pt modelId="{1D560479-950D-4231-8700-AE1598903F08}" type="pres">
      <dgm:prSet presAssocID="{D6A0A992-60A0-487B-9CB7-4497F83C67CC}" presName="sp" presStyleCnt="0"/>
      <dgm:spPr/>
    </dgm:pt>
    <dgm:pt modelId="{CDA6A053-9E4F-4C9E-BFC2-45CCE166F85F}" type="pres">
      <dgm:prSet presAssocID="{8E4507DD-B2C6-4B3D-A0E4-7A6869E3BF69}" presName="linNode" presStyleCnt="0"/>
      <dgm:spPr/>
    </dgm:pt>
    <dgm:pt modelId="{4FE7E3E0-4802-4E57-BAD6-E9D4712F79A8}" type="pres">
      <dgm:prSet presAssocID="{8E4507DD-B2C6-4B3D-A0E4-7A6869E3BF69}" presName="parentText" presStyleLbl="node1" presStyleIdx="1" presStyleCnt="3" custScaleX="72433" custScaleY="75991" custLinFactNeighborY="793">
        <dgm:presLayoutVars>
          <dgm:chMax val="1"/>
          <dgm:bulletEnabled val="1"/>
        </dgm:presLayoutVars>
      </dgm:prSet>
      <dgm:spPr/>
      <dgm:t>
        <a:bodyPr/>
        <a:lstStyle/>
        <a:p>
          <a:endParaRPr lang="es-CO"/>
        </a:p>
      </dgm:t>
    </dgm:pt>
    <dgm:pt modelId="{F4786572-FD24-4F5C-82D4-F915FBE22DF3}" type="pres">
      <dgm:prSet presAssocID="{8E4507DD-B2C6-4B3D-A0E4-7A6869E3BF69}" presName="descendantText" presStyleLbl="alignAccFollowNode1" presStyleIdx="1" presStyleCnt="3" custScaleX="114681">
        <dgm:presLayoutVars>
          <dgm:bulletEnabled val="1"/>
        </dgm:presLayoutVars>
      </dgm:prSet>
      <dgm:spPr/>
      <dgm:t>
        <a:bodyPr/>
        <a:lstStyle/>
        <a:p>
          <a:endParaRPr lang="es-CO"/>
        </a:p>
      </dgm:t>
    </dgm:pt>
    <dgm:pt modelId="{1E8B34D5-6AF9-4B66-AB5C-E615204D9C31}" type="pres">
      <dgm:prSet presAssocID="{1A78C2DB-331F-4FD0-9490-93B90B1FEBD6}" presName="sp" presStyleCnt="0"/>
      <dgm:spPr/>
    </dgm:pt>
    <dgm:pt modelId="{5B0F5474-04D4-4E72-B92A-E6D00ED6830D}" type="pres">
      <dgm:prSet presAssocID="{B190BF4C-0BA0-45F4-957B-9E6E653A4950}" presName="linNode" presStyleCnt="0"/>
      <dgm:spPr/>
    </dgm:pt>
    <dgm:pt modelId="{C8A0AD89-4F1E-4964-A072-2AEBBA9FC70C}" type="pres">
      <dgm:prSet presAssocID="{B190BF4C-0BA0-45F4-957B-9E6E653A4950}" presName="parentText" presStyleLbl="node1" presStyleIdx="2" presStyleCnt="3" custScaleX="73210" custScaleY="80484">
        <dgm:presLayoutVars>
          <dgm:chMax val="1"/>
          <dgm:bulletEnabled val="1"/>
        </dgm:presLayoutVars>
      </dgm:prSet>
      <dgm:spPr/>
      <dgm:t>
        <a:bodyPr/>
        <a:lstStyle/>
        <a:p>
          <a:endParaRPr lang="es-CO"/>
        </a:p>
      </dgm:t>
    </dgm:pt>
    <dgm:pt modelId="{C19F82CE-595E-4495-8907-97F5A67F76C8}" type="pres">
      <dgm:prSet presAssocID="{B190BF4C-0BA0-45F4-957B-9E6E653A4950}" presName="descendantText" presStyleLbl="alignAccFollowNode1" presStyleIdx="2" presStyleCnt="3" custScaleX="114681">
        <dgm:presLayoutVars>
          <dgm:bulletEnabled val="1"/>
        </dgm:presLayoutVars>
      </dgm:prSet>
      <dgm:spPr/>
      <dgm:t>
        <a:bodyPr/>
        <a:lstStyle/>
        <a:p>
          <a:endParaRPr lang="es-CO"/>
        </a:p>
      </dgm:t>
    </dgm:pt>
  </dgm:ptLst>
  <dgm:cxnLst>
    <dgm:cxn modelId="{4797A19E-E47D-4732-8024-F7E6661B7279}" type="presOf" srcId="{A079D231-961D-4286-B326-6984FF8A5FE4}" destId="{C19F82CE-595E-4495-8907-97F5A67F76C8}" srcOrd="0" destOrd="1" presId="urn:microsoft.com/office/officeart/2005/8/layout/vList5"/>
    <dgm:cxn modelId="{D560ABCB-9211-4599-9258-DA3E11E1DCA4}" type="presOf" srcId="{0BC8E20F-959C-4703-ACED-B5FEB6D1E35A}" destId="{83B0F434-821B-49FC-BCB7-80C7826C969A}" srcOrd="0" destOrd="0" presId="urn:microsoft.com/office/officeart/2005/8/layout/vList5"/>
    <dgm:cxn modelId="{EFE93C47-A262-499F-ABAB-91084705D3D8}" srcId="{65916495-10A7-4760-A7F1-0EAC0C45DAB4}" destId="{0BC8E20F-959C-4703-ACED-B5FEB6D1E35A}" srcOrd="0" destOrd="0" parTransId="{1D120F81-4A4E-4CAA-B18D-9A07B22AADB7}" sibTransId="{D6A0A992-60A0-487B-9CB7-4497F83C67CC}"/>
    <dgm:cxn modelId="{068AECE5-34BD-4B17-ADB7-B8886D14E523}" srcId="{B190BF4C-0BA0-45F4-957B-9E6E653A4950}" destId="{664FF415-D693-4459-AC08-24DC5F244A39}" srcOrd="0" destOrd="0" parTransId="{618FD5D0-D03C-485A-881E-321289F88E58}" sibTransId="{EE9753B7-B26F-480F-AE1C-0C5DAA239B11}"/>
    <dgm:cxn modelId="{A5A628E0-312F-468A-84D2-806B04A54534}" srcId="{65916495-10A7-4760-A7F1-0EAC0C45DAB4}" destId="{8E4507DD-B2C6-4B3D-A0E4-7A6869E3BF69}" srcOrd="1" destOrd="0" parTransId="{F7F42D4F-0090-4D51-80D3-829243579A58}" sibTransId="{1A78C2DB-331F-4FD0-9490-93B90B1FEBD6}"/>
    <dgm:cxn modelId="{7536E976-C309-4B5F-B301-39A4186314CA}" srcId="{0BC8E20F-959C-4703-ACED-B5FEB6D1E35A}" destId="{631243E7-2AF4-4004-B194-0CB662665A5E}" srcOrd="2" destOrd="0" parTransId="{D7642AA7-314D-4B71-BDF1-6F3365E47ACE}" sibTransId="{3D732C83-13FD-46F0-B0F8-6D63B777F911}"/>
    <dgm:cxn modelId="{3A9E311A-E258-4D92-8104-C011B9E866C5}" type="presOf" srcId="{44C74736-F1DC-479D-95B5-60426D4BEE3F}" destId="{F4786572-FD24-4F5C-82D4-F915FBE22DF3}" srcOrd="0" destOrd="1" presId="urn:microsoft.com/office/officeart/2005/8/layout/vList5"/>
    <dgm:cxn modelId="{5365899F-C5C2-4F30-9205-18FE5FB889CE}" srcId="{65916495-10A7-4760-A7F1-0EAC0C45DAB4}" destId="{B190BF4C-0BA0-45F4-957B-9E6E653A4950}" srcOrd="2" destOrd="0" parTransId="{8FDC6CEF-CD16-4C07-A902-80A973B4F427}" sibTransId="{BF753C8B-1681-4348-BC65-1D2319FE559B}"/>
    <dgm:cxn modelId="{28FD0699-0F7D-4026-A048-ED96C794452F}" type="presOf" srcId="{B190BF4C-0BA0-45F4-957B-9E6E653A4950}" destId="{C8A0AD89-4F1E-4964-A072-2AEBBA9FC70C}" srcOrd="0" destOrd="0" presId="urn:microsoft.com/office/officeart/2005/8/layout/vList5"/>
    <dgm:cxn modelId="{00191630-EC76-469C-A1F7-22CA70B86D96}" type="presOf" srcId="{631243E7-2AF4-4004-B194-0CB662665A5E}" destId="{95A6BF8F-5E42-413F-AAC8-790DE2FDF2C2}" srcOrd="0" destOrd="2" presId="urn:microsoft.com/office/officeart/2005/8/layout/vList5"/>
    <dgm:cxn modelId="{B830555D-E873-49A0-98E9-9718685DB40B}" srcId="{B190BF4C-0BA0-45F4-957B-9E6E653A4950}" destId="{9639CDC8-12B4-4A66-B684-486FA6100241}" srcOrd="2" destOrd="0" parTransId="{21749BAE-1AF7-40EC-BB72-2CF4C80C9FF0}" sibTransId="{5F7308CD-2DDC-4217-8462-88F430700495}"/>
    <dgm:cxn modelId="{BD364CB3-BC12-4405-9722-5BCD01DFA4C4}" type="presOf" srcId="{9639CDC8-12B4-4A66-B684-486FA6100241}" destId="{C19F82CE-595E-4495-8907-97F5A67F76C8}" srcOrd="0" destOrd="2" presId="urn:microsoft.com/office/officeart/2005/8/layout/vList5"/>
    <dgm:cxn modelId="{F6A676BA-311F-4C22-B55A-8AA577CB876B}" srcId="{0BC8E20F-959C-4703-ACED-B5FEB6D1E35A}" destId="{54B6472A-1857-4323-B025-A61C03CAC791}" srcOrd="0" destOrd="0" parTransId="{F65A2D19-255A-4DFC-B0D4-C6100A553E0F}" sibTransId="{53D24F4B-7FF2-4ED1-87AA-EE0E23ABADA6}"/>
    <dgm:cxn modelId="{2DDB2158-B12D-429B-88B0-A1CDFE830FA2}" type="presOf" srcId="{65916495-10A7-4760-A7F1-0EAC0C45DAB4}" destId="{0F261209-A360-4AEC-ADCB-A61AF37E028E}" srcOrd="0" destOrd="0" presId="urn:microsoft.com/office/officeart/2005/8/layout/vList5"/>
    <dgm:cxn modelId="{3205AB92-EDC2-4DA9-9E6F-23FF90F5A353}" srcId="{B190BF4C-0BA0-45F4-957B-9E6E653A4950}" destId="{A079D231-961D-4286-B326-6984FF8A5FE4}" srcOrd="1" destOrd="0" parTransId="{BE3D1991-A082-49D8-A186-106A5B688CF8}" sibTransId="{308B2C56-BD92-4672-B32E-18BCE3F31B49}"/>
    <dgm:cxn modelId="{F730B91E-8F8F-4C52-A9EC-0FDF4A3FE141}" type="presOf" srcId="{8E4507DD-B2C6-4B3D-A0E4-7A6869E3BF69}" destId="{4FE7E3E0-4802-4E57-BAD6-E9D4712F79A8}" srcOrd="0" destOrd="0" presId="urn:microsoft.com/office/officeart/2005/8/layout/vList5"/>
    <dgm:cxn modelId="{C629597A-6426-4A82-A0DE-0BC7918B2FF2}" type="presOf" srcId="{39473745-B950-4E58-B9CF-8D902A5D5557}" destId="{F4786572-FD24-4F5C-82D4-F915FBE22DF3}" srcOrd="0" destOrd="0" presId="urn:microsoft.com/office/officeart/2005/8/layout/vList5"/>
    <dgm:cxn modelId="{45DCE9DD-E7FF-467D-B2B8-A1B0BD427960}" srcId="{8E4507DD-B2C6-4B3D-A0E4-7A6869E3BF69}" destId="{39473745-B950-4E58-B9CF-8D902A5D5557}" srcOrd="0" destOrd="0" parTransId="{BFA8BFEB-86C2-41BA-84CC-A3BFFA4D264E}" sibTransId="{857D7F58-6906-44F0-B100-82444C00066E}"/>
    <dgm:cxn modelId="{CF214BD2-466F-439C-BCBC-C674D999DD38}" srcId="{0BC8E20F-959C-4703-ACED-B5FEB6D1E35A}" destId="{01D3CEAD-2C56-497B-A89D-836C3EDA2839}" srcOrd="1" destOrd="0" parTransId="{32DBD90F-64EE-4EEA-8913-D70E24FC257D}" sibTransId="{1AA74805-C05A-4F5E-8276-B9911D6116AF}"/>
    <dgm:cxn modelId="{9CB0A0DA-AC3E-4F9B-8DF2-50319FC9548F}" type="presOf" srcId="{01D3CEAD-2C56-497B-A89D-836C3EDA2839}" destId="{95A6BF8F-5E42-413F-AAC8-790DE2FDF2C2}" srcOrd="0" destOrd="1" presId="urn:microsoft.com/office/officeart/2005/8/layout/vList5"/>
    <dgm:cxn modelId="{B2D35C76-9088-484D-AB05-A3D163387C06}" srcId="{8E4507DD-B2C6-4B3D-A0E4-7A6869E3BF69}" destId="{44C74736-F1DC-479D-95B5-60426D4BEE3F}" srcOrd="1" destOrd="0" parTransId="{38438B58-5389-4810-8845-59CD52DBD2F7}" sibTransId="{DD6C0DD1-D72D-4D60-80A8-0333344ADB05}"/>
    <dgm:cxn modelId="{E344557A-75E4-4574-A94A-F226A1F1EFE7}" type="presOf" srcId="{54B6472A-1857-4323-B025-A61C03CAC791}" destId="{95A6BF8F-5E42-413F-AAC8-790DE2FDF2C2}" srcOrd="0" destOrd="0" presId="urn:microsoft.com/office/officeart/2005/8/layout/vList5"/>
    <dgm:cxn modelId="{BB61605F-9D60-45BA-9783-D919C4D96C16}" type="presOf" srcId="{664FF415-D693-4459-AC08-24DC5F244A39}" destId="{C19F82CE-595E-4495-8907-97F5A67F76C8}" srcOrd="0" destOrd="0" presId="urn:microsoft.com/office/officeart/2005/8/layout/vList5"/>
    <dgm:cxn modelId="{3C8953D0-629C-4601-B8CD-849450137261}" type="presParOf" srcId="{0F261209-A360-4AEC-ADCB-A61AF37E028E}" destId="{B6C56B77-A3EC-49B0-A0B4-B8FA6B19BC3B}" srcOrd="0" destOrd="0" presId="urn:microsoft.com/office/officeart/2005/8/layout/vList5"/>
    <dgm:cxn modelId="{4B556BB7-10B6-48F7-B2A5-B6AC4DF845D2}" type="presParOf" srcId="{B6C56B77-A3EC-49B0-A0B4-B8FA6B19BC3B}" destId="{83B0F434-821B-49FC-BCB7-80C7826C969A}" srcOrd="0" destOrd="0" presId="urn:microsoft.com/office/officeart/2005/8/layout/vList5"/>
    <dgm:cxn modelId="{C6325B2D-8ED5-494E-8FB0-485F5720E3E3}" type="presParOf" srcId="{B6C56B77-A3EC-49B0-A0B4-B8FA6B19BC3B}" destId="{95A6BF8F-5E42-413F-AAC8-790DE2FDF2C2}" srcOrd="1" destOrd="0" presId="urn:microsoft.com/office/officeart/2005/8/layout/vList5"/>
    <dgm:cxn modelId="{036055B2-E0AC-4300-97D0-E4618ECD23C1}" type="presParOf" srcId="{0F261209-A360-4AEC-ADCB-A61AF37E028E}" destId="{1D560479-950D-4231-8700-AE1598903F08}" srcOrd="1" destOrd="0" presId="urn:microsoft.com/office/officeart/2005/8/layout/vList5"/>
    <dgm:cxn modelId="{F5B69CBB-94D7-472D-A190-2C371EE1A719}" type="presParOf" srcId="{0F261209-A360-4AEC-ADCB-A61AF37E028E}" destId="{CDA6A053-9E4F-4C9E-BFC2-45CCE166F85F}" srcOrd="2" destOrd="0" presId="urn:microsoft.com/office/officeart/2005/8/layout/vList5"/>
    <dgm:cxn modelId="{72ABC26D-CF5A-4921-B06A-101D70B302F9}" type="presParOf" srcId="{CDA6A053-9E4F-4C9E-BFC2-45CCE166F85F}" destId="{4FE7E3E0-4802-4E57-BAD6-E9D4712F79A8}" srcOrd="0" destOrd="0" presId="urn:microsoft.com/office/officeart/2005/8/layout/vList5"/>
    <dgm:cxn modelId="{A860B7C2-C491-43F9-AF4A-FD955181AE8B}" type="presParOf" srcId="{CDA6A053-9E4F-4C9E-BFC2-45CCE166F85F}" destId="{F4786572-FD24-4F5C-82D4-F915FBE22DF3}" srcOrd="1" destOrd="0" presId="urn:microsoft.com/office/officeart/2005/8/layout/vList5"/>
    <dgm:cxn modelId="{3868F78C-5A85-4597-A657-C5B80938E945}" type="presParOf" srcId="{0F261209-A360-4AEC-ADCB-A61AF37E028E}" destId="{1E8B34D5-6AF9-4B66-AB5C-E615204D9C31}" srcOrd="3" destOrd="0" presId="urn:microsoft.com/office/officeart/2005/8/layout/vList5"/>
    <dgm:cxn modelId="{A75BFF94-2153-4311-A83F-A86C0DE7CB93}" type="presParOf" srcId="{0F261209-A360-4AEC-ADCB-A61AF37E028E}" destId="{5B0F5474-04D4-4E72-B92A-E6D00ED6830D}" srcOrd="4" destOrd="0" presId="urn:microsoft.com/office/officeart/2005/8/layout/vList5"/>
    <dgm:cxn modelId="{402261EA-A0FE-4E19-988E-6E5DF128A2B4}" type="presParOf" srcId="{5B0F5474-04D4-4E72-B92A-E6D00ED6830D}" destId="{C8A0AD89-4F1E-4964-A072-2AEBBA9FC70C}" srcOrd="0" destOrd="0" presId="urn:microsoft.com/office/officeart/2005/8/layout/vList5"/>
    <dgm:cxn modelId="{34544BA2-87B2-4B0B-ABAF-18DAF2F55A1D}" type="presParOf" srcId="{5B0F5474-04D4-4E72-B92A-E6D00ED6830D}" destId="{C19F82CE-595E-4495-8907-97F5A67F76C8}" srcOrd="1" destOrd="0" presId="urn:microsoft.com/office/officeart/2005/8/layout/vList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65916495-10A7-4760-A7F1-0EAC0C45DAB4}"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s-CO"/>
        </a:p>
      </dgm:t>
    </dgm:pt>
    <dgm:pt modelId="{44C74736-F1DC-479D-95B5-60426D4BEE3F}">
      <dgm:prSet phldrT="[Texto]" custT="1"/>
      <dgm:spPr/>
      <dgm:t>
        <a:bodyPr/>
        <a:lstStyle/>
        <a:p>
          <a:pPr algn="just"/>
          <a:r>
            <a:rPr lang="es-CO" sz="1600" dirty="0" smtClean="0">
              <a:latin typeface="Futura Std Medium" pitchFamily="34" charset="0"/>
            </a:rPr>
            <a:t>Realiza seguimiento al cumplimiento y efectividad de los planes de mejoramiento</a:t>
          </a:r>
          <a:endParaRPr lang="es-CO" sz="1600" dirty="0">
            <a:latin typeface="Futura Std Medium" pitchFamily="34" charset="0"/>
          </a:endParaRPr>
        </a:p>
      </dgm:t>
    </dgm:pt>
    <dgm:pt modelId="{38438B58-5389-4810-8845-59CD52DBD2F7}" type="parTrans" cxnId="{B2D35C76-9088-484D-AB05-A3D163387C06}">
      <dgm:prSet/>
      <dgm:spPr/>
      <dgm:t>
        <a:bodyPr/>
        <a:lstStyle/>
        <a:p>
          <a:endParaRPr lang="es-CO"/>
        </a:p>
      </dgm:t>
    </dgm:pt>
    <dgm:pt modelId="{DD6C0DD1-D72D-4D60-80A8-0333344ADB05}" type="sibTrans" cxnId="{B2D35C76-9088-484D-AB05-A3D163387C06}">
      <dgm:prSet/>
      <dgm:spPr/>
      <dgm:t>
        <a:bodyPr/>
        <a:lstStyle/>
        <a:p>
          <a:endParaRPr lang="es-CO"/>
        </a:p>
      </dgm:t>
    </dgm:pt>
    <dgm:pt modelId="{B190BF4C-0BA0-45F4-957B-9E6E653A4950}">
      <dgm:prSet phldrT="[Texto]"/>
      <dgm:spPr/>
      <dgm:t>
        <a:bodyPr/>
        <a:lstStyle/>
        <a:p>
          <a:r>
            <a:rPr lang="es-CO" dirty="0" smtClean="0">
              <a:latin typeface="Futura Std Medium" pitchFamily="34" charset="0"/>
            </a:rPr>
            <a:t>Servidores Públicos</a:t>
          </a:r>
          <a:endParaRPr lang="es-CO" dirty="0">
            <a:latin typeface="Futura Std Medium" pitchFamily="34" charset="0"/>
          </a:endParaRPr>
        </a:p>
      </dgm:t>
    </dgm:pt>
    <dgm:pt modelId="{8FDC6CEF-CD16-4C07-A902-80A973B4F427}" type="parTrans" cxnId="{5365899F-C5C2-4F30-9205-18FE5FB889CE}">
      <dgm:prSet/>
      <dgm:spPr/>
      <dgm:t>
        <a:bodyPr/>
        <a:lstStyle/>
        <a:p>
          <a:endParaRPr lang="es-CO"/>
        </a:p>
      </dgm:t>
    </dgm:pt>
    <dgm:pt modelId="{BF753C8B-1681-4348-BC65-1D2319FE559B}" type="sibTrans" cxnId="{5365899F-C5C2-4F30-9205-18FE5FB889CE}">
      <dgm:prSet/>
      <dgm:spPr/>
      <dgm:t>
        <a:bodyPr/>
        <a:lstStyle/>
        <a:p>
          <a:endParaRPr lang="es-CO"/>
        </a:p>
      </dgm:t>
    </dgm:pt>
    <dgm:pt modelId="{664FF415-D693-4459-AC08-24DC5F244A39}">
      <dgm:prSet phldrT="[Texto]" custT="1"/>
      <dgm:spPr/>
      <dgm:t>
        <a:bodyPr/>
        <a:lstStyle/>
        <a:p>
          <a:pPr algn="just"/>
          <a:r>
            <a:rPr lang="es-CO" sz="1500" dirty="0" smtClean="0">
              <a:latin typeface="Futura Std Medium" pitchFamily="34" charset="0"/>
            </a:rPr>
            <a:t>Responsables por la operatividad eficiente de los procesos, actividades y tareas a su cargo. </a:t>
          </a:r>
          <a:endParaRPr lang="es-CO" sz="1500" dirty="0">
            <a:latin typeface="Futura Std Medium" pitchFamily="34" charset="0"/>
          </a:endParaRPr>
        </a:p>
      </dgm:t>
    </dgm:pt>
    <dgm:pt modelId="{618FD5D0-D03C-485A-881E-321289F88E58}" type="parTrans" cxnId="{068AECE5-34BD-4B17-ADB7-B8886D14E523}">
      <dgm:prSet/>
      <dgm:spPr/>
      <dgm:t>
        <a:bodyPr/>
        <a:lstStyle/>
        <a:p>
          <a:endParaRPr lang="es-CO"/>
        </a:p>
      </dgm:t>
    </dgm:pt>
    <dgm:pt modelId="{EE9753B7-B26F-480F-AE1C-0C5DAA239B11}" type="sibTrans" cxnId="{068AECE5-34BD-4B17-ADB7-B8886D14E523}">
      <dgm:prSet/>
      <dgm:spPr/>
      <dgm:t>
        <a:bodyPr/>
        <a:lstStyle/>
        <a:p>
          <a:endParaRPr lang="es-CO"/>
        </a:p>
      </dgm:t>
    </dgm:pt>
    <dgm:pt modelId="{39473745-B950-4E58-B9CF-8D902A5D5557}">
      <dgm:prSet phldrT="[Texto]" custT="1"/>
      <dgm:spPr/>
      <dgm:t>
        <a:bodyPr/>
        <a:lstStyle/>
        <a:p>
          <a:pPr algn="just"/>
          <a:r>
            <a:rPr lang="es-CO" sz="1600" dirty="0" smtClean="0">
              <a:latin typeface="Futura Std Medium" pitchFamily="34" charset="0"/>
            </a:rPr>
            <a:t>Evalúa del estado de la implementación y fortalecimiento</a:t>
          </a:r>
          <a:endParaRPr lang="es-CO" sz="1600" dirty="0">
            <a:latin typeface="Futura Std Medium" pitchFamily="34" charset="0"/>
          </a:endParaRPr>
        </a:p>
      </dgm:t>
    </dgm:pt>
    <dgm:pt modelId="{857D7F58-6906-44F0-B100-82444C00066E}" type="sibTrans" cxnId="{45DCE9DD-E7FF-467D-B2B8-A1B0BD427960}">
      <dgm:prSet/>
      <dgm:spPr/>
      <dgm:t>
        <a:bodyPr/>
        <a:lstStyle/>
        <a:p>
          <a:endParaRPr lang="es-CO"/>
        </a:p>
      </dgm:t>
    </dgm:pt>
    <dgm:pt modelId="{BFA8BFEB-86C2-41BA-84CC-A3BFFA4D264E}" type="parTrans" cxnId="{45DCE9DD-E7FF-467D-B2B8-A1B0BD427960}">
      <dgm:prSet/>
      <dgm:spPr/>
      <dgm:t>
        <a:bodyPr/>
        <a:lstStyle/>
        <a:p>
          <a:endParaRPr lang="es-CO"/>
        </a:p>
      </dgm:t>
    </dgm:pt>
    <dgm:pt modelId="{8E4507DD-B2C6-4B3D-A0E4-7A6869E3BF69}">
      <dgm:prSet phldrT="[Texto]"/>
      <dgm:spPr/>
      <dgm:t>
        <a:bodyPr/>
        <a:lstStyle/>
        <a:p>
          <a:r>
            <a:rPr lang="es-CO" dirty="0" smtClean="0">
              <a:latin typeface="Futura Std Medium" pitchFamily="34" charset="0"/>
            </a:rPr>
            <a:t>Oficina de Control Interno</a:t>
          </a:r>
          <a:endParaRPr lang="es-CO" dirty="0">
            <a:latin typeface="Futura Std Medium" pitchFamily="34" charset="0"/>
          </a:endParaRPr>
        </a:p>
      </dgm:t>
    </dgm:pt>
    <dgm:pt modelId="{1A78C2DB-331F-4FD0-9490-93B90B1FEBD6}" type="sibTrans" cxnId="{A5A628E0-312F-468A-84D2-806B04A54534}">
      <dgm:prSet/>
      <dgm:spPr/>
      <dgm:t>
        <a:bodyPr/>
        <a:lstStyle/>
        <a:p>
          <a:endParaRPr lang="es-CO"/>
        </a:p>
      </dgm:t>
    </dgm:pt>
    <dgm:pt modelId="{F7F42D4F-0090-4D51-80D3-829243579A58}" type="parTrans" cxnId="{A5A628E0-312F-468A-84D2-806B04A54534}">
      <dgm:prSet/>
      <dgm:spPr/>
      <dgm:t>
        <a:bodyPr/>
        <a:lstStyle/>
        <a:p>
          <a:endParaRPr lang="es-CO"/>
        </a:p>
      </dgm:t>
    </dgm:pt>
    <dgm:pt modelId="{54B6472A-1857-4323-B025-A61C03CAC791}">
      <dgm:prSet phldrT="[Texto]" custT="1"/>
      <dgm:spPr/>
      <dgm:t>
        <a:bodyPr/>
        <a:lstStyle/>
        <a:p>
          <a:pPr algn="just"/>
          <a:r>
            <a:rPr lang="es-CO" sz="1600" b="0" dirty="0" smtClean="0">
              <a:latin typeface="Futura Std Medium" pitchFamily="34" charset="0"/>
            </a:rPr>
            <a:t>Apoya y participa activamente el proceso de implementación </a:t>
          </a:r>
          <a:r>
            <a:rPr lang="es-CO" sz="1600" dirty="0" smtClean="0">
              <a:latin typeface="Futura Std Medium" pitchFamily="34" charset="0"/>
            </a:rPr>
            <a:t>y fortalecimiento del Modelo.</a:t>
          </a:r>
          <a:endParaRPr lang="es-CO" sz="1600" dirty="0">
            <a:latin typeface="Futura Std Medium" pitchFamily="34" charset="0"/>
          </a:endParaRPr>
        </a:p>
      </dgm:t>
    </dgm:pt>
    <dgm:pt modelId="{53D24F4B-7FF2-4ED1-87AA-EE0E23ABADA6}" type="sibTrans" cxnId="{F6A676BA-311F-4C22-B55A-8AA577CB876B}">
      <dgm:prSet/>
      <dgm:spPr/>
      <dgm:t>
        <a:bodyPr/>
        <a:lstStyle/>
        <a:p>
          <a:endParaRPr lang="es-CO"/>
        </a:p>
      </dgm:t>
    </dgm:pt>
    <dgm:pt modelId="{F65A2D19-255A-4DFC-B0D4-C6100A553E0F}" type="parTrans" cxnId="{F6A676BA-311F-4C22-B55A-8AA577CB876B}">
      <dgm:prSet/>
      <dgm:spPr/>
      <dgm:t>
        <a:bodyPr/>
        <a:lstStyle/>
        <a:p>
          <a:endParaRPr lang="es-CO"/>
        </a:p>
      </dgm:t>
    </dgm:pt>
    <dgm:pt modelId="{0BC8E20F-959C-4703-ACED-B5FEB6D1E35A}">
      <dgm:prSet phldrT="[Texto]"/>
      <dgm:spPr/>
      <dgm:t>
        <a:bodyPr/>
        <a:lstStyle/>
        <a:p>
          <a:r>
            <a:rPr lang="es-CO" dirty="0" smtClean="0">
              <a:latin typeface="Futura Std Medium" pitchFamily="34" charset="0"/>
            </a:rPr>
            <a:t>Equipo MECI</a:t>
          </a:r>
          <a:endParaRPr lang="es-CO" dirty="0">
            <a:latin typeface="Futura Std Medium" pitchFamily="34" charset="0"/>
          </a:endParaRPr>
        </a:p>
      </dgm:t>
    </dgm:pt>
    <dgm:pt modelId="{D6A0A992-60A0-487B-9CB7-4497F83C67CC}" type="sibTrans" cxnId="{EFE93C47-A262-499F-ABAB-91084705D3D8}">
      <dgm:prSet/>
      <dgm:spPr/>
      <dgm:t>
        <a:bodyPr/>
        <a:lstStyle/>
        <a:p>
          <a:endParaRPr lang="es-CO"/>
        </a:p>
      </dgm:t>
    </dgm:pt>
    <dgm:pt modelId="{1D120F81-4A4E-4CAA-B18D-9A07B22AADB7}" type="parTrans" cxnId="{EFE93C47-A262-499F-ABAB-91084705D3D8}">
      <dgm:prSet/>
      <dgm:spPr/>
      <dgm:t>
        <a:bodyPr/>
        <a:lstStyle/>
        <a:p>
          <a:endParaRPr lang="es-CO"/>
        </a:p>
      </dgm:t>
    </dgm:pt>
    <dgm:pt modelId="{631243E7-2AF4-4004-B194-0CB662665A5E}">
      <dgm:prSet phldrT="[Texto]" custT="1"/>
      <dgm:spPr/>
      <dgm:t>
        <a:bodyPr/>
        <a:lstStyle/>
        <a:p>
          <a:pPr algn="just"/>
          <a:r>
            <a:rPr lang="es-CO" sz="1600" b="0" dirty="0" smtClean="0">
              <a:latin typeface="Futura Std Medium" pitchFamily="34" charset="0"/>
            </a:rPr>
            <a:t>Revisa, analiza y consolida la información </a:t>
          </a:r>
          <a:r>
            <a:rPr lang="es-CO" sz="1600" dirty="0" smtClean="0">
              <a:latin typeface="Futura Std Medium" pitchFamily="34" charset="0"/>
            </a:rPr>
            <a:t>para presentar propuestas para la  implementación y fortalecimiento</a:t>
          </a:r>
          <a:endParaRPr lang="es-CO" sz="1600" dirty="0">
            <a:latin typeface="Futura Std Medium" pitchFamily="34" charset="0"/>
          </a:endParaRPr>
        </a:p>
      </dgm:t>
    </dgm:pt>
    <dgm:pt modelId="{D7642AA7-314D-4B71-BDF1-6F3365E47ACE}" type="parTrans" cxnId="{7536E976-C309-4B5F-B301-39A4186314CA}">
      <dgm:prSet/>
      <dgm:spPr/>
      <dgm:t>
        <a:bodyPr/>
        <a:lstStyle/>
        <a:p>
          <a:endParaRPr lang="es-CO"/>
        </a:p>
      </dgm:t>
    </dgm:pt>
    <dgm:pt modelId="{3D732C83-13FD-46F0-B0F8-6D63B777F911}" type="sibTrans" cxnId="{7536E976-C309-4B5F-B301-39A4186314CA}">
      <dgm:prSet/>
      <dgm:spPr/>
      <dgm:t>
        <a:bodyPr/>
        <a:lstStyle/>
        <a:p>
          <a:endParaRPr lang="es-CO"/>
        </a:p>
      </dgm:t>
    </dgm:pt>
    <dgm:pt modelId="{3CA608B5-FCFD-46D9-BCE0-4E23D971D4C5}">
      <dgm:prSet phldrT="[Texto]" custT="1"/>
      <dgm:spPr/>
      <dgm:t>
        <a:bodyPr/>
        <a:lstStyle/>
        <a:p>
          <a:pPr algn="just"/>
          <a:r>
            <a:rPr lang="es-CO" sz="1600" dirty="0" smtClean="0">
              <a:latin typeface="Futura Std Medium" pitchFamily="34" charset="0"/>
            </a:rPr>
            <a:t>Asesoría permanente</a:t>
          </a:r>
          <a:endParaRPr lang="es-CO" sz="1600" dirty="0">
            <a:latin typeface="Futura Std Medium" pitchFamily="34" charset="0"/>
          </a:endParaRPr>
        </a:p>
      </dgm:t>
    </dgm:pt>
    <dgm:pt modelId="{D4E21F04-CF45-4F9D-A5FD-1FD5FAAEB4AE}" type="parTrans" cxnId="{92363ABD-7666-45C0-8682-C271244B46F2}">
      <dgm:prSet/>
      <dgm:spPr/>
      <dgm:t>
        <a:bodyPr/>
        <a:lstStyle/>
        <a:p>
          <a:endParaRPr lang="es-CO"/>
        </a:p>
      </dgm:t>
    </dgm:pt>
    <dgm:pt modelId="{E11C80EA-821A-4077-93D4-A1E88CDDE516}" type="sibTrans" cxnId="{92363ABD-7666-45C0-8682-C271244B46F2}">
      <dgm:prSet/>
      <dgm:spPr/>
      <dgm:t>
        <a:bodyPr/>
        <a:lstStyle/>
        <a:p>
          <a:endParaRPr lang="es-CO"/>
        </a:p>
      </dgm:t>
    </dgm:pt>
    <dgm:pt modelId="{F8098873-C212-4ADE-9658-FA4BF88443FB}">
      <dgm:prSet phldrT="[Texto]" custT="1"/>
      <dgm:spPr/>
      <dgm:t>
        <a:bodyPr/>
        <a:lstStyle/>
        <a:p>
          <a:pPr algn="just"/>
          <a:r>
            <a:rPr lang="es-CO" sz="1600" b="0" dirty="0" smtClean="0">
              <a:latin typeface="Futura Std Medium" pitchFamily="34" charset="0"/>
            </a:rPr>
            <a:t>Asesora a los procesos de la entidad </a:t>
          </a:r>
          <a:r>
            <a:rPr lang="es-CO" sz="1600" dirty="0" smtClean="0">
              <a:latin typeface="Futura Std Medium" pitchFamily="34" charset="0"/>
            </a:rPr>
            <a:t>en la implementación y fortalecimiento </a:t>
          </a:r>
          <a:endParaRPr lang="es-CO" sz="1600" dirty="0">
            <a:latin typeface="Futura Std Medium" pitchFamily="34" charset="0"/>
          </a:endParaRPr>
        </a:p>
      </dgm:t>
    </dgm:pt>
    <dgm:pt modelId="{20776810-18C8-4F2B-8EFB-77BC5CF7FD80}" type="parTrans" cxnId="{3F6721A4-22A6-4F6F-81A8-C232FC3916D9}">
      <dgm:prSet/>
      <dgm:spPr/>
      <dgm:t>
        <a:bodyPr/>
        <a:lstStyle/>
        <a:p>
          <a:endParaRPr lang="es-CO"/>
        </a:p>
      </dgm:t>
    </dgm:pt>
    <dgm:pt modelId="{26E6A92A-55B8-4476-9693-34D5E5E5A1E7}" type="sibTrans" cxnId="{3F6721A4-22A6-4F6F-81A8-C232FC3916D9}">
      <dgm:prSet/>
      <dgm:spPr/>
      <dgm:t>
        <a:bodyPr/>
        <a:lstStyle/>
        <a:p>
          <a:endParaRPr lang="es-CO"/>
        </a:p>
      </dgm:t>
    </dgm:pt>
    <dgm:pt modelId="{2961A4E6-0750-4B96-A9CE-5F576146C2C6}">
      <dgm:prSet phldrT="[Texto]" custT="1"/>
      <dgm:spPr/>
      <dgm:t>
        <a:bodyPr/>
        <a:lstStyle/>
        <a:p>
          <a:pPr algn="just"/>
          <a:r>
            <a:rPr lang="es-CO" sz="1500" dirty="0" smtClean="0">
              <a:latin typeface="Futura Std Medium" pitchFamily="34" charset="0"/>
            </a:rPr>
            <a:t>Supervisan continuamente a la eficacia de los controles</a:t>
          </a:r>
          <a:endParaRPr lang="es-CO" sz="1500" dirty="0">
            <a:latin typeface="Futura Std Medium" pitchFamily="34" charset="0"/>
          </a:endParaRPr>
        </a:p>
      </dgm:t>
    </dgm:pt>
    <dgm:pt modelId="{C314FEE5-23B4-4752-B8E0-2655DAE5F8A9}" type="parTrans" cxnId="{E36471FB-D076-4018-BF26-7E274AA155FA}">
      <dgm:prSet/>
      <dgm:spPr/>
      <dgm:t>
        <a:bodyPr/>
        <a:lstStyle/>
        <a:p>
          <a:endParaRPr lang="es-CO"/>
        </a:p>
      </dgm:t>
    </dgm:pt>
    <dgm:pt modelId="{56F1E0CA-BB31-4F11-8454-C921F7837DAE}" type="sibTrans" cxnId="{E36471FB-D076-4018-BF26-7E274AA155FA}">
      <dgm:prSet/>
      <dgm:spPr/>
      <dgm:t>
        <a:bodyPr/>
        <a:lstStyle/>
        <a:p>
          <a:endParaRPr lang="es-CO"/>
        </a:p>
      </dgm:t>
    </dgm:pt>
    <dgm:pt modelId="{EB60B0A9-E8B6-4EF5-87B1-7644154E4687}">
      <dgm:prSet phldrT="[Texto]" custT="1"/>
      <dgm:spPr/>
      <dgm:t>
        <a:bodyPr/>
        <a:lstStyle/>
        <a:p>
          <a:pPr algn="just"/>
          <a:r>
            <a:rPr lang="es-CO" sz="1500" dirty="0" smtClean="0">
              <a:latin typeface="Futura Std Medium" pitchFamily="34" charset="0"/>
            </a:rPr>
            <a:t>Autoevalúan permanente a los resultados de su labor</a:t>
          </a:r>
          <a:endParaRPr lang="es-CO" sz="1500" dirty="0">
            <a:latin typeface="Futura Std Medium" pitchFamily="34" charset="0"/>
          </a:endParaRPr>
        </a:p>
      </dgm:t>
    </dgm:pt>
    <dgm:pt modelId="{4D26D7A5-D9E1-47F3-B5D1-1371E9710A39}" type="parTrans" cxnId="{B2F107D9-28EA-4D1C-A211-C1204CDBDF03}">
      <dgm:prSet/>
      <dgm:spPr/>
      <dgm:t>
        <a:bodyPr/>
        <a:lstStyle/>
        <a:p>
          <a:endParaRPr lang="es-CO"/>
        </a:p>
      </dgm:t>
    </dgm:pt>
    <dgm:pt modelId="{7D67F95A-F16B-4845-B019-E6583751ECB2}" type="sibTrans" cxnId="{B2F107D9-28EA-4D1C-A211-C1204CDBDF03}">
      <dgm:prSet/>
      <dgm:spPr/>
      <dgm:t>
        <a:bodyPr/>
        <a:lstStyle/>
        <a:p>
          <a:endParaRPr lang="es-CO"/>
        </a:p>
      </dgm:t>
    </dgm:pt>
    <dgm:pt modelId="{F0F5417B-2D11-458A-9ED2-B4D6B5B476D1}">
      <dgm:prSet phldrT="[Texto]" custT="1"/>
      <dgm:spPr/>
      <dgm:t>
        <a:bodyPr/>
        <a:lstStyle/>
        <a:p>
          <a:pPr algn="just"/>
          <a:r>
            <a:rPr lang="es-CO" sz="1500" dirty="0" smtClean="0">
              <a:latin typeface="Futura Std Medium" pitchFamily="34" charset="0"/>
            </a:rPr>
            <a:t>Toman acciones que permiten  el ejercicio del autocontrol en sus puestos de trabajo</a:t>
          </a:r>
          <a:endParaRPr lang="es-CO" sz="1500" dirty="0">
            <a:latin typeface="Futura Std Medium" pitchFamily="34" charset="0"/>
          </a:endParaRPr>
        </a:p>
      </dgm:t>
    </dgm:pt>
    <dgm:pt modelId="{28F9590B-958A-4D41-BC9E-1E5F427C78E1}" type="parTrans" cxnId="{40C107C9-5689-4982-8198-0B8BD0FF8BB9}">
      <dgm:prSet/>
      <dgm:spPr/>
      <dgm:t>
        <a:bodyPr/>
        <a:lstStyle/>
        <a:p>
          <a:endParaRPr lang="es-CO"/>
        </a:p>
      </dgm:t>
    </dgm:pt>
    <dgm:pt modelId="{DF59A4AD-FD85-4F26-913A-113C31148155}" type="sibTrans" cxnId="{40C107C9-5689-4982-8198-0B8BD0FF8BB9}">
      <dgm:prSet/>
      <dgm:spPr/>
      <dgm:t>
        <a:bodyPr/>
        <a:lstStyle/>
        <a:p>
          <a:endParaRPr lang="es-CO"/>
        </a:p>
      </dgm:t>
    </dgm:pt>
    <dgm:pt modelId="{0F261209-A360-4AEC-ADCB-A61AF37E028E}" type="pres">
      <dgm:prSet presAssocID="{65916495-10A7-4760-A7F1-0EAC0C45DAB4}" presName="Name0" presStyleCnt="0">
        <dgm:presLayoutVars>
          <dgm:dir/>
          <dgm:animLvl val="lvl"/>
          <dgm:resizeHandles val="exact"/>
        </dgm:presLayoutVars>
      </dgm:prSet>
      <dgm:spPr/>
      <dgm:t>
        <a:bodyPr/>
        <a:lstStyle/>
        <a:p>
          <a:endParaRPr lang="es-CO"/>
        </a:p>
      </dgm:t>
    </dgm:pt>
    <dgm:pt modelId="{B6C56B77-A3EC-49B0-A0B4-B8FA6B19BC3B}" type="pres">
      <dgm:prSet presAssocID="{0BC8E20F-959C-4703-ACED-B5FEB6D1E35A}" presName="linNode" presStyleCnt="0"/>
      <dgm:spPr/>
    </dgm:pt>
    <dgm:pt modelId="{83B0F434-821B-49FC-BCB7-80C7826C969A}" type="pres">
      <dgm:prSet presAssocID="{0BC8E20F-959C-4703-ACED-B5FEB6D1E35A}" presName="parentText" presStyleLbl="node1" presStyleIdx="0" presStyleCnt="3" custScaleX="2000000" custScaleY="85937" custLinFactNeighborY="-151">
        <dgm:presLayoutVars>
          <dgm:chMax val="1"/>
          <dgm:bulletEnabled val="1"/>
        </dgm:presLayoutVars>
      </dgm:prSet>
      <dgm:spPr/>
      <dgm:t>
        <a:bodyPr/>
        <a:lstStyle/>
        <a:p>
          <a:endParaRPr lang="es-CO"/>
        </a:p>
      </dgm:t>
    </dgm:pt>
    <dgm:pt modelId="{95A6BF8F-5E42-413F-AAC8-790DE2FDF2C2}" type="pres">
      <dgm:prSet presAssocID="{0BC8E20F-959C-4703-ACED-B5FEB6D1E35A}" presName="descendantText" presStyleLbl="alignAccFollowNode1" presStyleIdx="0" presStyleCnt="3" custScaleX="2000000">
        <dgm:presLayoutVars>
          <dgm:bulletEnabled val="1"/>
        </dgm:presLayoutVars>
      </dgm:prSet>
      <dgm:spPr/>
      <dgm:t>
        <a:bodyPr/>
        <a:lstStyle/>
        <a:p>
          <a:endParaRPr lang="es-CO"/>
        </a:p>
      </dgm:t>
    </dgm:pt>
    <dgm:pt modelId="{1D560479-950D-4231-8700-AE1598903F08}" type="pres">
      <dgm:prSet presAssocID="{D6A0A992-60A0-487B-9CB7-4497F83C67CC}" presName="sp" presStyleCnt="0"/>
      <dgm:spPr/>
    </dgm:pt>
    <dgm:pt modelId="{CDA6A053-9E4F-4C9E-BFC2-45CCE166F85F}" type="pres">
      <dgm:prSet presAssocID="{8E4507DD-B2C6-4B3D-A0E4-7A6869E3BF69}" presName="linNode" presStyleCnt="0"/>
      <dgm:spPr/>
    </dgm:pt>
    <dgm:pt modelId="{4FE7E3E0-4802-4E57-BAD6-E9D4712F79A8}" type="pres">
      <dgm:prSet presAssocID="{8E4507DD-B2C6-4B3D-A0E4-7A6869E3BF69}" presName="parentText" presStyleLbl="node1" presStyleIdx="1" presStyleCnt="3" custScaleX="2000000" custScaleY="75991" custLinFactNeighborY="793">
        <dgm:presLayoutVars>
          <dgm:chMax val="1"/>
          <dgm:bulletEnabled val="1"/>
        </dgm:presLayoutVars>
      </dgm:prSet>
      <dgm:spPr/>
      <dgm:t>
        <a:bodyPr/>
        <a:lstStyle/>
        <a:p>
          <a:endParaRPr lang="es-CO"/>
        </a:p>
      </dgm:t>
    </dgm:pt>
    <dgm:pt modelId="{F4786572-FD24-4F5C-82D4-F915FBE22DF3}" type="pres">
      <dgm:prSet presAssocID="{8E4507DD-B2C6-4B3D-A0E4-7A6869E3BF69}" presName="descendantText" presStyleLbl="alignAccFollowNode1" presStyleIdx="1" presStyleCnt="3" custScaleX="2000000">
        <dgm:presLayoutVars>
          <dgm:bulletEnabled val="1"/>
        </dgm:presLayoutVars>
      </dgm:prSet>
      <dgm:spPr/>
      <dgm:t>
        <a:bodyPr/>
        <a:lstStyle/>
        <a:p>
          <a:endParaRPr lang="es-CO"/>
        </a:p>
      </dgm:t>
    </dgm:pt>
    <dgm:pt modelId="{1E8B34D5-6AF9-4B66-AB5C-E615204D9C31}" type="pres">
      <dgm:prSet presAssocID="{1A78C2DB-331F-4FD0-9490-93B90B1FEBD6}" presName="sp" presStyleCnt="0"/>
      <dgm:spPr/>
    </dgm:pt>
    <dgm:pt modelId="{5B0F5474-04D4-4E72-B92A-E6D00ED6830D}" type="pres">
      <dgm:prSet presAssocID="{B190BF4C-0BA0-45F4-957B-9E6E653A4950}" presName="linNode" presStyleCnt="0"/>
      <dgm:spPr/>
    </dgm:pt>
    <dgm:pt modelId="{C8A0AD89-4F1E-4964-A072-2AEBBA9FC70C}" type="pres">
      <dgm:prSet presAssocID="{B190BF4C-0BA0-45F4-957B-9E6E653A4950}" presName="parentText" presStyleLbl="node1" presStyleIdx="2" presStyleCnt="3" custScaleX="2000000" custScaleY="80484">
        <dgm:presLayoutVars>
          <dgm:chMax val="1"/>
          <dgm:bulletEnabled val="1"/>
        </dgm:presLayoutVars>
      </dgm:prSet>
      <dgm:spPr/>
      <dgm:t>
        <a:bodyPr/>
        <a:lstStyle/>
        <a:p>
          <a:endParaRPr lang="es-CO"/>
        </a:p>
      </dgm:t>
    </dgm:pt>
    <dgm:pt modelId="{C19F82CE-595E-4495-8907-97F5A67F76C8}" type="pres">
      <dgm:prSet presAssocID="{B190BF4C-0BA0-45F4-957B-9E6E653A4950}" presName="descendantText" presStyleLbl="alignAccFollowNode1" presStyleIdx="2" presStyleCnt="3" custScaleX="2000000">
        <dgm:presLayoutVars>
          <dgm:bulletEnabled val="1"/>
        </dgm:presLayoutVars>
      </dgm:prSet>
      <dgm:spPr/>
      <dgm:t>
        <a:bodyPr/>
        <a:lstStyle/>
        <a:p>
          <a:endParaRPr lang="es-CO"/>
        </a:p>
      </dgm:t>
    </dgm:pt>
  </dgm:ptLst>
  <dgm:cxnLst>
    <dgm:cxn modelId="{B2F107D9-28EA-4D1C-A211-C1204CDBDF03}" srcId="{B190BF4C-0BA0-45F4-957B-9E6E653A4950}" destId="{EB60B0A9-E8B6-4EF5-87B1-7644154E4687}" srcOrd="2" destOrd="0" parTransId="{4D26D7A5-D9E1-47F3-B5D1-1371E9710A39}" sibTransId="{7D67F95A-F16B-4845-B019-E6583751ECB2}"/>
    <dgm:cxn modelId="{068AECE5-34BD-4B17-ADB7-B8886D14E523}" srcId="{B190BF4C-0BA0-45F4-957B-9E6E653A4950}" destId="{664FF415-D693-4459-AC08-24DC5F244A39}" srcOrd="0" destOrd="0" parTransId="{618FD5D0-D03C-485A-881E-321289F88E58}" sibTransId="{EE9753B7-B26F-480F-AE1C-0C5DAA239B11}"/>
    <dgm:cxn modelId="{367E288C-49D0-496A-BBB5-39CF9A866594}" type="presOf" srcId="{2961A4E6-0750-4B96-A9CE-5F576146C2C6}" destId="{C19F82CE-595E-4495-8907-97F5A67F76C8}" srcOrd="0" destOrd="1" presId="urn:microsoft.com/office/officeart/2005/8/layout/vList5"/>
    <dgm:cxn modelId="{EFE93C47-A262-499F-ABAB-91084705D3D8}" srcId="{65916495-10A7-4760-A7F1-0EAC0C45DAB4}" destId="{0BC8E20F-959C-4703-ACED-B5FEB6D1E35A}" srcOrd="0" destOrd="0" parTransId="{1D120F81-4A4E-4CAA-B18D-9A07B22AADB7}" sibTransId="{D6A0A992-60A0-487B-9CB7-4497F83C67CC}"/>
    <dgm:cxn modelId="{A5A628E0-312F-468A-84D2-806B04A54534}" srcId="{65916495-10A7-4760-A7F1-0EAC0C45DAB4}" destId="{8E4507DD-B2C6-4B3D-A0E4-7A6869E3BF69}" srcOrd="1" destOrd="0" parTransId="{F7F42D4F-0090-4D51-80D3-829243579A58}" sibTransId="{1A78C2DB-331F-4FD0-9490-93B90B1FEBD6}"/>
    <dgm:cxn modelId="{3F6721A4-22A6-4F6F-81A8-C232FC3916D9}" srcId="{0BC8E20F-959C-4703-ACED-B5FEB6D1E35A}" destId="{F8098873-C212-4ADE-9658-FA4BF88443FB}" srcOrd="1" destOrd="0" parTransId="{20776810-18C8-4F2B-8EFB-77BC5CF7FD80}" sibTransId="{26E6A92A-55B8-4476-9693-34D5E5E5A1E7}"/>
    <dgm:cxn modelId="{47AF2C86-0F8C-4621-8D90-F0E35F6DE928}" type="presOf" srcId="{F0F5417B-2D11-458A-9ED2-B4D6B5B476D1}" destId="{C19F82CE-595E-4495-8907-97F5A67F76C8}" srcOrd="0" destOrd="3" presId="urn:microsoft.com/office/officeart/2005/8/layout/vList5"/>
    <dgm:cxn modelId="{2D1586A3-BE46-4F1F-964C-8A9659BA56E0}" type="presOf" srcId="{54B6472A-1857-4323-B025-A61C03CAC791}" destId="{95A6BF8F-5E42-413F-AAC8-790DE2FDF2C2}" srcOrd="0" destOrd="0" presId="urn:microsoft.com/office/officeart/2005/8/layout/vList5"/>
    <dgm:cxn modelId="{7536E976-C309-4B5F-B301-39A4186314CA}" srcId="{0BC8E20F-959C-4703-ACED-B5FEB6D1E35A}" destId="{631243E7-2AF4-4004-B194-0CB662665A5E}" srcOrd="2" destOrd="0" parTransId="{D7642AA7-314D-4B71-BDF1-6F3365E47ACE}" sibTransId="{3D732C83-13FD-46F0-B0F8-6D63B777F911}"/>
    <dgm:cxn modelId="{D289BBE3-AB2F-4E0C-8F8B-81D7F5CAED9C}" type="presOf" srcId="{3CA608B5-FCFD-46D9-BCE0-4E23D971D4C5}" destId="{F4786572-FD24-4F5C-82D4-F915FBE22DF3}" srcOrd="0" destOrd="2" presId="urn:microsoft.com/office/officeart/2005/8/layout/vList5"/>
    <dgm:cxn modelId="{5365899F-C5C2-4F30-9205-18FE5FB889CE}" srcId="{65916495-10A7-4760-A7F1-0EAC0C45DAB4}" destId="{B190BF4C-0BA0-45F4-957B-9E6E653A4950}" srcOrd="2" destOrd="0" parTransId="{8FDC6CEF-CD16-4C07-A902-80A973B4F427}" sibTransId="{BF753C8B-1681-4348-BC65-1D2319FE559B}"/>
    <dgm:cxn modelId="{3C3907EE-BF6F-4A23-A282-180421C818AA}" type="presOf" srcId="{65916495-10A7-4760-A7F1-0EAC0C45DAB4}" destId="{0F261209-A360-4AEC-ADCB-A61AF37E028E}" srcOrd="0" destOrd="0" presId="urn:microsoft.com/office/officeart/2005/8/layout/vList5"/>
    <dgm:cxn modelId="{40C107C9-5689-4982-8198-0B8BD0FF8BB9}" srcId="{B190BF4C-0BA0-45F4-957B-9E6E653A4950}" destId="{F0F5417B-2D11-458A-9ED2-B4D6B5B476D1}" srcOrd="3" destOrd="0" parTransId="{28F9590B-958A-4D41-BC9E-1E5F427C78E1}" sibTransId="{DF59A4AD-FD85-4F26-913A-113C31148155}"/>
    <dgm:cxn modelId="{16215B75-4096-4F64-98AC-B66AE6F37C8F}" type="presOf" srcId="{631243E7-2AF4-4004-B194-0CB662665A5E}" destId="{95A6BF8F-5E42-413F-AAC8-790DE2FDF2C2}" srcOrd="0" destOrd="2" presId="urn:microsoft.com/office/officeart/2005/8/layout/vList5"/>
    <dgm:cxn modelId="{E1B30D37-54B3-4EDF-AF48-946A8BC77D05}" type="presOf" srcId="{39473745-B950-4E58-B9CF-8D902A5D5557}" destId="{F4786572-FD24-4F5C-82D4-F915FBE22DF3}" srcOrd="0" destOrd="0" presId="urn:microsoft.com/office/officeart/2005/8/layout/vList5"/>
    <dgm:cxn modelId="{F6A676BA-311F-4C22-B55A-8AA577CB876B}" srcId="{0BC8E20F-959C-4703-ACED-B5FEB6D1E35A}" destId="{54B6472A-1857-4323-B025-A61C03CAC791}" srcOrd="0" destOrd="0" parTransId="{F65A2D19-255A-4DFC-B0D4-C6100A553E0F}" sibTransId="{53D24F4B-7FF2-4ED1-87AA-EE0E23ABADA6}"/>
    <dgm:cxn modelId="{2DB2C91D-D506-49F5-BB09-F8F45B7AEAF3}" type="presOf" srcId="{EB60B0A9-E8B6-4EF5-87B1-7644154E4687}" destId="{C19F82CE-595E-4495-8907-97F5A67F76C8}" srcOrd="0" destOrd="2" presId="urn:microsoft.com/office/officeart/2005/8/layout/vList5"/>
    <dgm:cxn modelId="{92363ABD-7666-45C0-8682-C271244B46F2}" srcId="{8E4507DD-B2C6-4B3D-A0E4-7A6869E3BF69}" destId="{3CA608B5-FCFD-46D9-BCE0-4E23D971D4C5}" srcOrd="2" destOrd="0" parTransId="{D4E21F04-CF45-4F9D-A5FD-1FD5FAAEB4AE}" sibTransId="{E11C80EA-821A-4077-93D4-A1E88CDDE516}"/>
    <dgm:cxn modelId="{E36471FB-D076-4018-BF26-7E274AA155FA}" srcId="{B190BF4C-0BA0-45F4-957B-9E6E653A4950}" destId="{2961A4E6-0750-4B96-A9CE-5F576146C2C6}" srcOrd="1" destOrd="0" parTransId="{C314FEE5-23B4-4752-B8E0-2655DAE5F8A9}" sibTransId="{56F1E0CA-BB31-4F11-8454-C921F7837DAE}"/>
    <dgm:cxn modelId="{AF9C3F46-673B-41CB-ACEF-E924E3568EAF}" type="presOf" srcId="{B190BF4C-0BA0-45F4-957B-9E6E653A4950}" destId="{C8A0AD89-4F1E-4964-A072-2AEBBA9FC70C}" srcOrd="0" destOrd="0" presId="urn:microsoft.com/office/officeart/2005/8/layout/vList5"/>
    <dgm:cxn modelId="{3241F539-E605-4F63-A54B-0F5CA6D42FFF}" type="presOf" srcId="{44C74736-F1DC-479D-95B5-60426D4BEE3F}" destId="{F4786572-FD24-4F5C-82D4-F915FBE22DF3}" srcOrd="0" destOrd="1" presId="urn:microsoft.com/office/officeart/2005/8/layout/vList5"/>
    <dgm:cxn modelId="{CABA1FEB-B04A-43DD-B426-4DCB94744D85}" type="presOf" srcId="{664FF415-D693-4459-AC08-24DC5F244A39}" destId="{C19F82CE-595E-4495-8907-97F5A67F76C8}" srcOrd="0" destOrd="0" presId="urn:microsoft.com/office/officeart/2005/8/layout/vList5"/>
    <dgm:cxn modelId="{F02D2A5E-D378-41DC-A683-6640F0FC5D34}" type="presOf" srcId="{0BC8E20F-959C-4703-ACED-B5FEB6D1E35A}" destId="{83B0F434-821B-49FC-BCB7-80C7826C969A}" srcOrd="0" destOrd="0" presId="urn:microsoft.com/office/officeart/2005/8/layout/vList5"/>
    <dgm:cxn modelId="{08076946-46B3-49FA-9B99-38C18A329045}" type="presOf" srcId="{8E4507DD-B2C6-4B3D-A0E4-7A6869E3BF69}" destId="{4FE7E3E0-4802-4E57-BAD6-E9D4712F79A8}" srcOrd="0" destOrd="0" presId="urn:microsoft.com/office/officeart/2005/8/layout/vList5"/>
    <dgm:cxn modelId="{3964522D-C74B-43F6-B019-A1F3AFBC0415}" type="presOf" srcId="{F8098873-C212-4ADE-9658-FA4BF88443FB}" destId="{95A6BF8F-5E42-413F-AAC8-790DE2FDF2C2}" srcOrd="0" destOrd="1" presId="urn:microsoft.com/office/officeart/2005/8/layout/vList5"/>
    <dgm:cxn modelId="{45DCE9DD-E7FF-467D-B2B8-A1B0BD427960}" srcId="{8E4507DD-B2C6-4B3D-A0E4-7A6869E3BF69}" destId="{39473745-B950-4E58-B9CF-8D902A5D5557}" srcOrd="0" destOrd="0" parTransId="{BFA8BFEB-86C2-41BA-84CC-A3BFFA4D264E}" sibTransId="{857D7F58-6906-44F0-B100-82444C00066E}"/>
    <dgm:cxn modelId="{B2D35C76-9088-484D-AB05-A3D163387C06}" srcId="{8E4507DD-B2C6-4B3D-A0E4-7A6869E3BF69}" destId="{44C74736-F1DC-479D-95B5-60426D4BEE3F}" srcOrd="1" destOrd="0" parTransId="{38438B58-5389-4810-8845-59CD52DBD2F7}" sibTransId="{DD6C0DD1-D72D-4D60-80A8-0333344ADB05}"/>
    <dgm:cxn modelId="{7282E0F9-CB72-4617-9CA2-C1D2F5D31766}" type="presParOf" srcId="{0F261209-A360-4AEC-ADCB-A61AF37E028E}" destId="{B6C56B77-A3EC-49B0-A0B4-B8FA6B19BC3B}" srcOrd="0" destOrd="0" presId="urn:microsoft.com/office/officeart/2005/8/layout/vList5"/>
    <dgm:cxn modelId="{4A20F5F2-125A-4309-9088-79551C25D8AB}" type="presParOf" srcId="{B6C56B77-A3EC-49B0-A0B4-B8FA6B19BC3B}" destId="{83B0F434-821B-49FC-BCB7-80C7826C969A}" srcOrd="0" destOrd="0" presId="urn:microsoft.com/office/officeart/2005/8/layout/vList5"/>
    <dgm:cxn modelId="{3A731CF3-3664-4396-BF15-765E8E93FDE6}" type="presParOf" srcId="{B6C56B77-A3EC-49B0-A0B4-B8FA6B19BC3B}" destId="{95A6BF8F-5E42-413F-AAC8-790DE2FDF2C2}" srcOrd="1" destOrd="0" presId="urn:microsoft.com/office/officeart/2005/8/layout/vList5"/>
    <dgm:cxn modelId="{C8ED08EA-E4CF-4273-82F6-B757777FE2AE}" type="presParOf" srcId="{0F261209-A360-4AEC-ADCB-A61AF37E028E}" destId="{1D560479-950D-4231-8700-AE1598903F08}" srcOrd="1" destOrd="0" presId="urn:microsoft.com/office/officeart/2005/8/layout/vList5"/>
    <dgm:cxn modelId="{FD721A7A-000F-446E-AEDB-7DBAE9718E6C}" type="presParOf" srcId="{0F261209-A360-4AEC-ADCB-A61AF37E028E}" destId="{CDA6A053-9E4F-4C9E-BFC2-45CCE166F85F}" srcOrd="2" destOrd="0" presId="urn:microsoft.com/office/officeart/2005/8/layout/vList5"/>
    <dgm:cxn modelId="{3232974D-5F59-4553-AE45-57DC720A62CF}" type="presParOf" srcId="{CDA6A053-9E4F-4C9E-BFC2-45CCE166F85F}" destId="{4FE7E3E0-4802-4E57-BAD6-E9D4712F79A8}" srcOrd="0" destOrd="0" presId="urn:microsoft.com/office/officeart/2005/8/layout/vList5"/>
    <dgm:cxn modelId="{ADE198FA-5803-43A3-AC79-E05DA066D1AD}" type="presParOf" srcId="{CDA6A053-9E4F-4C9E-BFC2-45CCE166F85F}" destId="{F4786572-FD24-4F5C-82D4-F915FBE22DF3}" srcOrd="1" destOrd="0" presId="urn:microsoft.com/office/officeart/2005/8/layout/vList5"/>
    <dgm:cxn modelId="{2EE343F6-044E-4336-8EC1-0A6234D436B1}" type="presParOf" srcId="{0F261209-A360-4AEC-ADCB-A61AF37E028E}" destId="{1E8B34D5-6AF9-4B66-AB5C-E615204D9C31}" srcOrd="3" destOrd="0" presId="urn:microsoft.com/office/officeart/2005/8/layout/vList5"/>
    <dgm:cxn modelId="{585C7385-2D19-48EC-997E-2A1E4008DB40}" type="presParOf" srcId="{0F261209-A360-4AEC-ADCB-A61AF37E028E}" destId="{5B0F5474-04D4-4E72-B92A-E6D00ED6830D}" srcOrd="4" destOrd="0" presId="urn:microsoft.com/office/officeart/2005/8/layout/vList5"/>
    <dgm:cxn modelId="{0215C80E-243D-42ED-A2B8-A12C54FF9E27}" type="presParOf" srcId="{5B0F5474-04D4-4E72-B92A-E6D00ED6830D}" destId="{C8A0AD89-4F1E-4964-A072-2AEBBA9FC70C}" srcOrd="0" destOrd="0" presId="urn:microsoft.com/office/officeart/2005/8/layout/vList5"/>
    <dgm:cxn modelId="{AA15EE60-B516-4003-AEE4-3D2C5D0B23D5}" type="presParOf" srcId="{5B0F5474-04D4-4E72-B92A-E6D00ED6830D}" destId="{C19F82CE-595E-4495-8907-97F5A67F76C8}" srcOrd="1" destOrd="0" presId="urn:microsoft.com/office/officeart/2005/8/layout/vList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BCB98C-C557-4849-A898-37345E69C151}">
      <dsp:nvSpPr>
        <dsp:cNvPr id="0" name=""/>
        <dsp:cNvSpPr/>
      </dsp:nvSpPr>
      <dsp:spPr>
        <a:xfrm>
          <a:off x="0" y="2052031"/>
          <a:ext cx="1666072" cy="77438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lvl="0" algn="ctr" defTabSz="622300">
            <a:lnSpc>
              <a:spcPct val="90000"/>
            </a:lnSpc>
            <a:spcBef>
              <a:spcPct val="0"/>
            </a:spcBef>
            <a:spcAft>
              <a:spcPct val="35000"/>
            </a:spcAft>
          </a:pPr>
          <a:r>
            <a:rPr lang="es-CO" sz="1400" b="1" kern="1200" dirty="0" smtClean="0">
              <a:solidFill>
                <a:schemeClr val="bg1"/>
              </a:solidFill>
              <a:effectLst/>
              <a:latin typeface="Futura Std Medium" pitchFamily="34" charset="0"/>
            </a:rPr>
            <a:t>Constitución Política artículos </a:t>
          </a:r>
          <a:r>
            <a:rPr lang="es-CO" sz="1400" b="1" kern="1200" dirty="0" smtClean="0">
              <a:solidFill>
                <a:schemeClr val="bg1"/>
              </a:solidFill>
              <a:effectLst/>
              <a:latin typeface="Futura Std Medium" pitchFamily="34" charset="0"/>
              <a:hlinkClick xmlns:r="http://schemas.openxmlformats.org/officeDocument/2006/relationships" r:id="rId1" action="ppaction://hlinkpres?slideindex=1&amp;slidetitle="/>
            </a:rPr>
            <a:t>209</a:t>
          </a:r>
          <a:r>
            <a:rPr lang="es-CO" sz="1400" b="1" kern="1200" dirty="0" smtClean="0">
              <a:solidFill>
                <a:schemeClr val="bg1"/>
              </a:solidFill>
              <a:effectLst/>
              <a:latin typeface="Futura Std Medium" pitchFamily="34" charset="0"/>
            </a:rPr>
            <a:t> y </a:t>
          </a:r>
          <a:r>
            <a:rPr lang="es-CO" sz="1400" b="1" kern="1200" dirty="0" smtClean="0">
              <a:solidFill>
                <a:schemeClr val="bg1"/>
              </a:solidFill>
              <a:effectLst/>
              <a:latin typeface="Futura Std Medium" pitchFamily="34" charset="0"/>
              <a:hlinkClick xmlns:r="http://schemas.openxmlformats.org/officeDocument/2006/relationships" r:id="rId2" action="ppaction://hlinkpres?slideindex=1&amp;slidetitle="/>
            </a:rPr>
            <a:t>269</a:t>
          </a:r>
          <a:endParaRPr lang="es-CO" sz="1400" b="1" kern="1200" dirty="0">
            <a:solidFill>
              <a:schemeClr val="bg1"/>
            </a:solidFill>
            <a:effectLst/>
            <a:latin typeface="Futura Std Medium" pitchFamily="34" charset="0"/>
          </a:endParaRPr>
        </a:p>
      </dsp:txBody>
      <dsp:txXfrm>
        <a:off x="22681" y="2074712"/>
        <a:ext cx="1620710" cy="729022"/>
      </dsp:txXfrm>
    </dsp:sp>
    <dsp:sp modelId="{3BA692DB-E1AE-4EA2-9B44-22068DF76769}">
      <dsp:nvSpPr>
        <dsp:cNvPr id="0" name=""/>
        <dsp:cNvSpPr/>
      </dsp:nvSpPr>
      <dsp:spPr>
        <a:xfrm rot="4999778">
          <a:off x="994349" y="3180766"/>
          <a:ext cx="1520005" cy="26630"/>
        </a:xfrm>
        <a:custGeom>
          <a:avLst/>
          <a:gdLst/>
          <a:ahLst/>
          <a:cxnLst/>
          <a:rect l="0" t="0" r="0" b="0"/>
          <a:pathLst>
            <a:path>
              <a:moveTo>
                <a:pt x="0" y="13315"/>
              </a:moveTo>
              <a:lnTo>
                <a:pt x="1520005" y="13315"/>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lvl="0" algn="ctr" defTabSz="222250">
            <a:lnSpc>
              <a:spcPct val="90000"/>
            </a:lnSpc>
            <a:spcBef>
              <a:spcPct val="0"/>
            </a:spcBef>
            <a:spcAft>
              <a:spcPct val="35000"/>
            </a:spcAft>
          </a:pPr>
          <a:endParaRPr lang="es-CO" sz="500" b="1" kern="1200">
            <a:solidFill>
              <a:schemeClr val="bg1"/>
            </a:solidFill>
            <a:effectLst/>
          </a:endParaRPr>
        </a:p>
      </dsp:txBody>
      <dsp:txXfrm>
        <a:off x="1716351" y="3156081"/>
        <a:ext cx="76000" cy="76000"/>
      </dsp:txXfrm>
    </dsp:sp>
    <dsp:sp modelId="{07143FF9-F08D-4263-9B39-2A55ADB4E1DC}">
      <dsp:nvSpPr>
        <dsp:cNvPr id="0" name=""/>
        <dsp:cNvSpPr/>
      </dsp:nvSpPr>
      <dsp:spPr>
        <a:xfrm>
          <a:off x="1842631" y="3561747"/>
          <a:ext cx="1548768" cy="774384"/>
        </a:xfrm>
        <a:prstGeom prst="roundRect">
          <a:avLst>
            <a:gd name="adj" fmla="val 10000"/>
          </a:avLst>
        </a:prstGeom>
        <a:solidFill>
          <a:schemeClr val="tx2">
            <a:lumMod val="60000"/>
            <a:lumOff val="40000"/>
          </a:schemeClr>
        </a:solidFill>
        <a:ln w="25400" cap="flat" cmpd="sng" algn="ctr">
          <a:solidFill>
            <a:schemeClr val="accent1">
              <a:lumMod val="60000"/>
              <a:lumOff val="40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lvl="0" algn="ctr" defTabSz="622300">
            <a:lnSpc>
              <a:spcPct val="90000"/>
            </a:lnSpc>
            <a:spcBef>
              <a:spcPct val="0"/>
            </a:spcBef>
            <a:spcAft>
              <a:spcPct val="35000"/>
            </a:spcAft>
          </a:pPr>
          <a:r>
            <a:rPr lang="es-CO" sz="1400" b="1" kern="1200" dirty="0" smtClean="0">
              <a:solidFill>
                <a:schemeClr val="bg1"/>
              </a:solidFill>
              <a:effectLst/>
              <a:latin typeface="Futura Std Medium" pitchFamily="34" charset="0"/>
              <a:hlinkClick xmlns:r="http://schemas.openxmlformats.org/officeDocument/2006/relationships" r:id="" action="ppaction://hlinksldjump"/>
            </a:rPr>
            <a:t>Ley 87 de 1993</a:t>
          </a:r>
          <a:endParaRPr lang="es-CO" sz="1400" b="1" kern="1200" dirty="0">
            <a:solidFill>
              <a:schemeClr val="bg1"/>
            </a:solidFill>
            <a:effectLst/>
            <a:latin typeface="Futura Std Medium" pitchFamily="34" charset="0"/>
          </a:endParaRPr>
        </a:p>
      </dsp:txBody>
      <dsp:txXfrm>
        <a:off x="1865312" y="3584428"/>
        <a:ext cx="1503406" cy="729022"/>
      </dsp:txXfrm>
    </dsp:sp>
    <dsp:sp modelId="{39909A02-3538-4236-8116-B2970A05BA6B}">
      <dsp:nvSpPr>
        <dsp:cNvPr id="0" name=""/>
        <dsp:cNvSpPr/>
      </dsp:nvSpPr>
      <dsp:spPr>
        <a:xfrm rot="19006057">
          <a:off x="3083832" y="3159439"/>
          <a:ext cx="2266368" cy="26630"/>
        </a:xfrm>
        <a:custGeom>
          <a:avLst/>
          <a:gdLst/>
          <a:ahLst/>
          <a:cxnLst/>
          <a:rect l="0" t="0" r="0" b="0"/>
          <a:pathLst>
            <a:path>
              <a:moveTo>
                <a:pt x="0" y="13315"/>
              </a:moveTo>
              <a:lnTo>
                <a:pt x="2266368" y="13315"/>
              </a:lnTo>
            </a:path>
          </a:pathLst>
        </a:custGeom>
        <a:noFill/>
        <a:ln w="254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lvl="0" algn="ctr" defTabSz="355600">
            <a:lnSpc>
              <a:spcPct val="90000"/>
            </a:lnSpc>
            <a:spcBef>
              <a:spcPct val="0"/>
            </a:spcBef>
            <a:spcAft>
              <a:spcPct val="35000"/>
            </a:spcAft>
          </a:pPr>
          <a:endParaRPr lang="es-CO" sz="800" b="1" kern="1200">
            <a:solidFill>
              <a:schemeClr val="bg1"/>
            </a:solidFill>
            <a:effectLst/>
          </a:endParaRPr>
        </a:p>
      </dsp:txBody>
      <dsp:txXfrm>
        <a:off x="4160357" y="3116096"/>
        <a:ext cx="113318" cy="113318"/>
      </dsp:txXfrm>
    </dsp:sp>
    <dsp:sp modelId="{44C9AB53-EB8A-40CC-A7E3-4EAD9A4B9D53}">
      <dsp:nvSpPr>
        <dsp:cNvPr id="0" name=""/>
        <dsp:cNvSpPr/>
      </dsp:nvSpPr>
      <dsp:spPr>
        <a:xfrm>
          <a:off x="5042634" y="2009378"/>
          <a:ext cx="1548768" cy="774384"/>
        </a:xfrm>
        <a:prstGeom prst="roundRect">
          <a:avLst>
            <a:gd name="adj" fmla="val 10000"/>
          </a:avLst>
        </a:prstGeom>
        <a:solidFill>
          <a:schemeClr val="tx2">
            <a:lumMod val="60000"/>
            <a:lumOff val="40000"/>
          </a:schemeClr>
        </a:solidFill>
        <a:ln w="25400" cap="flat" cmpd="sng" algn="ctr">
          <a:solidFill>
            <a:schemeClr val="accent1">
              <a:lumMod val="60000"/>
              <a:lumOff val="40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lvl="0" algn="ctr" defTabSz="622300">
            <a:lnSpc>
              <a:spcPct val="90000"/>
            </a:lnSpc>
            <a:spcBef>
              <a:spcPct val="0"/>
            </a:spcBef>
            <a:spcAft>
              <a:spcPct val="35000"/>
            </a:spcAft>
          </a:pPr>
          <a:r>
            <a:rPr lang="es-CO" sz="1400" b="1" kern="1200" dirty="0" smtClean="0">
              <a:solidFill>
                <a:schemeClr val="bg1"/>
              </a:solidFill>
              <a:effectLst/>
              <a:latin typeface="Futura Std Medium" pitchFamily="34" charset="0"/>
            </a:rPr>
            <a:t>Decreto 1826 de 1994</a:t>
          </a:r>
          <a:endParaRPr lang="es-CO" sz="1400" b="1" kern="1200" dirty="0">
            <a:solidFill>
              <a:schemeClr val="bg1"/>
            </a:solidFill>
            <a:effectLst/>
            <a:latin typeface="Futura Std Medium" pitchFamily="34" charset="0"/>
          </a:endParaRPr>
        </a:p>
      </dsp:txBody>
      <dsp:txXfrm>
        <a:off x="5065315" y="2032059"/>
        <a:ext cx="1503406" cy="729022"/>
      </dsp:txXfrm>
    </dsp:sp>
    <dsp:sp modelId="{E038E99D-C0CA-4DCE-8B34-4E5A897041CD}">
      <dsp:nvSpPr>
        <dsp:cNvPr id="0" name=""/>
        <dsp:cNvSpPr/>
      </dsp:nvSpPr>
      <dsp:spPr>
        <a:xfrm rot="20157283">
          <a:off x="3312948" y="3567253"/>
          <a:ext cx="1808138" cy="26630"/>
        </a:xfrm>
        <a:custGeom>
          <a:avLst/>
          <a:gdLst/>
          <a:ahLst/>
          <a:cxnLst/>
          <a:rect l="0" t="0" r="0" b="0"/>
          <a:pathLst>
            <a:path>
              <a:moveTo>
                <a:pt x="0" y="13315"/>
              </a:moveTo>
              <a:lnTo>
                <a:pt x="1808138" y="13315"/>
              </a:lnTo>
            </a:path>
          </a:pathLst>
        </a:custGeom>
        <a:noFill/>
        <a:ln w="254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lvl="0" algn="ctr" defTabSz="266700">
            <a:lnSpc>
              <a:spcPct val="90000"/>
            </a:lnSpc>
            <a:spcBef>
              <a:spcPct val="0"/>
            </a:spcBef>
            <a:spcAft>
              <a:spcPct val="35000"/>
            </a:spcAft>
          </a:pPr>
          <a:endParaRPr lang="es-CO" sz="600" b="1" kern="1200">
            <a:solidFill>
              <a:schemeClr val="bg1"/>
            </a:solidFill>
            <a:effectLst/>
          </a:endParaRPr>
        </a:p>
      </dsp:txBody>
      <dsp:txXfrm>
        <a:off x="4171813" y="3535365"/>
        <a:ext cx="90406" cy="90406"/>
      </dsp:txXfrm>
    </dsp:sp>
    <dsp:sp modelId="{DEA75BFB-2518-4A99-A076-6EEA0B7523D3}">
      <dsp:nvSpPr>
        <dsp:cNvPr id="0" name=""/>
        <dsp:cNvSpPr/>
      </dsp:nvSpPr>
      <dsp:spPr>
        <a:xfrm>
          <a:off x="5042634" y="2825006"/>
          <a:ext cx="1548768" cy="774384"/>
        </a:xfrm>
        <a:prstGeom prst="roundRect">
          <a:avLst>
            <a:gd name="adj" fmla="val 10000"/>
          </a:avLst>
        </a:prstGeom>
        <a:solidFill>
          <a:schemeClr val="tx2">
            <a:lumMod val="60000"/>
            <a:lumOff val="40000"/>
          </a:schemeClr>
        </a:solidFill>
        <a:ln w="25400" cap="flat" cmpd="sng" algn="ctr">
          <a:solidFill>
            <a:schemeClr val="accent1">
              <a:lumMod val="60000"/>
              <a:lumOff val="40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lvl="0" algn="ctr" defTabSz="622300">
            <a:lnSpc>
              <a:spcPct val="90000"/>
            </a:lnSpc>
            <a:spcBef>
              <a:spcPct val="0"/>
            </a:spcBef>
            <a:spcAft>
              <a:spcPct val="35000"/>
            </a:spcAft>
          </a:pPr>
          <a:r>
            <a:rPr lang="es-CO" sz="1400" b="1" kern="1200" dirty="0" smtClean="0">
              <a:solidFill>
                <a:schemeClr val="bg1"/>
              </a:solidFill>
              <a:effectLst/>
              <a:latin typeface="Futura Std Medium" pitchFamily="34" charset="0"/>
            </a:rPr>
            <a:t>Decreto 1537 de 2000</a:t>
          </a:r>
          <a:endParaRPr lang="es-CO" sz="1400" b="1" kern="1200" dirty="0">
            <a:solidFill>
              <a:schemeClr val="bg1"/>
            </a:solidFill>
            <a:effectLst/>
            <a:latin typeface="Futura Std Medium" pitchFamily="34" charset="0"/>
          </a:endParaRPr>
        </a:p>
      </dsp:txBody>
      <dsp:txXfrm>
        <a:off x="5065315" y="2847687"/>
        <a:ext cx="1503406" cy="729022"/>
      </dsp:txXfrm>
    </dsp:sp>
    <dsp:sp modelId="{90092337-BDD3-4884-B61F-397DF32F9CEB}">
      <dsp:nvSpPr>
        <dsp:cNvPr id="0" name=""/>
        <dsp:cNvSpPr/>
      </dsp:nvSpPr>
      <dsp:spPr>
        <a:xfrm rot="170898">
          <a:off x="3390378" y="3976701"/>
          <a:ext cx="1653277" cy="26630"/>
        </a:xfrm>
        <a:custGeom>
          <a:avLst/>
          <a:gdLst/>
          <a:ahLst/>
          <a:cxnLst/>
          <a:rect l="0" t="0" r="0" b="0"/>
          <a:pathLst>
            <a:path>
              <a:moveTo>
                <a:pt x="0" y="13315"/>
              </a:moveTo>
              <a:lnTo>
                <a:pt x="1653277" y="13315"/>
              </a:lnTo>
            </a:path>
          </a:pathLst>
        </a:custGeom>
        <a:noFill/>
        <a:ln w="254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lvl="0" algn="ctr" defTabSz="222250">
            <a:lnSpc>
              <a:spcPct val="90000"/>
            </a:lnSpc>
            <a:spcBef>
              <a:spcPct val="0"/>
            </a:spcBef>
            <a:spcAft>
              <a:spcPct val="35000"/>
            </a:spcAft>
          </a:pPr>
          <a:endParaRPr lang="es-CO" sz="500" b="1" kern="1200">
            <a:solidFill>
              <a:schemeClr val="bg1"/>
            </a:solidFill>
            <a:effectLst/>
          </a:endParaRPr>
        </a:p>
      </dsp:txBody>
      <dsp:txXfrm>
        <a:off x="4175685" y="3948685"/>
        <a:ext cx="82663" cy="82663"/>
      </dsp:txXfrm>
    </dsp:sp>
    <dsp:sp modelId="{DACEAA23-C445-4BCC-8DA6-9D730BE37D67}">
      <dsp:nvSpPr>
        <dsp:cNvPr id="0" name=""/>
        <dsp:cNvSpPr/>
      </dsp:nvSpPr>
      <dsp:spPr>
        <a:xfrm>
          <a:off x="5042634" y="3643902"/>
          <a:ext cx="1548768" cy="774384"/>
        </a:xfrm>
        <a:prstGeom prst="roundRect">
          <a:avLst>
            <a:gd name="adj" fmla="val 10000"/>
          </a:avLst>
        </a:prstGeom>
        <a:solidFill>
          <a:schemeClr val="tx2">
            <a:lumMod val="60000"/>
            <a:lumOff val="40000"/>
          </a:schemeClr>
        </a:solidFill>
        <a:ln w="25400" cap="flat" cmpd="sng" algn="ctr">
          <a:solidFill>
            <a:schemeClr val="accent1">
              <a:lumMod val="60000"/>
              <a:lumOff val="40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lvl="0" algn="ctr" defTabSz="622300">
            <a:lnSpc>
              <a:spcPct val="90000"/>
            </a:lnSpc>
            <a:spcBef>
              <a:spcPct val="0"/>
            </a:spcBef>
            <a:spcAft>
              <a:spcPct val="35000"/>
            </a:spcAft>
          </a:pPr>
          <a:r>
            <a:rPr lang="es-CO" sz="1400" b="1" kern="1200" dirty="0" smtClean="0">
              <a:solidFill>
                <a:schemeClr val="bg1"/>
              </a:solidFill>
              <a:effectLst/>
              <a:latin typeface="Futura Std Medium" pitchFamily="34" charset="0"/>
            </a:rPr>
            <a:t>Decreto 1599 de 2005</a:t>
          </a:r>
          <a:endParaRPr lang="es-CO" sz="1400" b="1" kern="1200" dirty="0">
            <a:solidFill>
              <a:schemeClr val="bg1"/>
            </a:solidFill>
            <a:effectLst/>
            <a:latin typeface="Futura Std Medium" pitchFamily="34" charset="0"/>
          </a:endParaRPr>
        </a:p>
      </dsp:txBody>
      <dsp:txXfrm>
        <a:off x="5065315" y="3666583"/>
        <a:ext cx="1503406" cy="729022"/>
      </dsp:txXfrm>
    </dsp:sp>
    <dsp:sp modelId="{877B12EC-1860-4A3B-9B80-555AC14B3A2D}">
      <dsp:nvSpPr>
        <dsp:cNvPr id="0" name=""/>
        <dsp:cNvSpPr/>
      </dsp:nvSpPr>
      <dsp:spPr>
        <a:xfrm rot="1712319">
          <a:off x="3277208" y="4384619"/>
          <a:ext cx="1879617" cy="26630"/>
        </a:xfrm>
        <a:custGeom>
          <a:avLst/>
          <a:gdLst/>
          <a:ahLst/>
          <a:cxnLst/>
          <a:rect l="0" t="0" r="0" b="0"/>
          <a:pathLst>
            <a:path>
              <a:moveTo>
                <a:pt x="0" y="13315"/>
              </a:moveTo>
              <a:lnTo>
                <a:pt x="1879617" y="13315"/>
              </a:lnTo>
            </a:path>
          </a:pathLst>
        </a:custGeom>
        <a:noFill/>
        <a:ln w="254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lvl="0" algn="ctr" defTabSz="266700">
            <a:lnSpc>
              <a:spcPct val="90000"/>
            </a:lnSpc>
            <a:spcBef>
              <a:spcPct val="0"/>
            </a:spcBef>
            <a:spcAft>
              <a:spcPct val="35000"/>
            </a:spcAft>
          </a:pPr>
          <a:endParaRPr lang="es-CO" sz="600" b="1" kern="1200">
            <a:solidFill>
              <a:schemeClr val="bg1"/>
            </a:solidFill>
            <a:effectLst/>
          </a:endParaRPr>
        </a:p>
      </dsp:txBody>
      <dsp:txXfrm>
        <a:off x="4170026" y="4350944"/>
        <a:ext cx="93980" cy="93980"/>
      </dsp:txXfrm>
    </dsp:sp>
    <dsp:sp modelId="{572E6915-6431-485C-AD6B-550D63D0E622}">
      <dsp:nvSpPr>
        <dsp:cNvPr id="0" name=""/>
        <dsp:cNvSpPr/>
      </dsp:nvSpPr>
      <dsp:spPr>
        <a:xfrm>
          <a:off x="5042634" y="4459737"/>
          <a:ext cx="1548768" cy="774384"/>
        </a:xfrm>
        <a:prstGeom prst="roundRect">
          <a:avLst>
            <a:gd name="adj" fmla="val 10000"/>
          </a:avLst>
        </a:prstGeom>
        <a:solidFill>
          <a:schemeClr val="tx2">
            <a:lumMod val="60000"/>
            <a:lumOff val="40000"/>
          </a:schemeClr>
        </a:solidFill>
        <a:ln w="25400" cap="flat" cmpd="sng" algn="ctr">
          <a:solidFill>
            <a:schemeClr val="accent1">
              <a:lumMod val="60000"/>
              <a:lumOff val="40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lvl="0" algn="ctr" defTabSz="622300">
            <a:lnSpc>
              <a:spcPct val="90000"/>
            </a:lnSpc>
            <a:spcBef>
              <a:spcPct val="0"/>
            </a:spcBef>
            <a:spcAft>
              <a:spcPct val="35000"/>
            </a:spcAft>
          </a:pPr>
          <a:r>
            <a:rPr lang="es-CO" sz="1400" b="1" kern="1200" dirty="0" smtClean="0">
              <a:solidFill>
                <a:schemeClr val="bg1"/>
              </a:solidFill>
              <a:effectLst/>
              <a:latin typeface="Futura Std Medium" pitchFamily="34" charset="0"/>
            </a:rPr>
            <a:t>Decreto 943 de 2014</a:t>
          </a:r>
          <a:endParaRPr lang="es-CO" sz="1400" b="1" kern="1200" dirty="0">
            <a:solidFill>
              <a:schemeClr val="bg1"/>
            </a:solidFill>
            <a:effectLst/>
            <a:latin typeface="Futura Std Medium" pitchFamily="34" charset="0"/>
          </a:endParaRPr>
        </a:p>
      </dsp:txBody>
      <dsp:txXfrm>
        <a:off x="5065315" y="4482418"/>
        <a:ext cx="1503406" cy="729022"/>
      </dsp:txXfrm>
    </dsp:sp>
    <dsp:sp modelId="{6FED2BBD-7D90-4CC9-B03A-A99AAF4BA207}">
      <dsp:nvSpPr>
        <dsp:cNvPr id="0" name=""/>
        <dsp:cNvSpPr/>
      </dsp:nvSpPr>
      <dsp:spPr>
        <a:xfrm rot="16547711">
          <a:off x="833794" y="1504886"/>
          <a:ext cx="1851505" cy="26630"/>
        </a:xfrm>
        <a:custGeom>
          <a:avLst/>
          <a:gdLst/>
          <a:ahLst/>
          <a:cxnLst/>
          <a:rect l="0" t="0" r="0" b="0"/>
          <a:pathLst>
            <a:path>
              <a:moveTo>
                <a:pt x="0" y="13315"/>
              </a:moveTo>
              <a:lnTo>
                <a:pt x="1851505" y="13315"/>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lvl="0" algn="ctr" defTabSz="266700">
            <a:lnSpc>
              <a:spcPct val="90000"/>
            </a:lnSpc>
            <a:spcBef>
              <a:spcPct val="0"/>
            </a:spcBef>
            <a:spcAft>
              <a:spcPct val="35000"/>
            </a:spcAft>
          </a:pPr>
          <a:endParaRPr lang="es-CO" sz="600" b="1" kern="1200">
            <a:solidFill>
              <a:schemeClr val="bg1"/>
            </a:solidFill>
            <a:effectLst/>
          </a:endParaRPr>
        </a:p>
      </dsp:txBody>
      <dsp:txXfrm>
        <a:off x="1713260" y="1471914"/>
        <a:ext cx="92575" cy="92575"/>
      </dsp:txXfrm>
    </dsp:sp>
    <dsp:sp modelId="{5C724653-6214-4834-B255-D45A3B6F3B9A}">
      <dsp:nvSpPr>
        <dsp:cNvPr id="0" name=""/>
        <dsp:cNvSpPr/>
      </dsp:nvSpPr>
      <dsp:spPr>
        <a:xfrm>
          <a:off x="1853023" y="209988"/>
          <a:ext cx="1548768" cy="774384"/>
        </a:xfrm>
        <a:prstGeom prst="roundRect">
          <a:avLst>
            <a:gd name="adj" fmla="val 10000"/>
          </a:avLst>
        </a:prstGeom>
        <a:solidFill>
          <a:schemeClr val="tx2">
            <a:lumMod val="60000"/>
            <a:lumOff val="40000"/>
          </a:schemeClr>
        </a:solidFill>
        <a:ln w="25400" cap="flat" cmpd="sng" algn="ctr">
          <a:solidFill>
            <a:schemeClr val="accent1">
              <a:lumMod val="60000"/>
              <a:lumOff val="40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lvl="0" algn="ctr" defTabSz="622300">
            <a:lnSpc>
              <a:spcPct val="90000"/>
            </a:lnSpc>
            <a:spcBef>
              <a:spcPct val="0"/>
            </a:spcBef>
            <a:spcAft>
              <a:spcPct val="35000"/>
            </a:spcAft>
          </a:pPr>
          <a:r>
            <a:rPr lang="es-CO" sz="1400" b="1" kern="1200" dirty="0" smtClean="0">
              <a:solidFill>
                <a:schemeClr val="bg1"/>
              </a:solidFill>
              <a:effectLst/>
              <a:latin typeface="Futura Std Medium" pitchFamily="34" charset="0"/>
            </a:rPr>
            <a:t>Ley 489 de 1998</a:t>
          </a:r>
          <a:endParaRPr lang="es-CO" sz="1400" b="1" kern="1200" dirty="0">
            <a:solidFill>
              <a:schemeClr val="bg1"/>
            </a:solidFill>
            <a:effectLst/>
            <a:latin typeface="Futura Std Medium" pitchFamily="34" charset="0"/>
          </a:endParaRPr>
        </a:p>
      </dsp:txBody>
      <dsp:txXfrm>
        <a:off x="1875704" y="232669"/>
        <a:ext cx="1503406" cy="729022"/>
      </dsp:txXfrm>
    </dsp:sp>
    <dsp:sp modelId="{FC5E6E87-0BFA-4D2D-968A-9519F6B09077}">
      <dsp:nvSpPr>
        <dsp:cNvPr id="0" name=""/>
        <dsp:cNvSpPr/>
      </dsp:nvSpPr>
      <dsp:spPr>
        <a:xfrm rot="21162430">
          <a:off x="3395101" y="478870"/>
          <a:ext cx="1654224" cy="26630"/>
        </a:xfrm>
        <a:custGeom>
          <a:avLst/>
          <a:gdLst/>
          <a:ahLst/>
          <a:cxnLst/>
          <a:rect l="0" t="0" r="0" b="0"/>
          <a:pathLst>
            <a:path>
              <a:moveTo>
                <a:pt x="0" y="13315"/>
              </a:moveTo>
              <a:lnTo>
                <a:pt x="1654224" y="13315"/>
              </a:lnTo>
            </a:path>
          </a:pathLst>
        </a:custGeom>
        <a:noFill/>
        <a:ln w="254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lvl="0" algn="ctr" defTabSz="222250">
            <a:lnSpc>
              <a:spcPct val="90000"/>
            </a:lnSpc>
            <a:spcBef>
              <a:spcPct val="0"/>
            </a:spcBef>
            <a:spcAft>
              <a:spcPct val="35000"/>
            </a:spcAft>
          </a:pPr>
          <a:endParaRPr lang="es-CO" sz="500" b="1" kern="1200">
            <a:solidFill>
              <a:schemeClr val="bg1"/>
            </a:solidFill>
            <a:effectLst/>
          </a:endParaRPr>
        </a:p>
      </dsp:txBody>
      <dsp:txXfrm>
        <a:off x="4180857" y="450830"/>
        <a:ext cx="82711" cy="82711"/>
      </dsp:txXfrm>
    </dsp:sp>
    <dsp:sp modelId="{3C9FFA66-97B2-4A75-8595-B785CDEE3E43}">
      <dsp:nvSpPr>
        <dsp:cNvPr id="0" name=""/>
        <dsp:cNvSpPr/>
      </dsp:nvSpPr>
      <dsp:spPr>
        <a:xfrm>
          <a:off x="5042634" y="0"/>
          <a:ext cx="1548768" cy="774384"/>
        </a:xfrm>
        <a:prstGeom prst="roundRect">
          <a:avLst>
            <a:gd name="adj" fmla="val 10000"/>
          </a:avLst>
        </a:prstGeom>
        <a:solidFill>
          <a:schemeClr val="tx2">
            <a:lumMod val="60000"/>
            <a:lumOff val="40000"/>
          </a:schemeClr>
        </a:solidFill>
        <a:ln w="25400" cap="flat" cmpd="sng" algn="ctr">
          <a:solidFill>
            <a:schemeClr val="accent1">
              <a:lumMod val="60000"/>
              <a:lumOff val="40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lvl="0" algn="ctr" defTabSz="622300">
            <a:lnSpc>
              <a:spcPct val="90000"/>
            </a:lnSpc>
            <a:spcBef>
              <a:spcPct val="0"/>
            </a:spcBef>
            <a:spcAft>
              <a:spcPct val="35000"/>
            </a:spcAft>
          </a:pPr>
          <a:r>
            <a:rPr lang="es-CO" sz="1400" b="1" kern="1200" dirty="0" smtClean="0">
              <a:solidFill>
                <a:schemeClr val="bg1"/>
              </a:solidFill>
              <a:effectLst/>
              <a:latin typeface="Futura Std Medium" pitchFamily="34" charset="0"/>
              <a:hlinkClick xmlns:r="http://schemas.openxmlformats.org/officeDocument/2006/relationships" r:id="" action="ppaction://hlinksldjump"/>
            </a:rPr>
            <a:t>Decreto 2145 de 1999</a:t>
          </a:r>
          <a:endParaRPr lang="es-CO" sz="1400" b="1" kern="1200" dirty="0">
            <a:solidFill>
              <a:schemeClr val="bg1"/>
            </a:solidFill>
            <a:effectLst/>
            <a:latin typeface="Futura Std Medium" pitchFamily="34" charset="0"/>
          </a:endParaRPr>
        </a:p>
      </dsp:txBody>
      <dsp:txXfrm>
        <a:off x="5065315" y="22681"/>
        <a:ext cx="1503406" cy="729022"/>
      </dsp:txXfrm>
    </dsp:sp>
    <dsp:sp modelId="{8E151538-1F69-4699-B98F-EA5CB1DEADE1}">
      <dsp:nvSpPr>
        <dsp:cNvPr id="0" name=""/>
        <dsp:cNvSpPr/>
      </dsp:nvSpPr>
      <dsp:spPr>
        <a:xfrm rot="1473776">
          <a:off x="3320161" y="958841"/>
          <a:ext cx="1804104" cy="26630"/>
        </a:xfrm>
        <a:custGeom>
          <a:avLst/>
          <a:gdLst/>
          <a:ahLst/>
          <a:cxnLst/>
          <a:rect l="0" t="0" r="0" b="0"/>
          <a:pathLst>
            <a:path>
              <a:moveTo>
                <a:pt x="0" y="13315"/>
              </a:moveTo>
              <a:lnTo>
                <a:pt x="1804104" y="13315"/>
              </a:lnTo>
            </a:path>
          </a:pathLst>
        </a:custGeom>
        <a:noFill/>
        <a:ln w="254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lvl="0" algn="ctr" defTabSz="266700">
            <a:lnSpc>
              <a:spcPct val="90000"/>
            </a:lnSpc>
            <a:spcBef>
              <a:spcPct val="0"/>
            </a:spcBef>
            <a:spcAft>
              <a:spcPct val="35000"/>
            </a:spcAft>
          </a:pPr>
          <a:endParaRPr lang="es-CO" sz="600" b="1" kern="1200">
            <a:solidFill>
              <a:schemeClr val="bg1"/>
            </a:solidFill>
            <a:effectLst/>
          </a:endParaRPr>
        </a:p>
      </dsp:txBody>
      <dsp:txXfrm>
        <a:off x="4177110" y="927053"/>
        <a:ext cx="90205" cy="90205"/>
      </dsp:txXfrm>
    </dsp:sp>
    <dsp:sp modelId="{857763F7-5C2A-43A3-A8AE-A1F5709BC9AE}">
      <dsp:nvSpPr>
        <dsp:cNvPr id="0" name=""/>
        <dsp:cNvSpPr/>
      </dsp:nvSpPr>
      <dsp:spPr>
        <a:xfrm>
          <a:off x="5042634" y="959940"/>
          <a:ext cx="1548768" cy="774384"/>
        </a:xfrm>
        <a:prstGeom prst="roundRect">
          <a:avLst>
            <a:gd name="adj" fmla="val 10000"/>
          </a:avLst>
        </a:prstGeom>
        <a:solidFill>
          <a:schemeClr val="tx2">
            <a:lumMod val="60000"/>
            <a:lumOff val="40000"/>
          </a:schemeClr>
        </a:solidFill>
        <a:ln w="25400" cap="flat" cmpd="sng" algn="ctr">
          <a:solidFill>
            <a:schemeClr val="accent1">
              <a:lumMod val="60000"/>
              <a:lumOff val="40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lvl="0" algn="ctr" defTabSz="622300">
            <a:lnSpc>
              <a:spcPct val="90000"/>
            </a:lnSpc>
            <a:spcBef>
              <a:spcPct val="0"/>
            </a:spcBef>
            <a:spcAft>
              <a:spcPct val="35000"/>
            </a:spcAft>
          </a:pPr>
          <a:r>
            <a:rPr lang="es-CO" sz="1400" b="1" kern="1200" dirty="0" smtClean="0">
              <a:solidFill>
                <a:schemeClr val="bg1"/>
              </a:solidFill>
              <a:effectLst/>
              <a:latin typeface="Futura Std Medium" pitchFamily="34" charset="0"/>
            </a:rPr>
            <a:t>Decreto 2539 de 2000 </a:t>
          </a:r>
          <a:endParaRPr lang="es-CO" sz="1400" b="1" kern="1200" dirty="0">
            <a:solidFill>
              <a:schemeClr val="bg1"/>
            </a:solidFill>
            <a:effectLst/>
            <a:latin typeface="Futura Std Medium" pitchFamily="34" charset="0"/>
          </a:endParaRPr>
        </a:p>
      </dsp:txBody>
      <dsp:txXfrm>
        <a:off x="5065315" y="982621"/>
        <a:ext cx="1503406" cy="72902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11E3D9-6788-44B9-8062-B46F29FFE98A}">
      <dsp:nvSpPr>
        <dsp:cNvPr id="0" name=""/>
        <dsp:cNvSpPr/>
      </dsp:nvSpPr>
      <dsp:spPr>
        <a:xfrm>
          <a:off x="1638523" y="1978181"/>
          <a:ext cx="2002640" cy="2002640"/>
        </a:xfrm>
        <a:prstGeom prst="gear9">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lvl="0" algn="ctr" defTabSz="622300">
            <a:lnSpc>
              <a:spcPct val="90000"/>
            </a:lnSpc>
            <a:spcBef>
              <a:spcPct val="0"/>
            </a:spcBef>
            <a:spcAft>
              <a:spcPct val="35000"/>
            </a:spcAft>
          </a:pPr>
          <a:r>
            <a:rPr lang="es-CO" sz="1400" b="1" kern="1200" dirty="0" smtClean="0"/>
            <a:t>Consejo Asesor del Gobierno </a:t>
          </a:r>
          <a:r>
            <a:rPr lang="es-CO" sz="1400" b="1" kern="1200" dirty="0" smtClean="0">
              <a:latin typeface="Calibri" pitchFamily="34" charset="0"/>
              <a:cs typeface="Calibri" pitchFamily="34" charset="0"/>
            </a:rPr>
            <a:t>Nacional</a:t>
          </a:r>
          <a:r>
            <a:rPr lang="es-CO" sz="1400" b="1" kern="1200" dirty="0" smtClean="0"/>
            <a:t> en materia de Control Interno</a:t>
          </a:r>
          <a:endParaRPr lang="es-CO" sz="1400" b="1" kern="1200" dirty="0"/>
        </a:p>
      </dsp:txBody>
      <dsp:txXfrm>
        <a:off x="2041143" y="2447290"/>
        <a:ext cx="1197400" cy="1029398"/>
      </dsp:txXfrm>
    </dsp:sp>
    <dsp:sp modelId="{7FCBC342-B973-451A-842B-226B6B540306}">
      <dsp:nvSpPr>
        <dsp:cNvPr id="0" name=""/>
        <dsp:cNvSpPr/>
      </dsp:nvSpPr>
      <dsp:spPr>
        <a:xfrm>
          <a:off x="393369" y="1504830"/>
          <a:ext cx="1616429" cy="1456465"/>
        </a:xfrm>
        <a:prstGeom prst="gear6">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s-CO" sz="1100" b="1" kern="1200" dirty="0" smtClean="0"/>
            <a:t>Comité de Coordinación de control Interno</a:t>
          </a:r>
          <a:endParaRPr lang="es-CO" sz="1100" b="1" kern="1200" dirty="0"/>
        </a:p>
      </dsp:txBody>
      <dsp:txXfrm>
        <a:off x="783291" y="1873716"/>
        <a:ext cx="836585" cy="718693"/>
      </dsp:txXfrm>
    </dsp:sp>
    <dsp:sp modelId="{5E576EAC-967F-44AB-B806-0681BB83C2D6}">
      <dsp:nvSpPr>
        <dsp:cNvPr id="0" name=""/>
        <dsp:cNvSpPr/>
      </dsp:nvSpPr>
      <dsp:spPr>
        <a:xfrm rot="20700000">
          <a:off x="1289120" y="500017"/>
          <a:ext cx="1427039" cy="1427039"/>
        </a:xfrm>
        <a:prstGeom prst="gear6">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lvl="0" algn="ctr" defTabSz="622300">
            <a:lnSpc>
              <a:spcPct val="90000"/>
            </a:lnSpc>
            <a:spcBef>
              <a:spcPct val="0"/>
            </a:spcBef>
            <a:spcAft>
              <a:spcPct val="35000"/>
            </a:spcAft>
          </a:pPr>
          <a:r>
            <a:rPr lang="en-US" sz="1400" b="1" kern="1200" dirty="0" smtClean="0">
              <a:latin typeface="Calibri" pitchFamily="34" charset="0"/>
              <a:cs typeface="Calibri" pitchFamily="34" charset="0"/>
            </a:rPr>
            <a:t>Oficina de Control Interno</a:t>
          </a:r>
          <a:endParaRPr lang="es-CO" sz="1400" b="1" kern="1200" dirty="0">
            <a:latin typeface="Calibri" pitchFamily="34" charset="0"/>
            <a:cs typeface="Calibri" pitchFamily="34" charset="0"/>
          </a:endParaRPr>
        </a:p>
      </dsp:txBody>
      <dsp:txXfrm rot="-20700000">
        <a:off x="1602112" y="813009"/>
        <a:ext cx="801056" cy="801056"/>
      </dsp:txXfrm>
    </dsp:sp>
    <dsp:sp modelId="{D6DD0776-8F11-4AE6-A59F-F1B4BCC8E330}">
      <dsp:nvSpPr>
        <dsp:cNvPr id="0" name=""/>
        <dsp:cNvSpPr/>
      </dsp:nvSpPr>
      <dsp:spPr>
        <a:xfrm>
          <a:off x="1478557" y="1679371"/>
          <a:ext cx="2563379" cy="2563379"/>
        </a:xfrm>
        <a:prstGeom prst="circularArrow">
          <a:avLst>
            <a:gd name="adj1" fmla="val 4687"/>
            <a:gd name="adj2" fmla="val 299029"/>
            <a:gd name="adj3" fmla="val 2501488"/>
            <a:gd name="adj4" fmla="val 15893264"/>
            <a:gd name="adj5" fmla="val 5469"/>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8091C284-8615-4D47-98D5-428C806C03B6}">
      <dsp:nvSpPr>
        <dsp:cNvPr id="0" name=""/>
        <dsp:cNvSpPr/>
      </dsp:nvSpPr>
      <dsp:spPr>
        <a:xfrm>
          <a:off x="215414" y="1184943"/>
          <a:ext cx="1862455" cy="1862455"/>
        </a:xfrm>
        <a:prstGeom prst="leftCircularArrow">
          <a:avLst>
            <a:gd name="adj1" fmla="val 6452"/>
            <a:gd name="adj2" fmla="val 429999"/>
            <a:gd name="adj3" fmla="val 10489124"/>
            <a:gd name="adj4" fmla="val 14837806"/>
            <a:gd name="adj5" fmla="val 7527"/>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886BADAD-D544-46C6-8C9E-5C0B53B8F16B}">
      <dsp:nvSpPr>
        <dsp:cNvPr id="0" name=""/>
        <dsp:cNvSpPr/>
      </dsp:nvSpPr>
      <dsp:spPr>
        <a:xfrm>
          <a:off x="959031" y="189816"/>
          <a:ext cx="2008101" cy="2008101"/>
        </a:xfrm>
        <a:prstGeom prst="circularArrow">
          <a:avLst>
            <a:gd name="adj1" fmla="val 5984"/>
            <a:gd name="adj2" fmla="val 394124"/>
            <a:gd name="adj3" fmla="val 13313824"/>
            <a:gd name="adj4" fmla="val 10508221"/>
            <a:gd name="adj5" fmla="val 6981"/>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02F5D3-30E0-4504-8B4D-59049C3FAACF}">
      <dsp:nvSpPr>
        <dsp:cNvPr id="0" name=""/>
        <dsp:cNvSpPr/>
      </dsp:nvSpPr>
      <dsp:spPr>
        <a:xfrm>
          <a:off x="0" y="0"/>
          <a:ext cx="7622118" cy="2049929"/>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just" defTabSz="889000">
            <a:lnSpc>
              <a:spcPct val="90000"/>
            </a:lnSpc>
            <a:spcBef>
              <a:spcPct val="0"/>
            </a:spcBef>
            <a:spcAft>
              <a:spcPct val="35000"/>
            </a:spcAft>
          </a:pPr>
          <a:r>
            <a:rPr lang="es-CO" sz="2000" kern="1200" dirty="0" smtClean="0">
              <a:solidFill>
                <a:schemeClr val="bg1"/>
              </a:solidFill>
              <a:latin typeface="Futura Std Medium" pitchFamily="34" charset="0"/>
            </a:rPr>
            <a:t>“Los controles previo y perceptivo que venía ejerciendo la Contraloría General se trasladan en buena medida a la Administración, que asume la responsabilidad sobre el manejo diario de sus propios recursos, la custodia de activos y valores y el registro y reporte financiero y contable de sus actuaciones (control preventivo)”. </a:t>
          </a:r>
          <a:endParaRPr lang="es-CO" sz="2000" kern="1200" dirty="0">
            <a:solidFill>
              <a:schemeClr val="bg1"/>
            </a:solidFill>
            <a:latin typeface="Futura Std Medium" pitchFamily="34" charset="0"/>
          </a:endParaRPr>
        </a:p>
      </dsp:txBody>
      <dsp:txXfrm>
        <a:off x="1729416" y="0"/>
        <a:ext cx="5892701" cy="2049929"/>
      </dsp:txXfrm>
    </dsp:sp>
    <dsp:sp modelId="{2C9039B9-705C-4748-B013-5731BB5D9E2F}">
      <dsp:nvSpPr>
        <dsp:cNvPr id="0" name=""/>
        <dsp:cNvSpPr/>
      </dsp:nvSpPr>
      <dsp:spPr>
        <a:xfrm>
          <a:off x="204992" y="204992"/>
          <a:ext cx="1524423" cy="1639943"/>
        </a:xfrm>
        <a:prstGeom prst="roundRect">
          <a:avLst>
            <a:gd name="adj" fmla="val 10000"/>
          </a:avLst>
        </a:prstGeom>
        <a:blipFill rotWithShape="1">
          <a:blip xmlns:r="http://schemas.openxmlformats.org/officeDocument/2006/relationships" r:embed="rId1"/>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87A24AD-C6E6-4996-A65D-87E491D8D792}">
      <dsp:nvSpPr>
        <dsp:cNvPr id="0" name=""/>
        <dsp:cNvSpPr/>
      </dsp:nvSpPr>
      <dsp:spPr>
        <a:xfrm>
          <a:off x="0" y="2255967"/>
          <a:ext cx="7622118" cy="2049929"/>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just" defTabSz="889000">
            <a:lnSpc>
              <a:spcPct val="90000"/>
            </a:lnSpc>
            <a:spcBef>
              <a:spcPct val="0"/>
            </a:spcBef>
            <a:spcAft>
              <a:spcPct val="35000"/>
            </a:spcAft>
          </a:pPr>
          <a:r>
            <a:rPr lang="es-CO" sz="2000" kern="1200" dirty="0" smtClean="0">
              <a:solidFill>
                <a:schemeClr val="bg1"/>
              </a:solidFill>
              <a:latin typeface="Futura Std Medium" pitchFamily="34" charset="0"/>
            </a:rPr>
            <a:t>“El control interno (…) provee numerosos mecanismos para valorar y supervisar las diferentes actuaciones dentro de la misma”</a:t>
          </a:r>
          <a:endParaRPr lang="es-CO" sz="2000" kern="1200" dirty="0">
            <a:solidFill>
              <a:schemeClr val="bg1"/>
            </a:solidFill>
            <a:latin typeface="Futura Std Medium" pitchFamily="34" charset="0"/>
          </a:endParaRPr>
        </a:p>
      </dsp:txBody>
      <dsp:txXfrm>
        <a:off x="1729416" y="2255967"/>
        <a:ext cx="5892701" cy="2049929"/>
      </dsp:txXfrm>
    </dsp:sp>
    <dsp:sp modelId="{EFB6ECBC-603B-4CA0-8587-AD5AA5E22273}">
      <dsp:nvSpPr>
        <dsp:cNvPr id="0" name=""/>
        <dsp:cNvSpPr/>
      </dsp:nvSpPr>
      <dsp:spPr>
        <a:xfrm>
          <a:off x="204992" y="2459915"/>
          <a:ext cx="1524423" cy="1639943"/>
        </a:xfrm>
        <a:prstGeom prst="roundRect">
          <a:avLst>
            <a:gd name="adj" fmla="val 10000"/>
          </a:avLst>
        </a:prstGeom>
        <a:blipFill rotWithShape="1">
          <a:blip xmlns:r="http://schemas.openxmlformats.org/officeDocument/2006/relationships" r:embed="rId2"/>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6D924-9D9B-46A0-959D-025842878E65}">
      <dsp:nvSpPr>
        <dsp:cNvPr id="0" name=""/>
        <dsp:cNvSpPr/>
      </dsp:nvSpPr>
      <dsp:spPr>
        <a:xfrm>
          <a:off x="0" y="0"/>
          <a:ext cx="7349164" cy="459154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lvl="0" algn="just" defTabSz="1111250">
            <a:lnSpc>
              <a:spcPct val="90000"/>
            </a:lnSpc>
            <a:spcBef>
              <a:spcPct val="0"/>
            </a:spcBef>
            <a:spcAft>
              <a:spcPct val="35000"/>
            </a:spcAft>
          </a:pPr>
          <a:r>
            <a:rPr lang="es-CO" sz="2500" kern="1200" dirty="0" smtClean="0">
              <a:solidFill>
                <a:schemeClr val="bg1"/>
              </a:solidFill>
              <a:latin typeface="Futura Std Medium" pitchFamily="34" charset="0"/>
            </a:rPr>
            <a:t>“</a:t>
          </a:r>
          <a:r>
            <a:rPr lang="es-CO" sz="2500" u="sng" kern="1200" dirty="0" smtClean="0">
              <a:solidFill>
                <a:schemeClr val="bg1"/>
              </a:solidFill>
              <a:latin typeface="Futura Std Medium" pitchFamily="34" charset="0"/>
            </a:rPr>
            <a:t>No se limita </a:t>
          </a:r>
          <a:r>
            <a:rPr lang="es-CO" sz="2500" kern="1200" dirty="0" smtClean="0">
              <a:solidFill>
                <a:schemeClr val="bg1"/>
              </a:solidFill>
              <a:latin typeface="Futura Std Medium" pitchFamily="34" charset="0"/>
            </a:rPr>
            <a:t>únicamente a establecer mecanismos de </a:t>
          </a:r>
          <a:r>
            <a:rPr lang="es-CO" sz="2500" u="sng" kern="1200" dirty="0" smtClean="0">
              <a:solidFill>
                <a:schemeClr val="bg1"/>
              </a:solidFill>
              <a:latin typeface="Futura Std Medium" pitchFamily="34" charset="0"/>
            </a:rPr>
            <a:t>control contable</a:t>
          </a:r>
          <a:r>
            <a:rPr lang="es-CO" sz="2500" kern="1200" dirty="0" smtClean="0">
              <a:solidFill>
                <a:schemeClr val="bg1"/>
              </a:solidFill>
              <a:latin typeface="Futura Std Medium" pitchFamily="34" charset="0"/>
            </a:rPr>
            <a:t>, sino a señalar que </a:t>
          </a:r>
          <a:r>
            <a:rPr lang="es-CO" sz="2500" kern="1200" dirty="0" smtClean="0">
              <a:solidFill>
                <a:schemeClr val="bg1"/>
              </a:solidFill>
              <a:effectLst>
                <a:outerShdw blurRad="38100" dist="38100" dir="2700000" algn="tl">
                  <a:srgbClr val="000000">
                    <a:alpha val="43137"/>
                  </a:srgbClr>
                </a:outerShdw>
              </a:effectLst>
              <a:latin typeface="Futura Std Medium" pitchFamily="34" charset="0"/>
            </a:rPr>
            <a:t>dentro de cada institución </a:t>
          </a:r>
          <a:r>
            <a:rPr lang="es-CO" sz="2500" kern="1200" dirty="0" smtClean="0">
              <a:solidFill>
                <a:schemeClr val="bg1"/>
              </a:solidFill>
              <a:latin typeface="Futura Std Medium" pitchFamily="34" charset="0"/>
            </a:rPr>
            <a:t>se </a:t>
          </a:r>
          <a:r>
            <a:rPr lang="es-CO" sz="2500" kern="1200" dirty="0" smtClean="0">
              <a:solidFill>
                <a:schemeClr val="bg1"/>
              </a:solidFill>
              <a:effectLst>
                <a:outerShdw blurRad="38100" dist="38100" dir="2700000" algn="tl">
                  <a:srgbClr val="000000">
                    <a:alpha val="43137"/>
                  </a:srgbClr>
                </a:outerShdw>
              </a:effectLst>
              <a:latin typeface="Futura Std Medium" pitchFamily="34" charset="0"/>
            </a:rPr>
            <a:t>establezcan los medios idóneos </a:t>
          </a:r>
          <a:r>
            <a:rPr lang="es-CO" sz="2500" kern="1200" dirty="0" smtClean="0">
              <a:solidFill>
                <a:schemeClr val="bg1"/>
              </a:solidFill>
              <a:latin typeface="Futura Std Medium" pitchFamily="34" charset="0"/>
            </a:rPr>
            <a:t>necesarios para lograr los fines que la Constitución o las leyes le han asignado a las diferentes entidades de la administración pública a nivel nacional, departamental o municipal y </a:t>
          </a:r>
          <a:r>
            <a:rPr lang="es-CO" sz="2500" kern="1200" dirty="0" smtClean="0">
              <a:solidFill>
                <a:schemeClr val="bg1"/>
              </a:solidFill>
              <a:effectLst>
                <a:outerShdw blurRad="38100" dist="38100" dir="2700000" algn="tl">
                  <a:srgbClr val="000000">
                    <a:alpha val="43137"/>
                  </a:srgbClr>
                </a:outerShdw>
              </a:effectLst>
              <a:latin typeface="Futura Std Medium" pitchFamily="34" charset="0"/>
            </a:rPr>
            <a:t>lograr los principios de igualdad, moralidad, eficacia, economía celeridad, imparcialidad y publicidad</a:t>
          </a:r>
          <a:r>
            <a:rPr lang="es-CO" sz="2500" kern="1200" dirty="0" smtClean="0">
              <a:solidFill>
                <a:schemeClr val="bg1"/>
              </a:solidFill>
              <a:latin typeface="Futura Std Medium" pitchFamily="34" charset="0"/>
            </a:rPr>
            <a:t>”</a:t>
          </a:r>
          <a:endParaRPr lang="es-CO" sz="2500" kern="1200" dirty="0">
            <a:solidFill>
              <a:schemeClr val="bg1"/>
            </a:solidFill>
            <a:latin typeface="Futura Std Medium" pitchFamily="34" charset="0"/>
          </a:endParaRPr>
        </a:p>
      </dsp:txBody>
      <dsp:txXfrm>
        <a:off x="1928987" y="0"/>
        <a:ext cx="5420176" cy="4591543"/>
      </dsp:txXfrm>
    </dsp:sp>
    <dsp:sp modelId="{C8ED4CDF-F258-484F-B33A-00E7F9375F83}">
      <dsp:nvSpPr>
        <dsp:cNvPr id="0" name=""/>
        <dsp:cNvSpPr/>
      </dsp:nvSpPr>
      <dsp:spPr>
        <a:xfrm>
          <a:off x="270942" y="1117783"/>
          <a:ext cx="1469832" cy="2190753"/>
        </a:xfrm>
        <a:prstGeom prst="roundRect">
          <a:avLst>
            <a:gd name="adj" fmla="val 10000"/>
          </a:avLst>
        </a:prstGeom>
        <a:blipFill rotWithShape="1">
          <a:blip xmlns:r="http://schemas.openxmlformats.org/officeDocument/2006/relationships" r:embed="rId1"/>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D0EA0-41DA-46BE-B17C-078C329DF4EE}">
      <dsp:nvSpPr>
        <dsp:cNvPr id="0" name=""/>
        <dsp:cNvSpPr/>
      </dsp:nvSpPr>
      <dsp:spPr>
        <a:xfrm>
          <a:off x="0" y="0"/>
          <a:ext cx="7964503" cy="136561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just" defTabSz="889000">
            <a:lnSpc>
              <a:spcPct val="90000"/>
            </a:lnSpc>
            <a:spcBef>
              <a:spcPct val="0"/>
            </a:spcBef>
            <a:spcAft>
              <a:spcPct val="35000"/>
            </a:spcAft>
          </a:pPr>
          <a:r>
            <a:rPr lang="es-CO" sz="2000" b="1" kern="1200" dirty="0" smtClean="0">
              <a:solidFill>
                <a:schemeClr val="bg1"/>
              </a:solidFill>
              <a:latin typeface="Futura Std Medium" pitchFamily="34" charset="0"/>
            </a:rPr>
            <a:t>1. </a:t>
          </a:r>
          <a:r>
            <a:rPr lang="es-CO" sz="2200" b="1" kern="1200" dirty="0" smtClean="0">
              <a:solidFill>
                <a:schemeClr val="bg1"/>
              </a:solidFill>
              <a:latin typeface="Futura Std Medium" pitchFamily="34" charset="0"/>
            </a:rPr>
            <a:t>Grupos focales (17) Entidades Nacionales, Territoriales, Organismos de Control y otras Ramas del Poder Público (200 recomendaciones)</a:t>
          </a:r>
          <a:endParaRPr lang="es-CO" sz="2200" b="1" kern="1200" dirty="0">
            <a:solidFill>
              <a:schemeClr val="bg1"/>
            </a:solidFill>
            <a:latin typeface="Futura Std Medium" pitchFamily="34" charset="0"/>
          </a:endParaRPr>
        </a:p>
      </dsp:txBody>
      <dsp:txXfrm>
        <a:off x="1729461" y="0"/>
        <a:ext cx="6235041" cy="1365610"/>
      </dsp:txXfrm>
    </dsp:sp>
    <dsp:sp modelId="{B63F9A8B-F335-4541-8EF1-73EE3FD51390}">
      <dsp:nvSpPr>
        <dsp:cNvPr id="0" name=""/>
        <dsp:cNvSpPr/>
      </dsp:nvSpPr>
      <dsp:spPr>
        <a:xfrm>
          <a:off x="136561" y="136561"/>
          <a:ext cx="1592900" cy="1092488"/>
        </a:xfrm>
        <a:prstGeom prst="roundRect">
          <a:avLst>
            <a:gd name="adj" fmla="val 10000"/>
          </a:avLst>
        </a:prstGeom>
        <a:blipFill rotWithShape="1">
          <a:blip xmlns:r="http://schemas.openxmlformats.org/officeDocument/2006/relationships" r:embed="rId1"/>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0BC72365-565C-4ED2-9F35-168CA660DDF1}">
      <dsp:nvSpPr>
        <dsp:cNvPr id="0" name=""/>
        <dsp:cNvSpPr/>
      </dsp:nvSpPr>
      <dsp:spPr>
        <a:xfrm>
          <a:off x="0" y="1502172"/>
          <a:ext cx="7964503" cy="136561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lvl="0" algn="just" defTabSz="977900">
            <a:lnSpc>
              <a:spcPct val="90000"/>
            </a:lnSpc>
            <a:spcBef>
              <a:spcPct val="0"/>
            </a:spcBef>
            <a:spcAft>
              <a:spcPct val="35000"/>
            </a:spcAft>
          </a:pPr>
          <a:r>
            <a:rPr lang="es-CO" sz="2200" b="1" kern="1200" dirty="0" smtClean="0">
              <a:solidFill>
                <a:schemeClr val="bg1"/>
              </a:solidFill>
              <a:latin typeface="Futura Std Medium" pitchFamily="34" charset="0"/>
            </a:rPr>
            <a:t>2. Elaboración documento propuesta de actualización preliminar</a:t>
          </a:r>
          <a:endParaRPr lang="es-CO" sz="2200" b="1" kern="1200" dirty="0">
            <a:solidFill>
              <a:schemeClr val="bg1"/>
            </a:solidFill>
            <a:latin typeface="Futura Std Medium" pitchFamily="34" charset="0"/>
          </a:endParaRPr>
        </a:p>
      </dsp:txBody>
      <dsp:txXfrm>
        <a:off x="1729461" y="1502172"/>
        <a:ext cx="6235041" cy="1365610"/>
      </dsp:txXfrm>
    </dsp:sp>
    <dsp:sp modelId="{32A79EF1-4CD8-43F5-9700-4318CABEB2AC}">
      <dsp:nvSpPr>
        <dsp:cNvPr id="0" name=""/>
        <dsp:cNvSpPr/>
      </dsp:nvSpPr>
      <dsp:spPr>
        <a:xfrm>
          <a:off x="136561" y="1638733"/>
          <a:ext cx="1592900" cy="1092488"/>
        </a:xfrm>
        <a:prstGeom prst="roundRect">
          <a:avLst>
            <a:gd name="adj" fmla="val 10000"/>
          </a:avLst>
        </a:prstGeom>
        <a:blipFill rotWithShape="1">
          <a:blip xmlns:r="http://schemas.openxmlformats.org/officeDocument/2006/relationships" r:embed="rId2"/>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5AA1CF9-463B-41C4-9ABA-DB10084630D1}">
      <dsp:nvSpPr>
        <dsp:cNvPr id="0" name=""/>
        <dsp:cNvSpPr/>
      </dsp:nvSpPr>
      <dsp:spPr>
        <a:xfrm>
          <a:off x="0" y="3004344"/>
          <a:ext cx="7964503" cy="136561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lvl="0" algn="just" defTabSz="977900">
            <a:lnSpc>
              <a:spcPct val="90000"/>
            </a:lnSpc>
            <a:spcBef>
              <a:spcPct val="0"/>
            </a:spcBef>
            <a:spcAft>
              <a:spcPct val="35000"/>
            </a:spcAft>
          </a:pPr>
          <a:r>
            <a:rPr lang="es-CO" sz="2200" b="1" kern="1200" dirty="0" smtClean="0">
              <a:solidFill>
                <a:schemeClr val="bg1"/>
              </a:solidFill>
              <a:latin typeface="Futura Std Medium" pitchFamily="34" charset="0"/>
            </a:rPr>
            <a:t>3. Validación (Jefes de Control Interno y prueba piloto 150 recomendaciones</a:t>
          </a:r>
          <a:r>
            <a:rPr lang="es-CO" sz="2200" b="1" kern="1200" dirty="0" smtClean="0">
              <a:solidFill>
                <a:schemeClr val="bg1"/>
              </a:solidFill>
            </a:rPr>
            <a:t>)</a:t>
          </a:r>
          <a:endParaRPr lang="es-CO" sz="2200" b="1" kern="1200" dirty="0">
            <a:solidFill>
              <a:schemeClr val="bg1"/>
            </a:solidFill>
          </a:endParaRPr>
        </a:p>
      </dsp:txBody>
      <dsp:txXfrm>
        <a:off x="1729461" y="3004344"/>
        <a:ext cx="6235041" cy="1365610"/>
      </dsp:txXfrm>
    </dsp:sp>
    <dsp:sp modelId="{D28237B5-0AF2-41B9-860A-A84C7C137BC8}">
      <dsp:nvSpPr>
        <dsp:cNvPr id="0" name=""/>
        <dsp:cNvSpPr/>
      </dsp:nvSpPr>
      <dsp:spPr>
        <a:xfrm>
          <a:off x="136561" y="3140905"/>
          <a:ext cx="1592900" cy="1092488"/>
        </a:xfrm>
        <a:prstGeom prst="roundRect">
          <a:avLst>
            <a:gd name="adj" fmla="val 10000"/>
          </a:avLst>
        </a:prstGeom>
        <a:blipFill rotWithShape="1">
          <a:blip xmlns:r="http://schemas.openxmlformats.org/officeDocument/2006/relationships" r:embed="rId3"/>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D0EA0-41DA-46BE-B17C-078C329DF4EE}">
      <dsp:nvSpPr>
        <dsp:cNvPr id="0" name=""/>
        <dsp:cNvSpPr/>
      </dsp:nvSpPr>
      <dsp:spPr>
        <a:xfrm>
          <a:off x="0" y="0"/>
          <a:ext cx="7904232" cy="136561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lvl="0" algn="just" defTabSz="977900">
            <a:lnSpc>
              <a:spcPct val="90000"/>
            </a:lnSpc>
            <a:spcBef>
              <a:spcPct val="0"/>
            </a:spcBef>
            <a:spcAft>
              <a:spcPct val="35000"/>
            </a:spcAft>
          </a:pPr>
          <a:r>
            <a:rPr lang="es-CO" sz="2200" b="1" kern="1200" dirty="0" smtClean="0">
              <a:solidFill>
                <a:schemeClr val="bg1"/>
              </a:solidFill>
              <a:latin typeface="Futura Std Medium" pitchFamily="34" charset="0"/>
            </a:rPr>
            <a:t>4. Revisión de expertos (IIA, Universidad de Antioquia, Alcaldía de Medellín, miembros Consejo Asesor)</a:t>
          </a:r>
          <a:endParaRPr lang="es-CO" sz="2200" b="1" kern="1200" dirty="0">
            <a:solidFill>
              <a:schemeClr val="bg1"/>
            </a:solidFill>
            <a:latin typeface="Futura Std Medium" pitchFamily="34" charset="0"/>
          </a:endParaRPr>
        </a:p>
      </dsp:txBody>
      <dsp:txXfrm>
        <a:off x="1717407" y="0"/>
        <a:ext cx="6186824" cy="1365610"/>
      </dsp:txXfrm>
    </dsp:sp>
    <dsp:sp modelId="{B63F9A8B-F335-4541-8EF1-73EE3FD51390}">
      <dsp:nvSpPr>
        <dsp:cNvPr id="0" name=""/>
        <dsp:cNvSpPr/>
      </dsp:nvSpPr>
      <dsp:spPr>
        <a:xfrm>
          <a:off x="136561" y="136561"/>
          <a:ext cx="1580846" cy="1092488"/>
        </a:xfrm>
        <a:prstGeom prst="roundRect">
          <a:avLst>
            <a:gd name="adj" fmla="val 10000"/>
          </a:avLst>
        </a:prstGeom>
        <a:blipFill rotWithShape="1">
          <a:blip xmlns:r="http://schemas.openxmlformats.org/officeDocument/2006/relationships" r:embed="rId1"/>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0BC72365-565C-4ED2-9F35-168CA660DDF1}">
      <dsp:nvSpPr>
        <dsp:cNvPr id="0" name=""/>
        <dsp:cNvSpPr/>
      </dsp:nvSpPr>
      <dsp:spPr>
        <a:xfrm>
          <a:off x="0" y="1502172"/>
          <a:ext cx="7904232" cy="136561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lvl="0" algn="just" defTabSz="1066800">
            <a:lnSpc>
              <a:spcPct val="90000"/>
            </a:lnSpc>
            <a:spcBef>
              <a:spcPct val="0"/>
            </a:spcBef>
            <a:spcAft>
              <a:spcPct val="35000"/>
            </a:spcAft>
          </a:pPr>
          <a:r>
            <a:rPr lang="es-CO" sz="2400" b="1" kern="1200" dirty="0" smtClean="0">
              <a:solidFill>
                <a:schemeClr val="bg1"/>
              </a:solidFill>
              <a:latin typeface="Futura Std Medium" pitchFamily="34" charset="0"/>
            </a:rPr>
            <a:t>5. Consulta Pública (más de 100 recomendaciones)</a:t>
          </a:r>
          <a:endParaRPr lang="es-CO" sz="2400" b="1" kern="1200" dirty="0">
            <a:solidFill>
              <a:schemeClr val="bg1"/>
            </a:solidFill>
            <a:latin typeface="Futura Std Medium" pitchFamily="34" charset="0"/>
          </a:endParaRPr>
        </a:p>
      </dsp:txBody>
      <dsp:txXfrm>
        <a:off x="1717407" y="1502172"/>
        <a:ext cx="6186824" cy="1365610"/>
      </dsp:txXfrm>
    </dsp:sp>
    <dsp:sp modelId="{32A79EF1-4CD8-43F5-9700-4318CABEB2AC}">
      <dsp:nvSpPr>
        <dsp:cNvPr id="0" name=""/>
        <dsp:cNvSpPr/>
      </dsp:nvSpPr>
      <dsp:spPr>
        <a:xfrm>
          <a:off x="136561" y="1638733"/>
          <a:ext cx="1580846" cy="1092488"/>
        </a:xfrm>
        <a:prstGeom prst="roundRect">
          <a:avLst>
            <a:gd name="adj" fmla="val 10000"/>
          </a:avLst>
        </a:prstGeom>
        <a:blipFill rotWithShape="1">
          <a:blip xmlns:r="http://schemas.openxmlformats.org/officeDocument/2006/relationships" r:embed="rId2"/>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5AA1CF9-463B-41C4-9ABA-DB10084630D1}">
      <dsp:nvSpPr>
        <dsp:cNvPr id="0" name=""/>
        <dsp:cNvSpPr/>
      </dsp:nvSpPr>
      <dsp:spPr>
        <a:xfrm>
          <a:off x="0" y="3004344"/>
          <a:ext cx="7904232" cy="136561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lvl="0" algn="just" defTabSz="977900">
            <a:lnSpc>
              <a:spcPct val="90000"/>
            </a:lnSpc>
            <a:spcBef>
              <a:spcPct val="0"/>
            </a:spcBef>
            <a:spcAft>
              <a:spcPct val="35000"/>
            </a:spcAft>
          </a:pPr>
          <a:r>
            <a:rPr lang="es-CO" sz="2200" b="1" kern="1200" dirty="0" smtClean="0">
              <a:solidFill>
                <a:schemeClr val="bg1"/>
              </a:solidFill>
              <a:latin typeface="Futura Std Medium" pitchFamily="34" charset="0"/>
            </a:rPr>
            <a:t>6. Consolidación documento final y aprobación por parte del Consejo Asesor</a:t>
          </a:r>
          <a:endParaRPr lang="es-CO" sz="2200" b="1" kern="1200" dirty="0">
            <a:solidFill>
              <a:schemeClr val="bg1"/>
            </a:solidFill>
            <a:latin typeface="Futura Std Medium" pitchFamily="34" charset="0"/>
          </a:endParaRPr>
        </a:p>
      </dsp:txBody>
      <dsp:txXfrm>
        <a:off x="1717407" y="3004344"/>
        <a:ext cx="6186824" cy="1365610"/>
      </dsp:txXfrm>
    </dsp:sp>
    <dsp:sp modelId="{D28237B5-0AF2-41B9-860A-A84C7C137BC8}">
      <dsp:nvSpPr>
        <dsp:cNvPr id="0" name=""/>
        <dsp:cNvSpPr/>
      </dsp:nvSpPr>
      <dsp:spPr>
        <a:xfrm>
          <a:off x="136561" y="3140905"/>
          <a:ext cx="1580846" cy="1092488"/>
        </a:xfrm>
        <a:prstGeom prst="roundRect">
          <a:avLst>
            <a:gd name="adj" fmla="val 10000"/>
          </a:avLst>
        </a:prstGeom>
        <a:blipFill rotWithShape="1">
          <a:blip xmlns:r="http://schemas.openxmlformats.org/officeDocument/2006/relationships" r:embed="rId3"/>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D0EA0-41DA-46BE-B17C-078C329DF4EE}">
      <dsp:nvSpPr>
        <dsp:cNvPr id="0" name=""/>
        <dsp:cNvSpPr/>
      </dsp:nvSpPr>
      <dsp:spPr>
        <a:xfrm>
          <a:off x="0" y="0"/>
          <a:ext cx="7630030" cy="4365687"/>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lvl="0" defTabSz="1511300">
            <a:lnSpc>
              <a:spcPct val="90000"/>
            </a:lnSpc>
            <a:spcBef>
              <a:spcPct val="0"/>
            </a:spcBef>
            <a:spcAft>
              <a:spcPct val="35000"/>
            </a:spcAft>
          </a:pPr>
          <a:endParaRPr lang="es-CO" sz="3400" kern="1200" dirty="0" smtClean="0">
            <a:solidFill>
              <a:schemeClr val="bg1"/>
            </a:solidFill>
            <a:latin typeface="Futura Std Medium" pitchFamily="34" charset="0"/>
          </a:endParaRPr>
        </a:p>
        <a:p>
          <a:pPr lvl="0" defTabSz="1511300">
            <a:lnSpc>
              <a:spcPct val="90000"/>
            </a:lnSpc>
            <a:spcBef>
              <a:spcPct val="0"/>
            </a:spcBef>
            <a:spcAft>
              <a:spcPct val="35000"/>
            </a:spcAft>
          </a:pPr>
          <a:endParaRPr lang="es-CO" sz="3400" kern="1200" dirty="0" smtClean="0">
            <a:solidFill>
              <a:schemeClr val="bg1"/>
            </a:solidFill>
            <a:latin typeface="Futura Std Medium" pitchFamily="34" charset="0"/>
          </a:endParaRPr>
        </a:p>
        <a:p>
          <a:pPr lvl="0" defTabSz="1511300">
            <a:lnSpc>
              <a:spcPct val="90000"/>
            </a:lnSpc>
            <a:spcBef>
              <a:spcPct val="0"/>
            </a:spcBef>
            <a:spcAft>
              <a:spcPct val="35000"/>
            </a:spcAft>
          </a:pPr>
          <a:r>
            <a:rPr lang="es-CO" sz="3400" b="0" kern="1200" dirty="0" smtClean="0">
              <a:solidFill>
                <a:schemeClr val="bg1"/>
              </a:solidFill>
              <a:latin typeface="Futura Std Medium" pitchFamily="34" charset="0"/>
            </a:rPr>
            <a:t>El elemento Desarrollo del Talento </a:t>
          </a:r>
          <a:r>
            <a:rPr lang="es-CO" sz="3400" kern="1200" dirty="0" smtClean="0">
              <a:solidFill>
                <a:schemeClr val="bg1"/>
              </a:solidFill>
              <a:latin typeface="Futura Std Medium" pitchFamily="34" charset="0"/>
            </a:rPr>
            <a:t>Humano pasa a convertirse en un </a:t>
          </a:r>
          <a:r>
            <a:rPr lang="es-CO" sz="3400" b="1" kern="1200" dirty="0" smtClean="0">
              <a:solidFill>
                <a:schemeClr val="bg1"/>
              </a:solidFill>
              <a:latin typeface="Futura Std Medium" pitchFamily="34" charset="0"/>
            </a:rPr>
            <a:t>COMPONENTE.</a:t>
          </a:r>
          <a:r>
            <a:rPr lang="es-CO" sz="3400" kern="1200" dirty="0" smtClean="0">
              <a:solidFill>
                <a:schemeClr val="bg1"/>
              </a:solidFill>
              <a:latin typeface="Futura Std Medium" pitchFamily="34" charset="0"/>
            </a:rPr>
            <a:t> </a:t>
          </a:r>
        </a:p>
        <a:p>
          <a:pPr lvl="0" defTabSz="1511300">
            <a:lnSpc>
              <a:spcPct val="90000"/>
            </a:lnSpc>
            <a:spcBef>
              <a:spcPct val="0"/>
            </a:spcBef>
            <a:spcAft>
              <a:spcPct val="35000"/>
            </a:spcAft>
          </a:pPr>
          <a:r>
            <a:rPr lang="es-CO" sz="3400" kern="1200" dirty="0" smtClean="0">
              <a:solidFill>
                <a:schemeClr val="bg1"/>
              </a:solidFill>
              <a:latin typeface="Futura Std Medium" pitchFamily="34" charset="0"/>
            </a:rPr>
            <a:t>Acuerdos, compromisos y protocolos éticos y</a:t>
          </a:r>
        </a:p>
        <a:p>
          <a:pPr lvl="0" defTabSz="1511300">
            <a:lnSpc>
              <a:spcPct val="90000"/>
            </a:lnSpc>
            <a:spcBef>
              <a:spcPct val="0"/>
            </a:spcBef>
            <a:spcAft>
              <a:spcPct val="35000"/>
            </a:spcAft>
          </a:pPr>
          <a:r>
            <a:rPr lang="es-CO" sz="3400" kern="1200" dirty="0" smtClean="0">
              <a:solidFill>
                <a:schemeClr val="bg1"/>
              </a:solidFill>
              <a:latin typeface="Futura Std Medium" pitchFamily="34" charset="0"/>
            </a:rPr>
            <a:t>Las Políticas de Talento Humano.</a:t>
          </a:r>
        </a:p>
        <a:p>
          <a:pPr lvl="0" defTabSz="1511300">
            <a:lnSpc>
              <a:spcPct val="90000"/>
            </a:lnSpc>
            <a:spcBef>
              <a:spcPct val="0"/>
            </a:spcBef>
            <a:spcAft>
              <a:spcPct val="35000"/>
            </a:spcAft>
          </a:pPr>
          <a:endParaRPr lang="es-CO" sz="3400" kern="1200" dirty="0" smtClean="0">
            <a:solidFill>
              <a:schemeClr val="bg1"/>
            </a:solidFill>
            <a:latin typeface="Futura Std Medium" pitchFamily="34" charset="0"/>
          </a:endParaRPr>
        </a:p>
        <a:p>
          <a:pPr lvl="0" algn="just" defTabSz="1511300">
            <a:lnSpc>
              <a:spcPct val="90000"/>
            </a:lnSpc>
            <a:spcBef>
              <a:spcPct val="0"/>
            </a:spcBef>
            <a:spcAft>
              <a:spcPct val="35000"/>
            </a:spcAft>
          </a:pPr>
          <a:endParaRPr lang="es-CO" sz="3400" kern="1200" dirty="0">
            <a:solidFill>
              <a:schemeClr val="bg1"/>
            </a:solidFill>
            <a:latin typeface="Futura Std Medium" pitchFamily="34" charset="0"/>
          </a:endParaRPr>
        </a:p>
      </dsp:txBody>
      <dsp:txXfrm>
        <a:off x="1962574" y="0"/>
        <a:ext cx="5667455" cy="4365687"/>
      </dsp:txXfrm>
    </dsp:sp>
    <dsp:sp modelId="{B63F9A8B-F335-4541-8EF1-73EE3FD51390}">
      <dsp:nvSpPr>
        <dsp:cNvPr id="0" name=""/>
        <dsp:cNvSpPr/>
      </dsp:nvSpPr>
      <dsp:spPr>
        <a:xfrm>
          <a:off x="436568" y="1265106"/>
          <a:ext cx="1526006" cy="1835474"/>
        </a:xfrm>
        <a:prstGeom prst="roundRect">
          <a:avLst>
            <a:gd name="adj" fmla="val 10000"/>
          </a:avLst>
        </a:prstGeom>
        <a:blipFill rotWithShape="1">
          <a:blip xmlns:r="http://schemas.openxmlformats.org/officeDocument/2006/relationships" r:embed="rId1"/>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8C0B29-ABBF-4E74-9734-753C4DE109F0}">
      <dsp:nvSpPr>
        <dsp:cNvPr id="0" name=""/>
        <dsp:cNvSpPr/>
      </dsp:nvSpPr>
      <dsp:spPr>
        <a:xfrm>
          <a:off x="0" y="0"/>
          <a:ext cx="7671152" cy="12455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lvl="0" algn="l" defTabSz="1066800">
            <a:lnSpc>
              <a:spcPct val="90000"/>
            </a:lnSpc>
            <a:spcBef>
              <a:spcPct val="0"/>
            </a:spcBef>
            <a:spcAft>
              <a:spcPct val="35000"/>
            </a:spcAft>
          </a:pPr>
          <a:r>
            <a:rPr lang="es-CO" sz="2400" kern="1200" dirty="0" smtClean="0">
              <a:solidFill>
                <a:schemeClr val="bg1"/>
              </a:solidFill>
              <a:latin typeface="Futura Std Medium" pitchFamily="34" charset="0"/>
            </a:rPr>
            <a:t>Se agregan en el </a:t>
          </a:r>
          <a:r>
            <a:rPr lang="es-CO" sz="2400" b="1" kern="1200" dirty="0" smtClean="0">
              <a:solidFill>
                <a:schemeClr val="bg1"/>
              </a:solidFill>
              <a:latin typeface="Futura Std Medium" pitchFamily="34" charset="0"/>
            </a:rPr>
            <a:t>Componente Direccionamiento Estratégico </a:t>
          </a:r>
          <a:r>
            <a:rPr lang="es-CO" sz="2400" kern="1200" dirty="0" smtClean="0">
              <a:solidFill>
                <a:schemeClr val="bg1"/>
              </a:solidFill>
              <a:latin typeface="Futura Std Medium" pitchFamily="34" charset="0"/>
            </a:rPr>
            <a:t>- los indicadores y las políticas de operación </a:t>
          </a:r>
        </a:p>
      </dsp:txBody>
      <dsp:txXfrm>
        <a:off x="1658780" y="0"/>
        <a:ext cx="6012371" cy="1245504"/>
      </dsp:txXfrm>
    </dsp:sp>
    <dsp:sp modelId="{41020ADB-D051-48DD-847F-5D64120A6CC8}">
      <dsp:nvSpPr>
        <dsp:cNvPr id="0" name=""/>
        <dsp:cNvSpPr/>
      </dsp:nvSpPr>
      <dsp:spPr>
        <a:xfrm>
          <a:off x="124550" y="124550"/>
          <a:ext cx="1534230" cy="996403"/>
        </a:xfrm>
        <a:prstGeom prst="roundRect">
          <a:avLst>
            <a:gd name="adj" fmla="val 10000"/>
          </a:avLst>
        </a:prstGeom>
        <a:blipFill>
          <a:blip xmlns:r="http://schemas.openxmlformats.org/officeDocument/2006/relationships" r:embed="rId1">
            <a:extLst>
              <a:ext uri="{28A0092B-C50C-407E-A947-70E740481C1C}">
                <a14:useLocalDpi xmlns:a14="http://schemas.microsoft.com/office/drawing/2010/main" val="0"/>
              </a:ext>
            </a:extLst>
          </a:blip>
          <a:srcRect/>
          <a:stretch>
            <a:fillRect t="-25000" b="-25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6DB918C-0F65-4AB9-818C-ADF4EEC5123E}">
      <dsp:nvSpPr>
        <dsp:cNvPr id="0" name=""/>
        <dsp:cNvSpPr/>
      </dsp:nvSpPr>
      <dsp:spPr>
        <a:xfrm>
          <a:off x="0" y="1370055"/>
          <a:ext cx="7671152" cy="12455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lvl="0" algn="l" defTabSz="1066800">
            <a:lnSpc>
              <a:spcPct val="90000"/>
            </a:lnSpc>
            <a:spcBef>
              <a:spcPct val="0"/>
            </a:spcBef>
            <a:spcAft>
              <a:spcPct val="35000"/>
            </a:spcAft>
          </a:pPr>
          <a:r>
            <a:rPr lang="es-CO" sz="2400" kern="1200" dirty="0" smtClean="0">
              <a:solidFill>
                <a:schemeClr val="bg1"/>
              </a:solidFill>
              <a:latin typeface="Futura Std Medium" pitchFamily="34" charset="0"/>
            </a:rPr>
            <a:t>Los procedimientos están contenidos dentro del desarrollo del modelo de operación por procesos</a:t>
          </a:r>
        </a:p>
      </dsp:txBody>
      <dsp:txXfrm>
        <a:off x="1658780" y="1370055"/>
        <a:ext cx="6012371" cy="1245504"/>
      </dsp:txXfrm>
    </dsp:sp>
    <dsp:sp modelId="{3B750CF7-81CA-451C-9021-629D59E0A605}">
      <dsp:nvSpPr>
        <dsp:cNvPr id="0" name=""/>
        <dsp:cNvSpPr/>
      </dsp:nvSpPr>
      <dsp:spPr>
        <a:xfrm>
          <a:off x="172157" y="1417568"/>
          <a:ext cx="1439016" cy="1150477"/>
        </a:xfrm>
        <a:prstGeom prst="roundRect">
          <a:avLst>
            <a:gd name="adj" fmla="val 10000"/>
          </a:avLst>
        </a:prstGeom>
        <a:blipFill>
          <a:blip xmlns:r="http://schemas.openxmlformats.org/officeDocument/2006/relationships" r:embed="rId2">
            <a:extLst>
              <a:ext uri="{28A0092B-C50C-407E-A947-70E740481C1C}">
                <a14:useLocalDpi xmlns:a14="http://schemas.microsoft.com/office/drawing/2010/main" val="0"/>
              </a:ext>
            </a:extLst>
          </a:blip>
          <a:srcRect/>
          <a:stretch>
            <a:fillRect t="-12000" b="-12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751F5A4-5372-4AEC-B3EE-EFBCFE64B11D}">
      <dsp:nvSpPr>
        <dsp:cNvPr id="0" name=""/>
        <dsp:cNvSpPr/>
      </dsp:nvSpPr>
      <dsp:spPr>
        <a:xfrm>
          <a:off x="0" y="2740110"/>
          <a:ext cx="7671152" cy="12455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lvl="0" algn="l" defTabSz="1066800">
            <a:lnSpc>
              <a:spcPct val="90000"/>
            </a:lnSpc>
            <a:spcBef>
              <a:spcPct val="0"/>
            </a:spcBef>
            <a:spcAft>
              <a:spcPct val="35000"/>
            </a:spcAft>
          </a:pPr>
          <a:r>
            <a:rPr kumimoji="1" lang="es-CO" sz="2400" kern="1200" dirty="0" smtClean="0">
              <a:solidFill>
                <a:schemeClr val="bg1"/>
              </a:solidFill>
              <a:latin typeface="Futura Bk BT" pitchFamily="34" charset="0"/>
            </a:rPr>
            <a:t>Dentro de los Planes y Programas se adicionan los Proyectos</a:t>
          </a:r>
          <a:endParaRPr lang="es-CO" sz="2400" kern="1200" dirty="0">
            <a:solidFill>
              <a:schemeClr val="bg1"/>
            </a:solidFill>
          </a:endParaRPr>
        </a:p>
      </dsp:txBody>
      <dsp:txXfrm>
        <a:off x="1658780" y="2740110"/>
        <a:ext cx="6012371" cy="1245504"/>
      </dsp:txXfrm>
    </dsp:sp>
    <dsp:sp modelId="{21035A7E-4A8B-44E8-9AC8-C4BC4AB73FDA}">
      <dsp:nvSpPr>
        <dsp:cNvPr id="0" name=""/>
        <dsp:cNvSpPr/>
      </dsp:nvSpPr>
      <dsp:spPr>
        <a:xfrm>
          <a:off x="124550" y="2864660"/>
          <a:ext cx="1534230" cy="996403"/>
        </a:xfrm>
        <a:prstGeom prst="roundRect">
          <a:avLst>
            <a:gd name="adj" fmla="val 10000"/>
          </a:avLst>
        </a:prstGeom>
        <a:blipFill>
          <a:blip xmlns:r="http://schemas.openxmlformats.org/officeDocument/2006/relationships" r:embed="rId3">
            <a:extLst>
              <a:ext uri="{28A0092B-C50C-407E-A947-70E740481C1C}">
                <a14:useLocalDpi xmlns:a14="http://schemas.microsoft.com/office/drawing/2010/main" val="0"/>
              </a:ext>
            </a:extLst>
          </a:blip>
          <a:srcRect/>
          <a:stretch>
            <a:fillRect t="-16000" b="-16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82EE0EA-E830-4724-B8ED-033552580DAD}">
      <dsp:nvSpPr>
        <dsp:cNvPr id="0" name=""/>
        <dsp:cNvSpPr/>
      </dsp:nvSpPr>
      <dsp:spPr>
        <a:xfrm>
          <a:off x="0" y="4110165"/>
          <a:ext cx="7671152" cy="12455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lvl="0" algn="l" defTabSz="1066800">
            <a:lnSpc>
              <a:spcPct val="90000"/>
            </a:lnSpc>
            <a:spcBef>
              <a:spcPct val="0"/>
            </a:spcBef>
            <a:spcAft>
              <a:spcPct val="35000"/>
            </a:spcAft>
          </a:pPr>
          <a:r>
            <a:rPr lang="es-CO" sz="2400" kern="1200" dirty="0">
              <a:solidFill>
                <a:schemeClr val="bg1"/>
              </a:solidFill>
            </a:rPr>
            <a:t>El manual de operaciones, procedimientos o de calidad se convierte en un elemento transversal.</a:t>
          </a:r>
        </a:p>
      </dsp:txBody>
      <dsp:txXfrm>
        <a:off x="1658780" y="4110165"/>
        <a:ext cx="6012371" cy="1245504"/>
      </dsp:txXfrm>
    </dsp:sp>
    <dsp:sp modelId="{1C408B90-2245-4E68-A1B5-9500FF298F81}">
      <dsp:nvSpPr>
        <dsp:cNvPr id="0" name=""/>
        <dsp:cNvSpPr/>
      </dsp:nvSpPr>
      <dsp:spPr>
        <a:xfrm>
          <a:off x="124550" y="4234715"/>
          <a:ext cx="1534230" cy="996403"/>
        </a:xfrm>
        <a:prstGeom prst="roundRect">
          <a:avLst>
            <a:gd name="adj" fmla="val 10000"/>
          </a:avLst>
        </a:prstGeom>
        <a:blipFill>
          <a:blip xmlns:r="http://schemas.openxmlformats.org/officeDocument/2006/relationships" r:embed="rId4">
            <a:extLst>
              <a:ext uri="{28A0092B-C50C-407E-A947-70E740481C1C}">
                <a14:useLocalDpi xmlns:a14="http://schemas.microsoft.com/office/drawing/2010/main" val="0"/>
              </a:ext>
            </a:extLst>
          </a:blip>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BAD8A6F-13D7-4682-BC82-977933B1E5A7}">
      <dsp:nvSpPr>
        <dsp:cNvPr id="0" name=""/>
        <dsp:cNvSpPr/>
      </dsp:nvSpPr>
      <dsp:spPr>
        <a:xfrm>
          <a:off x="0" y="0"/>
          <a:ext cx="7432240" cy="391198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lvl="0" algn="l" defTabSz="1111250">
            <a:lnSpc>
              <a:spcPct val="90000"/>
            </a:lnSpc>
            <a:spcBef>
              <a:spcPct val="0"/>
            </a:spcBef>
            <a:spcAft>
              <a:spcPct val="35000"/>
            </a:spcAft>
          </a:pPr>
          <a:r>
            <a:rPr kumimoji="1" lang="es-ES" sz="2500" b="1" kern="1200" dirty="0" smtClean="0">
              <a:solidFill>
                <a:schemeClr val="bg1"/>
              </a:solidFill>
              <a:latin typeface="Futura Bk BT" pitchFamily="34" charset="0"/>
            </a:rPr>
            <a:t>El componente Administración </a:t>
          </a:r>
          <a:r>
            <a:rPr kumimoji="1" lang="es-ES" sz="2500" kern="1200" dirty="0" smtClean="0">
              <a:solidFill>
                <a:schemeClr val="bg1"/>
              </a:solidFill>
              <a:latin typeface="Futura Bk BT" pitchFamily="34" charset="0"/>
            </a:rPr>
            <a:t>del Riesgo determina tres elementos básicos para su desarrollo: </a:t>
          </a:r>
        </a:p>
        <a:p>
          <a:pPr lvl="0" algn="l" defTabSz="1111250">
            <a:lnSpc>
              <a:spcPct val="90000"/>
            </a:lnSpc>
            <a:spcBef>
              <a:spcPct val="0"/>
            </a:spcBef>
            <a:spcAft>
              <a:spcPct val="35000"/>
            </a:spcAft>
          </a:pPr>
          <a:r>
            <a:rPr kumimoji="1" lang="es-ES" sz="2500" kern="1200" dirty="0" smtClean="0">
              <a:solidFill>
                <a:schemeClr val="bg1"/>
              </a:solidFill>
              <a:latin typeface="Futura Bk BT" pitchFamily="34" charset="0"/>
            </a:rPr>
            <a:t>Política de Administración del Riesgo, </a:t>
          </a:r>
        </a:p>
        <a:p>
          <a:pPr lvl="0" algn="l" defTabSz="1111250">
            <a:lnSpc>
              <a:spcPct val="90000"/>
            </a:lnSpc>
            <a:spcBef>
              <a:spcPct val="0"/>
            </a:spcBef>
            <a:spcAft>
              <a:spcPct val="35000"/>
            </a:spcAft>
          </a:pPr>
          <a:r>
            <a:rPr kumimoji="1" lang="es-ES" sz="2500" kern="1200" dirty="0" smtClean="0">
              <a:solidFill>
                <a:schemeClr val="bg1"/>
              </a:solidFill>
              <a:latin typeface="Futura Bk BT" pitchFamily="34" charset="0"/>
            </a:rPr>
            <a:t>Identificación del riesgo y </a:t>
          </a:r>
        </a:p>
        <a:p>
          <a:pPr lvl="0" algn="l" defTabSz="1111250">
            <a:lnSpc>
              <a:spcPct val="90000"/>
            </a:lnSpc>
            <a:spcBef>
              <a:spcPct val="0"/>
            </a:spcBef>
            <a:spcAft>
              <a:spcPct val="35000"/>
            </a:spcAft>
          </a:pPr>
          <a:r>
            <a:rPr kumimoji="1" lang="es-ES" sz="2500" kern="1200" dirty="0" smtClean="0">
              <a:solidFill>
                <a:schemeClr val="bg1"/>
              </a:solidFill>
              <a:latin typeface="Futura Bk BT" pitchFamily="34" charset="0"/>
            </a:rPr>
            <a:t>Análisis y valoración del riesgo. </a:t>
          </a:r>
        </a:p>
        <a:p>
          <a:pPr lvl="0" algn="l" defTabSz="1111250">
            <a:lnSpc>
              <a:spcPct val="90000"/>
            </a:lnSpc>
            <a:spcBef>
              <a:spcPct val="0"/>
            </a:spcBef>
            <a:spcAft>
              <a:spcPct val="35000"/>
            </a:spcAft>
          </a:pPr>
          <a:r>
            <a:rPr kumimoji="1" lang="es-ES" sz="2500" kern="1200" dirty="0" smtClean="0">
              <a:solidFill>
                <a:schemeClr val="bg1"/>
              </a:solidFill>
              <a:latin typeface="Futura Bk BT" pitchFamily="34" charset="0"/>
            </a:rPr>
            <a:t>El elemento controles está contenido dentro de la valoración del riesgo.</a:t>
          </a:r>
          <a:endParaRPr kumimoji="1" lang="es-ES" sz="2500" kern="1200" dirty="0">
            <a:solidFill>
              <a:schemeClr val="bg1"/>
            </a:solidFill>
            <a:latin typeface="Futura Bk BT" pitchFamily="34" charset="0"/>
          </a:endParaRPr>
        </a:p>
      </dsp:txBody>
      <dsp:txXfrm>
        <a:off x="1877646" y="0"/>
        <a:ext cx="5554594" cy="3911980"/>
      </dsp:txXfrm>
    </dsp:sp>
    <dsp:sp modelId="{7795B1FB-90D6-49C5-8517-51C402017CAB}">
      <dsp:nvSpPr>
        <dsp:cNvPr id="0" name=""/>
        <dsp:cNvSpPr/>
      </dsp:nvSpPr>
      <dsp:spPr>
        <a:xfrm>
          <a:off x="391198" y="1155379"/>
          <a:ext cx="1486448" cy="1601220"/>
        </a:xfrm>
        <a:prstGeom prst="roundRect">
          <a:avLst>
            <a:gd name="adj" fmla="val 10000"/>
          </a:avLst>
        </a:prstGeom>
        <a:blipFill rotWithShape="1">
          <a:blip xmlns:r="http://schemas.openxmlformats.org/officeDocument/2006/relationships" r:embed="rId1"/>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BFE570-374B-4E1B-B77D-86859340F7E0}">
      <dsp:nvSpPr>
        <dsp:cNvPr id="0" name=""/>
        <dsp:cNvSpPr/>
      </dsp:nvSpPr>
      <dsp:spPr>
        <a:xfrm>
          <a:off x="-6219054" y="-951408"/>
          <a:ext cx="7402864" cy="7402864"/>
        </a:xfrm>
        <a:prstGeom prst="blockArc">
          <a:avLst>
            <a:gd name="adj1" fmla="val 18900000"/>
            <a:gd name="adj2" fmla="val 2700000"/>
            <a:gd name="adj3" fmla="val 292"/>
          </a:avLst>
        </a:pr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914B7F1-6B3D-4BAA-9AAF-223EE38A3A1C}">
      <dsp:nvSpPr>
        <dsp:cNvPr id="0" name=""/>
        <dsp:cNvSpPr/>
      </dsp:nvSpPr>
      <dsp:spPr>
        <a:xfrm>
          <a:off x="440787" y="289632"/>
          <a:ext cx="7339278" cy="579045"/>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9617" tIns="40640" rIns="40640" bIns="40640" numCol="1" spcCol="1270" anchor="ctr" anchorCtr="0">
          <a:noAutofit/>
        </a:bodyPr>
        <a:lstStyle/>
        <a:p>
          <a:pPr lvl="0" algn="l" defTabSz="711200">
            <a:lnSpc>
              <a:spcPct val="90000"/>
            </a:lnSpc>
            <a:spcBef>
              <a:spcPct val="0"/>
            </a:spcBef>
            <a:spcAft>
              <a:spcPct val="35000"/>
            </a:spcAft>
          </a:pPr>
          <a:r>
            <a:rPr lang="es-CO" sz="1600" b="1" kern="1200" dirty="0" smtClean="0">
              <a:solidFill>
                <a:schemeClr val="bg1"/>
              </a:solidFill>
              <a:latin typeface="Futura Std Medium" pitchFamily="34" charset="0"/>
            </a:rPr>
            <a:t>¿Se han realizado actividades de actualización del documento ético que involucren a los servidores de la entidad? </a:t>
          </a:r>
          <a:endParaRPr lang="es-CO" sz="1600" b="1" kern="1200" dirty="0">
            <a:solidFill>
              <a:schemeClr val="bg1"/>
            </a:solidFill>
            <a:latin typeface="Futura Std Medium" pitchFamily="34" charset="0"/>
          </a:endParaRPr>
        </a:p>
      </dsp:txBody>
      <dsp:txXfrm>
        <a:off x="440787" y="289632"/>
        <a:ext cx="7339278" cy="579045"/>
      </dsp:txXfrm>
    </dsp:sp>
    <dsp:sp modelId="{F5E1A84E-BF50-42A6-B786-BE28DCA8C52A}">
      <dsp:nvSpPr>
        <dsp:cNvPr id="0" name=""/>
        <dsp:cNvSpPr/>
      </dsp:nvSpPr>
      <dsp:spPr>
        <a:xfrm>
          <a:off x="78883" y="217251"/>
          <a:ext cx="723806" cy="723806"/>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FA557A0-0AF3-43EA-B55F-7CD9C5B77D6C}">
      <dsp:nvSpPr>
        <dsp:cNvPr id="0" name=""/>
        <dsp:cNvSpPr/>
      </dsp:nvSpPr>
      <dsp:spPr>
        <a:xfrm>
          <a:off x="917091" y="1158090"/>
          <a:ext cx="6862974" cy="579045"/>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9617" tIns="40640" rIns="40640" bIns="40640" numCol="1" spcCol="1270" anchor="ctr" anchorCtr="0">
          <a:noAutofit/>
        </a:bodyPr>
        <a:lstStyle/>
        <a:p>
          <a:pPr lvl="0" algn="l" defTabSz="711200">
            <a:lnSpc>
              <a:spcPct val="90000"/>
            </a:lnSpc>
            <a:spcBef>
              <a:spcPct val="0"/>
            </a:spcBef>
            <a:spcAft>
              <a:spcPct val="35000"/>
            </a:spcAft>
          </a:pPr>
          <a:r>
            <a:rPr lang="es-CO" sz="1600" b="1" kern="1200" dirty="0" smtClean="0">
              <a:solidFill>
                <a:schemeClr val="bg1"/>
              </a:solidFill>
              <a:latin typeface="Futura Std Medium" pitchFamily="34" charset="0"/>
            </a:rPr>
            <a:t>¿Se socializa el documento ético en las actividades de inducción y reinducción? ¿De que manera se asegura su comprensión?</a:t>
          </a:r>
          <a:endParaRPr lang="es-CO" sz="1600" b="1" kern="1200" dirty="0">
            <a:solidFill>
              <a:schemeClr val="bg1"/>
            </a:solidFill>
            <a:latin typeface="Futura Std Medium" pitchFamily="34" charset="0"/>
          </a:endParaRPr>
        </a:p>
      </dsp:txBody>
      <dsp:txXfrm>
        <a:off x="917091" y="1158090"/>
        <a:ext cx="6862974" cy="579045"/>
      </dsp:txXfrm>
    </dsp:sp>
    <dsp:sp modelId="{F85D3DEE-7D03-4123-8A66-1062877D2842}">
      <dsp:nvSpPr>
        <dsp:cNvPr id="0" name=""/>
        <dsp:cNvSpPr/>
      </dsp:nvSpPr>
      <dsp:spPr>
        <a:xfrm>
          <a:off x="555188" y="1085709"/>
          <a:ext cx="723806" cy="723806"/>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8F6A11D-221F-41A1-B0A0-81A7D0F64E76}">
      <dsp:nvSpPr>
        <dsp:cNvPr id="0" name=""/>
        <dsp:cNvSpPr/>
      </dsp:nvSpPr>
      <dsp:spPr>
        <a:xfrm>
          <a:off x="1134893" y="2026547"/>
          <a:ext cx="6645172" cy="579045"/>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9617" tIns="40640" rIns="40640" bIns="40640" numCol="1" spcCol="1270" anchor="ctr" anchorCtr="0">
          <a:noAutofit/>
        </a:bodyPr>
        <a:lstStyle/>
        <a:p>
          <a:pPr lvl="0" algn="l" defTabSz="711200">
            <a:lnSpc>
              <a:spcPct val="90000"/>
            </a:lnSpc>
            <a:spcBef>
              <a:spcPct val="0"/>
            </a:spcBef>
            <a:spcAft>
              <a:spcPct val="35000"/>
            </a:spcAft>
          </a:pPr>
          <a:r>
            <a:rPr lang="es-CO" sz="1600" b="1" kern="1200" dirty="0" smtClean="0">
              <a:solidFill>
                <a:schemeClr val="bg1"/>
              </a:solidFill>
              <a:latin typeface="Futura Std Medium" pitchFamily="34" charset="0"/>
            </a:rPr>
            <a:t>¿La oficina de Control Interno ha realizado seguimiento a la vigencia, socialización y comprensión del documento ético?</a:t>
          </a:r>
          <a:endParaRPr lang="es-CO" sz="1600" b="1" kern="1200" dirty="0">
            <a:solidFill>
              <a:schemeClr val="bg1"/>
            </a:solidFill>
            <a:latin typeface="Futura Std Medium" pitchFamily="34" charset="0"/>
          </a:endParaRPr>
        </a:p>
      </dsp:txBody>
      <dsp:txXfrm>
        <a:off x="1134893" y="2026547"/>
        <a:ext cx="6645172" cy="579045"/>
      </dsp:txXfrm>
    </dsp:sp>
    <dsp:sp modelId="{140CE7BA-5DDF-40F7-8A2C-FEBB6F799D57}">
      <dsp:nvSpPr>
        <dsp:cNvPr id="0" name=""/>
        <dsp:cNvSpPr/>
      </dsp:nvSpPr>
      <dsp:spPr>
        <a:xfrm>
          <a:off x="772990" y="1954167"/>
          <a:ext cx="723806" cy="723806"/>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7E47A46-9E14-4573-82FD-372B0632654E}">
      <dsp:nvSpPr>
        <dsp:cNvPr id="0" name=""/>
        <dsp:cNvSpPr/>
      </dsp:nvSpPr>
      <dsp:spPr>
        <a:xfrm>
          <a:off x="1134893" y="2894455"/>
          <a:ext cx="6645172" cy="579045"/>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9617" tIns="40640" rIns="40640" bIns="40640" numCol="1" spcCol="1270" anchor="ctr" anchorCtr="0">
          <a:noAutofit/>
        </a:bodyPr>
        <a:lstStyle/>
        <a:p>
          <a:pPr lvl="0" algn="l" defTabSz="711200">
            <a:lnSpc>
              <a:spcPct val="90000"/>
            </a:lnSpc>
            <a:spcBef>
              <a:spcPct val="0"/>
            </a:spcBef>
            <a:spcAft>
              <a:spcPct val="35000"/>
            </a:spcAft>
          </a:pPr>
          <a:r>
            <a:rPr lang="es-CO" sz="1600" b="1" kern="1200" dirty="0" smtClean="0">
              <a:solidFill>
                <a:schemeClr val="bg1"/>
              </a:solidFill>
              <a:latin typeface="Futura Std Medium" pitchFamily="34" charset="0"/>
            </a:rPr>
            <a:t>¿Cómo se evidencia que el talento humano se gestiona de manera eficaz y eficiente?</a:t>
          </a:r>
          <a:endParaRPr lang="es-CO" sz="1600" b="1" kern="1200" dirty="0">
            <a:solidFill>
              <a:schemeClr val="bg1"/>
            </a:solidFill>
            <a:latin typeface="Futura Std Medium" pitchFamily="34" charset="0"/>
          </a:endParaRPr>
        </a:p>
      </dsp:txBody>
      <dsp:txXfrm>
        <a:off x="1134893" y="2894455"/>
        <a:ext cx="6645172" cy="579045"/>
      </dsp:txXfrm>
    </dsp:sp>
    <dsp:sp modelId="{3141034E-936C-4B1E-9E0C-CC0B125F1060}">
      <dsp:nvSpPr>
        <dsp:cNvPr id="0" name=""/>
        <dsp:cNvSpPr/>
      </dsp:nvSpPr>
      <dsp:spPr>
        <a:xfrm>
          <a:off x="772990" y="2822074"/>
          <a:ext cx="723806" cy="723806"/>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DB73C2C-A62A-4828-8D70-8823DB3D5158}">
      <dsp:nvSpPr>
        <dsp:cNvPr id="0" name=""/>
        <dsp:cNvSpPr/>
      </dsp:nvSpPr>
      <dsp:spPr>
        <a:xfrm>
          <a:off x="917091" y="3762912"/>
          <a:ext cx="6862974" cy="579045"/>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9617" tIns="40640" rIns="40640" bIns="40640" numCol="1" spcCol="1270" anchor="ctr" anchorCtr="0">
          <a:noAutofit/>
        </a:bodyPr>
        <a:lstStyle/>
        <a:p>
          <a:pPr lvl="0" algn="l" defTabSz="711200">
            <a:lnSpc>
              <a:spcPct val="90000"/>
            </a:lnSpc>
            <a:spcBef>
              <a:spcPct val="0"/>
            </a:spcBef>
            <a:spcAft>
              <a:spcPct val="35000"/>
            </a:spcAft>
          </a:pPr>
          <a:r>
            <a:rPr lang="es-CO" sz="1600" b="1" kern="1200" dirty="0" smtClean="0">
              <a:solidFill>
                <a:schemeClr val="bg1"/>
              </a:solidFill>
              <a:latin typeface="Futura Std Medium" pitchFamily="34" charset="0"/>
            </a:rPr>
            <a:t>¿Cómo se obtiene información sobre las necesidades con respecto al talento humano</a:t>
          </a:r>
          <a:endParaRPr lang="es-CO" sz="1600" b="1" kern="1200" dirty="0">
            <a:solidFill>
              <a:schemeClr val="bg1"/>
            </a:solidFill>
            <a:latin typeface="Futura Std Medium" pitchFamily="34" charset="0"/>
          </a:endParaRPr>
        </a:p>
      </dsp:txBody>
      <dsp:txXfrm>
        <a:off x="917091" y="3762912"/>
        <a:ext cx="6862974" cy="579045"/>
      </dsp:txXfrm>
    </dsp:sp>
    <dsp:sp modelId="{86CD50E4-8E4D-46A2-A758-61B66A621ACC}">
      <dsp:nvSpPr>
        <dsp:cNvPr id="0" name=""/>
        <dsp:cNvSpPr/>
      </dsp:nvSpPr>
      <dsp:spPr>
        <a:xfrm>
          <a:off x="555188" y="3690532"/>
          <a:ext cx="723806" cy="723806"/>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3D24A41-81BC-4502-BF1C-937DE9F2C4DE}">
      <dsp:nvSpPr>
        <dsp:cNvPr id="0" name=""/>
        <dsp:cNvSpPr/>
      </dsp:nvSpPr>
      <dsp:spPr>
        <a:xfrm>
          <a:off x="440787" y="4631370"/>
          <a:ext cx="7339278" cy="579045"/>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9617" tIns="40640" rIns="40640" bIns="40640" numCol="1" spcCol="1270" anchor="ctr" anchorCtr="0">
          <a:noAutofit/>
        </a:bodyPr>
        <a:lstStyle/>
        <a:p>
          <a:pPr lvl="0" algn="l" defTabSz="711200">
            <a:lnSpc>
              <a:spcPct val="90000"/>
            </a:lnSpc>
            <a:spcBef>
              <a:spcPct val="0"/>
            </a:spcBef>
            <a:spcAft>
              <a:spcPct val="35000"/>
            </a:spcAft>
          </a:pPr>
          <a:r>
            <a:rPr lang="es-CO" sz="1600" b="1" kern="1200" dirty="0" smtClean="0">
              <a:solidFill>
                <a:schemeClr val="bg1"/>
              </a:solidFill>
              <a:latin typeface="Futura Std Medium" pitchFamily="34" charset="0"/>
            </a:rPr>
            <a:t>¿Se tiene actualizada la normatividad sobre talento humano? ¿Cómo se asegura la actualización?</a:t>
          </a:r>
          <a:endParaRPr lang="es-CO" sz="1600" b="1" kern="1200" dirty="0">
            <a:solidFill>
              <a:schemeClr val="bg1"/>
            </a:solidFill>
            <a:latin typeface="Futura Std Medium" pitchFamily="34" charset="0"/>
          </a:endParaRPr>
        </a:p>
      </dsp:txBody>
      <dsp:txXfrm>
        <a:off x="440787" y="4631370"/>
        <a:ext cx="7339278" cy="579045"/>
      </dsp:txXfrm>
    </dsp:sp>
    <dsp:sp modelId="{5C500FFA-886C-4EFF-BB68-657A63C95886}">
      <dsp:nvSpPr>
        <dsp:cNvPr id="0" name=""/>
        <dsp:cNvSpPr/>
      </dsp:nvSpPr>
      <dsp:spPr>
        <a:xfrm>
          <a:off x="78883" y="4558989"/>
          <a:ext cx="723806" cy="723806"/>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BFE570-374B-4E1B-B77D-86859340F7E0}">
      <dsp:nvSpPr>
        <dsp:cNvPr id="0" name=""/>
        <dsp:cNvSpPr/>
      </dsp:nvSpPr>
      <dsp:spPr>
        <a:xfrm>
          <a:off x="-5975334" y="-914356"/>
          <a:ext cx="7113342" cy="7113342"/>
        </a:xfrm>
        <a:prstGeom prst="blockArc">
          <a:avLst>
            <a:gd name="adj1" fmla="val 18900000"/>
            <a:gd name="adj2" fmla="val 2700000"/>
            <a:gd name="adj3" fmla="val 304"/>
          </a:avLst>
        </a:pr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914B7F1-6B3D-4BAA-9AAF-223EE38A3A1C}">
      <dsp:nvSpPr>
        <dsp:cNvPr id="0" name=""/>
        <dsp:cNvSpPr/>
      </dsp:nvSpPr>
      <dsp:spPr>
        <a:xfrm>
          <a:off x="497331" y="330183"/>
          <a:ext cx="7286137" cy="660790"/>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24502" tIns="35560" rIns="35560" bIns="35560" numCol="1" spcCol="1270" anchor="ctr" anchorCtr="0">
          <a:noAutofit/>
        </a:bodyPr>
        <a:lstStyle/>
        <a:p>
          <a:pPr lvl="0" algn="l" defTabSz="622300">
            <a:lnSpc>
              <a:spcPct val="90000"/>
            </a:lnSpc>
            <a:spcBef>
              <a:spcPct val="0"/>
            </a:spcBef>
            <a:spcAft>
              <a:spcPct val="35000"/>
            </a:spcAft>
          </a:pPr>
          <a:r>
            <a:rPr lang="es-CO" sz="1400" b="1" kern="1200" dirty="0" smtClean="0">
              <a:solidFill>
                <a:schemeClr val="bg1"/>
              </a:solidFill>
              <a:latin typeface="Futura Std Medium" pitchFamily="34" charset="0"/>
            </a:rPr>
            <a:t>¿Se priorizan las necesidades, expectativas y peticiones de los interesados teniendo en cuenta la razón de ser de la entidad, su misión, visión y objetivos estratégicos?</a:t>
          </a:r>
          <a:endParaRPr lang="es-CO" sz="1400" b="1" kern="1200" dirty="0">
            <a:solidFill>
              <a:schemeClr val="bg1"/>
            </a:solidFill>
            <a:latin typeface="Futura Std Medium" pitchFamily="34" charset="0"/>
          </a:endParaRPr>
        </a:p>
      </dsp:txBody>
      <dsp:txXfrm>
        <a:off x="497331" y="330183"/>
        <a:ext cx="7286137" cy="660790"/>
      </dsp:txXfrm>
    </dsp:sp>
    <dsp:sp modelId="{F5E1A84E-BF50-42A6-B786-BE28DCA8C52A}">
      <dsp:nvSpPr>
        <dsp:cNvPr id="0" name=""/>
        <dsp:cNvSpPr/>
      </dsp:nvSpPr>
      <dsp:spPr>
        <a:xfrm>
          <a:off x="84338" y="247584"/>
          <a:ext cx="825987" cy="825987"/>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FA557A0-0AF3-43EA-B55F-7CD9C5B77D6C}">
      <dsp:nvSpPr>
        <dsp:cNvPr id="0" name=""/>
        <dsp:cNvSpPr/>
      </dsp:nvSpPr>
      <dsp:spPr>
        <a:xfrm>
          <a:off x="970834" y="1321051"/>
          <a:ext cx="6812634" cy="660790"/>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24502" tIns="35560" rIns="35560" bIns="35560" numCol="1" spcCol="1270" anchor="ctr" anchorCtr="0">
          <a:noAutofit/>
        </a:bodyPr>
        <a:lstStyle/>
        <a:p>
          <a:pPr lvl="0" algn="l" defTabSz="622300">
            <a:lnSpc>
              <a:spcPct val="90000"/>
            </a:lnSpc>
            <a:spcBef>
              <a:spcPct val="0"/>
            </a:spcBef>
            <a:spcAft>
              <a:spcPct val="35000"/>
            </a:spcAft>
          </a:pPr>
          <a:r>
            <a:rPr lang="es-CO" sz="1400" b="1" kern="1200" dirty="0" smtClean="0">
              <a:solidFill>
                <a:schemeClr val="bg1"/>
              </a:solidFill>
              <a:latin typeface="Futura Std Medium" pitchFamily="34" charset="0"/>
            </a:rPr>
            <a:t>¿En la inducción y reinducción se hace referencia a los procesos de la entidad, socializando su caracterización, los procedimientos que los componen y los indicadores que se han definido para cada uno de ellos?</a:t>
          </a:r>
          <a:endParaRPr lang="es-CO" sz="1400" b="1" kern="1200" dirty="0">
            <a:solidFill>
              <a:schemeClr val="bg1"/>
            </a:solidFill>
            <a:latin typeface="Futura Std Medium" pitchFamily="34" charset="0"/>
          </a:endParaRPr>
        </a:p>
      </dsp:txBody>
      <dsp:txXfrm>
        <a:off x="970834" y="1321051"/>
        <a:ext cx="6812634" cy="660790"/>
      </dsp:txXfrm>
    </dsp:sp>
    <dsp:sp modelId="{F85D3DEE-7D03-4123-8A66-1062877D2842}">
      <dsp:nvSpPr>
        <dsp:cNvPr id="0" name=""/>
        <dsp:cNvSpPr/>
      </dsp:nvSpPr>
      <dsp:spPr>
        <a:xfrm>
          <a:off x="557840" y="1238453"/>
          <a:ext cx="825987" cy="825987"/>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8F6A11D-221F-41A1-B0A0-81A7D0F64E76}">
      <dsp:nvSpPr>
        <dsp:cNvPr id="0" name=""/>
        <dsp:cNvSpPr/>
      </dsp:nvSpPr>
      <dsp:spPr>
        <a:xfrm>
          <a:off x="1116162" y="2311919"/>
          <a:ext cx="6667306" cy="660790"/>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24502" tIns="35560" rIns="35560" bIns="35560" numCol="1" spcCol="1270" anchor="ctr" anchorCtr="0">
          <a:noAutofit/>
        </a:bodyPr>
        <a:lstStyle/>
        <a:p>
          <a:pPr lvl="0" algn="l" defTabSz="622300">
            <a:lnSpc>
              <a:spcPct val="90000"/>
            </a:lnSpc>
            <a:spcBef>
              <a:spcPct val="0"/>
            </a:spcBef>
            <a:spcAft>
              <a:spcPct val="35000"/>
            </a:spcAft>
          </a:pPr>
          <a:r>
            <a:rPr lang="es-CO" sz="1400" b="1" kern="1200" dirty="0" smtClean="0">
              <a:solidFill>
                <a:schemeClr val="bg1"/>
              </a:solidFill>
              <a:latin typeface="Futura Std Medium" pitchFamily="34" charset="0"/>
            </a:rPr>
            <a:t>¿los niveles jerárquicos  permiten que se tomen decisiones según las responsabilidades definidas?</a:t>
          </a:r>
          <a:endParaRPr lang="es-CO" sz="1400" b="1" kern="1200" dirty="0">
            <a:solidFill>
              <a:schemeClr val="bg1"/>
            </a:solidFill>
            <a:latin typeface="Futura Std Medium" pitchFamily="34" charset="0"/>
          </a:endParaRPr>
        </a:p>
      </dsp:txBody>
      <dsp:txXfrm>
        <a:off x="1116162" y="2311919"/>
        <a:ext cx="6667306" cy="660790"/>
      </dsp:txXfrm>
    </dsp:sp>
    <dsp:sp modelId="{140CE7BA-5DDF-40F7-8A2C-FEBB6F799D57}">
      <dsp:nvSpPr>
        <dsp:cNvPr id="0" name=""/>
        <dsp:cNvSpPr/>
      </dsp:nvSpPr>
      <dsp:spPr>
        <a:xfrm>
          <a:off x="703168" y="2229321"/>
          <a:ext cx="825987" cy="825987"/>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7E47A46-9E14-4573-82FD-372B0632654E}">
      <dsp:nvSpPr>
        <dsp:cNvPr id="0" name=""/>
        <dsp:cNvSpPr/>
      </dsp:nvSpPr>
      <dsp:spPr>
        <a:xfrm>
          <a:off x="970834" y="3302788"/>
          <a:ext cx="6812634" cy="660790"/>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24502" tIns="35560" rIns="35560" bIns="35560" numCol="1" spcCol="1270" anchor="ctr" anchorCtr="0">
          <a:noAutofit/>
        </a:bodyPr>
        <a:lstStyle/>
        <a:p>
          <a:pPr lvl="0" algn="l" defTabSz="622300">
            <a:lnSpc>
              <a:spcPct val="90000"/>
            </a:lnSpc>
            <a:spcBef>
              <a:spcPct val="0"/>
            </a:spcBef>
            <a:spcAft>
              <a:spcPct val="35000"/>
            </a:spcAft>
          </a:pPr>
          <a:r>
            <a:rPr lang="es-CO" sz="1400" b="1" kern="1200" dirty="0" smtClean="0">
              <a:solidFill>
                <a:schemeClr val="bg1"/>
              </a:solidFill>
              <a:latin typeface="Futura Std Medium" pitchFamily="34" charset="0"/>
            </a:rPr>
            <a:t>¿Los indicadores brindan información que permita la toma de decisiones?</a:t>
          </a:r>
          <a:endParaRPr lang="es-CO" sz="1400" b="1" kern="1200" dirty="0">
            <a:solidFill>
              <a:schemeClr val="bg1"/>
            </a:solidFill>
            <a:latin typeface="Futura Std Medium" pitchFamily="34" charset="0"/>
          </a:endParaRPr>
        </a:p>
      </dsp:txBody>
      <dsp:txXfrm>
        <a:off x="970834" y="3302788"/>
        <a:ext cx="6812634" cy="660790"/>
      </dsp:txXfrm>
    </dsp:sp>
    <dsp:sp modelId="{3141034E-936C-4B1E-9E0C-CC0B125F1060}">
      <dsp:nvSpPr>
        <dsp:cNvPr id="0" name=""/>
        <dsp:cNvSpPr/>
      </dsp:nvSpPr>
      <dsp:spPr>
        <a:xfrm>
          <a:off x="557840" y="3220189"/>
          <a:ext cx="825987" cy="825987"/>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DB73C2C-A62A-4828-8D70-8823DB3D5158}">
      <dsp:nvSpPr>
        <dsp:cNvPr id="0" name=""/>
        <dsp:cNvSpPr/>
      </dsp:nvSpPr>
      <dsp:spPr>
        <a:xfrm>
          <a:off x="497331" y="4293656"/>
          <a:ext cx="7286137" cy="660790"/>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24502" tIns="35560" rIns="35560" bIns="35560" numCol="1" spcCol="1270" anchor="ctr" anchorCtr="0">
          <a:noAutofit/>
        </a:bodyPr>
        <a:lstStyle/>
        <a:p>
          <a:pPr lvl="0" algn="l" defTabSz="622300">
            <a:lnSpc>
              <a:spcPct val="90000"/>
            </a:lnSpc>
            <a:spcBef>
              <a:spcPct val="0"/>
            </a:spcBef>
            <a:spcAft>
              <a:spcPct val="35000"/>
            </a:spcAft>
          </a:pPr>
          <a:r>
            <a:rPr lang="es-CO" sz="1400" b="1" kern="1200" dirty="0" smtClean="0">
              <a:solidFill>
                <a:schemeClr val="bg1"/>
              </a:solidFill>
              <a:latin typeface="Futura Std Medium" pitchFamily="34" charset="0"/>
            </a:rPr>
            <a:t>¿Se revisan periódicamente las políticas de operación definidas? </a:t>
          </a:r>
          <a:endParaRPr lang="es-CO" sz="1400" b="1" kern="1200" dirty="0">
            <a:solidFill>
              <a:schemeClr val="bg1"/>
            </a:solidFill>
            <a:latin typeface="Futura Std Medium" pitchFamily="34" charset="0"/>
          </a:endParaRPr>
        </a:p>
      </dsp:txBody>
      <dsp:txXfrm>
        <a:off x="497331" y="4293656"/>
        <a:ext cx="7286137" cy="660790"/>
      </dsp:txXfrm>
    </dsp:sp>
    <dsp:sp modelId="{86CD50E4-8E4D-46A2-A758-61B66A621ACC}">
      <dsp:nvSpPr>
        <dsp:cNvPr id="0" name=""/>
        <dsp:cNvSpPr/>
      </dsp:nvSpPr>
      <dsp:spPr>
        <a:xfrm>
          <a:off x="84338" y="4211057"/>
          <a:ext cx="825987" cy="825987"/>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BFE570-374B-4E1B-B77D-86859340F7E0}">
      <dsp:nvSpPr>
        <dsp:cNvPr id="0" name=""/>
        <dsp:cNvSpPr/>
      </dsp:nvSpPr>
      <dsp:spPr>
        <a:xfrm>
          <a:off x="-5990775" y="-916703"/>
          <a:ext cx="7131685" cy="7131685"/>
        </a:xfrm>
        <a:prstGeom prst="blockArc">
          <a:avLst>
            <a:gd name="adj1" fmla="val 18900000"/>
            <a:gd name="adj2" fmla="val 2700000"/>
            <a:gd name="adj3" fmla="val 303"/>
          </a:avLst>
        </a:pr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914B7F1-6B3D-4BAA-9AAF-223EE38A3A1C}">
      <dsp:nvSpPr>
        <dsp:cNvPr id="0" name=""/>
        <dsp:cNvSpPr/>
      </dsp:nvSpPr>
      <dsp:spPr>
        <a:xfrm>
          <a:off x="424946" y="279007"/>
          <a:ext cx="7358306" cy="557802"/>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2756" tIns="43180" rIns="43180" bIns="43180" numCol="1" spcCol="1270" anchor="ctr" anchorCtr="0">
          <a:noAutofit/>
        </a:bodyPr>
        <a:lstStyle/>
        <a:p>
          <a:pPr lvl="0" algn="l" defTabSz="755650">
            <a:lnSpc>
              <a:spcPct val="90000"/>
            </a:lnSpc>
            <a:spcBef>
              <a:spcPct val="0"/>
            </a:spcBef>
            <a:spcAft>
              <a:spcPct val="35000"/>
            </a:spcAft>
          </a:pPr>
          <a:r>
            <a:rPr lang="es-CO" sz="1700" b="1" kern="1200" dirty="0" smtClean="0">
              <a:solidFill>
                <a:schemeClr val="bg1"/>
              </a:solidFill>
              <a:latin typeface="Futura Std Medium" pitchFamily="34" charset="0"/>
            </a:rPr>
            <a:t>¿Cómo se asegura la comprensión de la política de riesgos por parte de los servidores públicos?</a:t>
          </a:r>
          <a:endParaRPr lang="es-CO" sz="1700" b="1" kern="1200" dirty="0">
            <a:solidFill>
              <a:schemeClr val="bg1"/>
            </a:solidFill>
            <a:latin typeface="Futura Std Medium" pitchFamily="34" charset="0"/>
          </a:endParaRPr>
        </a:p>
      </dsp:txBody>
      <dsp:txXfrm>
        <a:off x="424946" y="279007"/>
        <a:ext cx="7358306" cy="557802"/>
      </dsp:txXfrm>
    </dsp:sp>
    <dsp:sp modelId="{F5E1A84E-BF50-42A6-B786-BE28DCA8C52A}">
      <dsp:nvSpPr>
        <dsp:cNvPr id="0" name=""/>
        <dsp:cNvSpPr/>
      </dsp:nvSpPr>
      <dsp:spPr>
        <a:xfrm>
          <a:off x="76320" y="209281"/>
          <a:ext cx="697253" cy="697253"/>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FA557A0-0AF3-43EA-B55F-7CD9C5B77D6C}">
      <dsp:nvSpPr>
        <dsp:cNvPr id="0" name=""/>
        <dsp:cNvSpPr/>
      </dsp:nvSpPr>
      <dsp:spPr>
        <a:xfrm>
          <a:off x="883777" y="1115605"/>
          <a:ext cx="6899475" cy="557802"/>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2756" tIns="43180" rIns="43180" bIns="43180" numCol="1" spcCol="1270" anchor="ctr" anchorCtr="0">
          <a:noAutofit/>
        </a:bodyPr>
        <a:lstStyle/>
        <a:p>
          <a:pPr lvl="0" algn="l" defTabSz="755650">
            <a:lnSpc>
              <a:spcPct val="90000"/>
            </a:lnSpc>
            <a:spcBef>
              <a:spcPct val="0"/>
            </a:spcBef>
            <a:spcAft>
              <a:spcPct val="35000"/>
            </a:spcAft>
          </a:pPr>
          <a:r>
            <a:rPr lang="es-CO" sz="1700" b="1" kern="1200" dirty="0" smtClean="0">
              <a:solidFill>
                <a:schemeClr val="bg1"/>
              </a:solidFill>
              <a:latin typeface="Futura Std Medium" pitchFamily="34" charset="0"/>
            </a:rPr>
            <a:t>¿Se realiza actualización de la política de riesgos cuando hay cambios en le entorno o al interior de la entidad?</a:t>
          </a:r>
          <a:endParaRPr lang="es-CO" sz="1700" b="1" kern="1200" dirty="0">
            <a:solidFill>
              <a:schemeClr val="bg1"/>
            </a:solidFill>
            <a:latin typeface="Futura Std Medium" pitchFamily="34" charset="0"/>
          </a:endParaRPr>
        </a:p>
      </dsp:txBody>
      <dsp:txXfrm>
        <a:off x="883777" y="1115605"/>
        <a:ext cx="6899475" cy="557802"/>
      </dsp:txXfrm>
    </dsp:sp>
    <dsp:sp modelId="{F85D3DEE-7D03-4123-8A66-1062877D2842}">
      <dsp:nvSpPr>
        <dsp:cNvPr id="0" name=""/>
        <dsp:cNvSpPr/>
      </dsp:nvSpPr>
      <dsp:spPr>
        <a:xfrm>
          <a:off x="535151" y="1045880"/>
          <a:ext cx="697253" cy="697253"/>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8F6A11D-221F-41A1-B0A0-81A7D0F64E76}">
      <dsp:nvSpPr>
        <dsp:cNvPr id="0" name=""/>
        <dsp:cNvSpPr/>
      </dsp:nvSpPr>
      <dsp:spPr>
        <a:xfrm>
          <a:off x="1093589" y="1952203"/>
          <a:ext cx="6689663" cy="557802"/>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2756" tIns="43180" rIns="43180" bIns="43180" numCol="1" spcCol="1270" anchor="ctr" anchorCtr="0">
          <a:noAutofit/>
        </a:bodyPr>
        <a:lstStyle/>
        <a:p>
          <a:pPr lvl="0" algn="l" defTabSz="755650">
            <a:lnSpc>
              <a:spcPct val="90000"/>
            </a:lnSpc>
            <a:spcBef>
              <a:spcPct val="0"/>
            </a:spcBef>
            <a:spcAft>
              <a:spcPct val="35000"/>
            </a:spcAft>
          </a:pPr>
          <a:r>
            <a:rPr lang="es-CO" sz="1700" b="1" kern="1200" dirty="0" smtClean="0">
              <a:solidFill>
                <a:schemeClr val="bg1"/>
              </a:solidFill>
              <a:latin typeface="Futura Std Medium" pitchFamily="34" charset="0"/>
            </a:rPr>
            <a:t>¿Los riesgos identificados se revisan periódicamente?</a:t>
          </a:r>
          <a:endParaRPr lang="es-CO" sz="1700" b="1" kern="1200" dirty="0">
            <a:solidFill>
              <a:schemeClr val="bg1"/>
            </a:solidFill>
            <a:latin typeface="Futura Std Medium" pitchFamily="34" charset="0"/>
          </a:endParaRPr>
        </a:p>
      </dsp:txBody>
      <dsp:txXfrm>
        <a:off x="1093589" y="1952203"/>
        <a:ext cx="6689663" cy="557802"/>
      </dsp:txXfrm>
    </dsp:sp>
    <dsp:sp modelId="{140CE7BA-5DDF-40F7-8A2C-FEBB6F799D57}">
      <dsp:nvSpPr>
        <dsp:cNvPr id="0" name=""/>
        <dsp:cNvSpPr/>
      </dsp:nvSpPr>
      <dsp:spPr>
        <a:xfrm>
          <a:off x="744962" y="1882478"/>
          <a:ext cx="697253" cy="697253"/>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7E47A46-9E14-4573-82FD-372B0632654E}">
      <dsp:nvSpPr>
        <dsp:cNvPr id="0" name=""/>
        <dsp:cNvSpPr/>
      </dsp:nvSpPr>
      <dsp:spPr>
        <a:xfrm>
          <a:off x="1093589" y="2788271"/>
          <a:ext cx="6689663" cy="557802"/>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2756" tIns="43180" rIns="43180" bIns="43180" numCol="1" spcCol="1270" anchor="ctr" anchorCtr="0">
          <a:noAutofit/>
        </a:bodyPr>
        <a:lstStyle/>
        <a:p>
          <a:pPr lvl="0" algn="l" defTabSz="755650">
            <a:lnSpc>
              <a:spcPct val="90000"/>
            </a:lnSpc>
            <a:spcBef>
              <a:spcPct val="0"/>
            </a:spcBef>
            <a:spcAft>
              <a:spcPct val="35000"/>
            </a:spcAft>
          </a:pPr>
          <a:r>
            <a:rPr lang="es-CO" sz="1700" b="1" kern="1200" dirty="0" smtClean="0">
              <a:solidFill>
                <a:schemeClr val="bg1"/>
              </a:solidFill>
              <a:latin typeface="Futura Std Medium" pitchFamily="34" charset="0"/>
            </a:rPr>
            <a:t>¿La entidad cuenta con mecanismos para dar a conocer los riesgos identificados?</a:t>
          </a:r>
          <a:endParaRPr lang="es-CO" sz="1700" b="1" kern="1200" dirty="0">
            <a:solidFill>
              <a:schemeClr val="bg1"/>
            </a:solidFill>
            <a:latin typeface="Futura Std Medium" pitchFamily="34" charset="0"/>
          </a:endParaRPr>
        </a:p>
      </dsp:txBody>
      <dsp:txXfrm>
        <a:off x="1093589" y="2788271"/>
        <a:ext cx="6689663" cy="557802"/>
      </dsp:txXfrm>
    </dsp:sp>
    <dsp:sp modelId="{3141034E-936C-4B1E-9E0C-CC0B125F1060}">
      <dsp:nvSpPr>
        <dsp:cNvPr id="0" name=""/>
        <dsp:cNvSpPr/>
      </dsp:nvSpPr>
      <dsp:spPr>
        <a:xfrm>
          <a:off x="744962" y="2718546"/>
          <a:ext cx="697253" cy="697253"/>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DB73C2C-A62A-4828-8D70-8823DB3D5158}">
      <dsp:nvSpPr>
        <dsp:cNvPr id="0" name=""/>
        <dsp:cNvSpPr/>
      </dsp:nvSpPr>
      <dsp:spPr>
        <a:xfrm>
          <a:off x="883777" y="3624869"/>
          <a:ext cx="6899475" cy="557802"/>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2756" tIns="43180" rIns="43180" bIns="43180" numCol="1" spcCol="1270" anchor="ctr" anchorCtr="0">
          <a:noAutofit/>
        </a:bodyPr>
        <a:lstStyle/>
        <a:p>
          <a:pPr lvl="0" algn="l" defTabSz="755650">
            <a:lnSpc>
              <a:spcPct val="90000"/>
            </a:lnSpc>
            <a:spcBef>
              <a:spcPct val="0"/>
            </a:spcBef>
            <a:spcAft>
              <a:spcPct val="35000"/>
            </a:spcAft>
          </a:pPr>
          <a:r>
            <a:rPr lang="es-CO" sz="1700" b="1" kern="1200" dirty="0" smtClean="0">
              <a:solidFill>
                <a:schemeClr val="bg1"/>
              </a:solidFill>
              <a:latin typeface="Futura Std Medium" pitchFamily="34" charset="0"/>
            </a:rPr>
            <a:t>¿Se  cuenta con tablas de probabilidad e impacto adaptadas para la entidad? </a:t>
          </a:r>
          <a:endParaRPr lang="es-CO" sz="1700" b="1" kern="1200" dirty="0">
            <a:solidFill>
              <a:schemeClr val="bg1"/>
            </a:solidFill>
            <a:latin typeface="Futura Std Medium" pitchFamily="34" charset="0"/>
          </a:endParaRPr>
        </a:p>
      </dsp:txBody>
      <dsp:txXfrm>
        <a:off x="883777" y="3624869"/>
        <a:ext cx="6899475" cy="557802"/>
      </dsp:txXfrm>
    </dsp:sp>
    <dsp:sp modelId="{86CD50E4-8E4D-46A2-A758-61B66A621ACC}">
      <dsp:nvSpPr>
        <dsp:cNvPr id="0" name=""/>
        <dsp:cNvSpPr/>
      </dsp:nvSpPr>
      <dsp:spPr>
        <a:xfrm>
          <a:off x="535151" y="3555144"/>
          <a:ext cx="697253" cy="697253"/>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4053EE4-576F-43E0-B67D-744C9B8D1CDC}">
      <dsp:nvSpPr>
        <dsp:cNvPr id="0" name=""/>
        <dsp:cNvSpPr/>
      </dsp:nvSpPr>
      <dsp:spPr>
        <a:xfrm>
          <a:off x="424946" y="4461467"/>
          <a:ext cx="7358306" cy="557802"/>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2756" tIns="43180" rIns="43180" bIns="43180" numCol="1" spcCol="1270" anchor="ctr" anchorCtr="0">
          <a:noAutofit/>
        </a:bodyPr>
        <a:lstStyle/>
        <a:p>
          <a:pPr lvl="0" algn="l" defTabSz="755650">
            <a:lnSpc>
              <a:spcPct val="90000"/>
            </a:lnSpc>
            <a:spcBef>
              <a:spcPct val="0"/>
            </a:spcBef>
            <a:spcAft>
              <a:spcPct val="35000"/>
            </a:spcAft>
          </a:pPr>
          <a:r>
            <a:rPr lang="es-CO" sz="1700" b="1" kern="1200" dirty="0" smtClean="0">
              <a:solidFill>
                <a:schemeClr val="bg1"/>
              </a:solidFill>
              <a:latin typeface="Futura Std Medium" pitchFamily="34" charset="0"/>
            </a:rPr>
            <a:t>¿Se revisan los controles con una frecuencia determinada?</a:t>
          </a:r>
          <a:endParaRPr lang="es-CO" sz="1700" b="1" kern="1200" dirty="0">
            <a:solidFill>
              <a:schemeClr val="bg1"/>
            </a:solidFill>
            <a:latin typeface="Futura Std Medium" pitchFamily="34" charset="0"/>
          </a:endParaRPr>
        </a:p>
      </dsp:txBody>
      <dsp:txXfrm>
        <a:off x="424946" y="4461467"/>
        <a:ext cx="7358306" cy="557802"/>
      </dsp:txXfrm>
    </dsp:sp>
    <dsp:sp modelId="{A1CB6E52-1014-4D43-BE43-202C3D3CE338}">
      <dsp:nvSpPr>
        <dsp:cNvPr id="0" name=""/>
        <dsp:cNvSpPr/>
      </dsp:nvSpPr>
      <dsp:spPr>
        <a:xfrm>
          <a:off x="76320" y="4391742"/>
          <a:ext cx="697253" cy="697253"/>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BFE570-374B-4E1B-B77D-86859340F7E0}">
      <dsp:nvSpPr>
        <dsp:cNvPr id="0" name=""/>
        <dsp:cNvSpPr/>
      </dsp:nvSpPr>
      <dsp:spPr>
        <a:xfrm>
          <a:off x="-5913571" y="-904966"/>
          <a:ext cx="7039972" cy="7039972"/>
        </a:xfrm>
        <a:prstGeom prst="blockArc">
          <a:avLst>
            <a:gd name="adj1" fmla="val 18900000"/>
            <a:gd name="adj2" fmla="val 2700000"/>
            <a:gd name="adj3" fmla="val 307"/>
          </a:avLst>
        </a:pr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914B7F1-6B3D-4BAA-9AAF-223EE38A3A1C}">
      <dsp:nvSpPr>
        <dsp:cNvPr id="0" name=""/>
        <dsp:cNvSpPr/>
      </dsp:nvSpPr>
      <dsp:spPr>
        <a:xfrm>
          <a:off x="419589" y="275413"/>
          <a:ext cx="7254600" cy="550618"/>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7053" tIns="43180" rIns="43180" bIns="43180" numCol="1" spcCol="1270" anchor="ctr" anchorCtr="0">
          <a:noAutofit/>
        </a:bodyPr>
        <a:lstStyle/>
        <a:p>
          <a:pPr lvl="0" algn="l" defTabSz="755650">
            <a:lnSpc>
              <a:spcPct val="90000"/>
            </a:lnSpc>
            <a:spcBef>
              <a:spcPct val="0"/>
            </a:spcBef>
            <a:spcAft>
              <a:spcPct val="35000"/>
            </a:spcAft>
          </a:pPr>
          <a:r>
            <a:rPr lang="es-CO" sz="1700" b="1" kern="1200" dirty="0" smtClean="0">
              <a:solidFill>
                <a:schemeClr val="bg1"/>
              </a:solidFill>
              <a:latin typeface="Futura Std Medium" pitchFamily="34" charset="0"/>
            </a:rPr>
            <a:t>¿Se fomenta la cultura del autocontrol en la entidad?</a:t>
          </a:r>
          <a:endParaRPr lang="es-CO" sz="1700" b="1" kern="1200" dirty="0">
            <a:solidFill>
              <a:schemeClr val="bg1"/>
            </a:solidFill>
            <a:latin typeface="Futura Std Medium" pitchFamily="34" charset="0"/>
          </a:endParaRPr>
        </a:p>
      </dsp:txBody>
      <dsp:txXfrm>
        <a:off x="419589" y="275413"/>
        <a:ext cx="7254600" cy="550618"/>
      </dsp:txXfrm>
    </dsp:sp>
    <dsp:sp modelId="{F5E1A84E-BF50-42A6-B786-BE28DCA8C52A}">
      <dsp:nvSpPr>
        <dsp:cNvPr id="0" name=""/>
        <dsp:cNvSpPr/>
      </dsp:nvSpPr>
      <dsp:spPr>
        <a:xfrm>
          <a:off x="75453" y="206586"/>
          <a:ext cx="688273" cy="688273"/>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FA557A0-0AF3-43EA-B55F-7CD9C5B77D6C}">
      <dsp:nvSpPr>
        <dsp:cNvPr id="0" name=""/>
        <dsp:cNvSpPr/>
      </dsp:nvSpPr>
      <dsp:spPr>
        <a:xfrm>
          <a:off x="872511" y="1101237"/>
          <a:ext cx="6801678" cy="550618"/>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7053" tIns="43180" rIns="43180" bIns="43180" numCol="1" spcCol="1270" anchor="ctr" anchorCtr="0">
          <a:noAutofit/>
        </a:bodyPr>
        <a:lstStyle/>
        <a:p>
          <a:pPr lvl="0" algn="l" defTabSz="755650">
            <a:lnSpc>
              <a:spcPct val="90000"/>
            </a:lnSpc>
            <a:spcBef>
              <a:spcPct val="0"/>
            </a:spcBef>
            <a:spcAft>
              <a:spcPct val="35000"/>
            </a:spcAft>
          </a:pPr>
          <a:r>
            <a:rPr lang="es-CO" sz="1700" b="1" kern="1200" dirty="0" smtClean="0">
              <a:solidFill>
                <a:schemeClr val="bg1"/>
              </a:solidFill>
              <a:latin typeface="Futura Std Medium" pitchFamily="34" charset="0"/>
            </a:rPr>
            <a:t>¿Se realizan ejercicios de autoevaluación con una frecuencia definida?</a:t>
          </a:r>
          <a:endParaRPr lang="es-CO" sz="1700" b="1" kern="1200" dirty="0">
            <a:solidFill>
              <a:schemeClr val="bg1"/>
            </a:solidFill>
            <a:latin typeface="Futura Std Medium" pitchFamily="34" charset="0"/>
          </a:endParaRPr>
        </a:p>
      </dsp:txBody>
      <dsp:txXfrm>
        <a:off x="872511" y="1101237"/>
        <a:ext cx="6801678" cy="550618"/>
      </dsp:txXfrm>
    </dsp:sp>
    <dsp:sp modelId="{F85D3DEE-7D03-4123-8A66-1062877D2842}">
      <dsp:nvSpPr>
        <dsp:cNvPr id="0" name=""/>
        <dsp:cNvSpPr/>
      </dsp:nvSpPr>
      <dsp:spPr>
        <a:xfrm>
          <a:off x="528374" y="1032409"/>
          <a:ext cx="688273" cy="688273"/>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8F6A11D-221F-41A1-B0A0-81A7D0F64E76}">
      <dsp:nvSpPr>
        <dsp:cNvPr id="0" name=""/>
        <dsp:cNvSpPr/>
      </dsp:nvSpPr>
      <dsp:spPr>
        <a:xfrm>
          <a:off x="1079620" y="1927060"/>
          <a:ext cx="6594569" cy="550618"/>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7053" tIns="43180" rIns="43180" bIns="43180" numCol="1" spcCol="1270" anchor="ctr" anchorCtr="0">
          <a:noAutofit/>
        </a:bodyPr>
        <a:lstStyle/>
        <a:p>
          <a:pPr lvl="0" algn="l" defTabSz="755650">
            <a:lnSpc>
              <a:spcPct val="90000"/>
            </a:lnSpc>
            <a:spcBef>
              <a:spcPct val="0"/>
            </a:spcBef>
            <a:spcAft>
              <a:spcPct val="35000"/>
            </a:spcAft>
          </a:pPr>
          <a:r>
            <a:rPr lang="es-CO" sz="1700" b="1" kern="1200" dirty="0" smtClean="0">
              <a:solidFill>
                <a:schemeClr val="bg1"/>
              </a:solidFill>
              <a:latin typeface="Futura Std Medium" pitchFamily="34" charset="0"/>
            </a:rPr>
            <a:t>¿La Oficina de Control Interno cuenta con recursos suficientes para cumplir con su labor?</a:t>
          </a:r>
          <a:endParaRPr lang="es-CO" sz="1700" b="1" kern="1200" dirty="0">
            <a:solidFill>
              <a:schemeClr val="bg1"/>
            </a:solidFill>
            <a:latin typeface="Futura Std Medium" pitchFamily="34" charset="0"/>
          </a:endParaRPr>
        </a:p>
      </dsp:txBody>
      <dsp:txXfrm>
        <a:off x="1079620" y="1927060"/>
        <a:ext cx="6594569" cy="550618"/>
      </dsp:txXfrm>
    </dsp:sp>
    <dsp:sp modelId="{140CE7BA-5DDF-40F7-8A2C-FEBB6F799D57}">
      <dsp:nvSpPr>
        <dsp:cNvPr id="0" name=""/>
        <dsp:cNvSpPr/>
      </dsp:nvSpPr>
      <dsp:spPr>
        <a:xfrm>
          <a:off x="735484" y="1858232"/>
          <a:ext cx="688273" cy="688273"/>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7E47A46-9E14-4573-82FD-372B0632654E}">
      <dsp:nvSpPr>
        <dsp:cNvPr id="0" name=""/>
        <dsp:cNvSpPr/>
      </dsp:nvSpPr>
      <dsp:spPr>
        <a:xfrm>
          <a:off x="1079620" y="2752360"/>
          <a:ext cx="6594569" cy="550618"/>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7053" tIns="43180" rIns="43180" bIns="43180" numCol="1" spcCol="1270" anchor="ctr" anchorCtr="0">
          <a:noAutofit/>
        </a:bodyPr>
        <a:lstStyle/>
        <a:p>
          <a:pPr lvl="0" algn="l" defTabSz="755650">
            <a:lnSpc>
              <a:spcPct val="90000"/>
            </a:lnSpc>
            <a:spcBef>
              <a:spcPct val="0"/>
            </a:spcBef>
            <a:spcAft>
              <a:spcPct val="35000"/>
            </a:spcAft>
          </a:pPr>
          <a:r>
            <a:rPr lang="es-CO" sz="1700" b="1" kern="1200" dirty="0" smtClean="0">
              <a:solidFill>
                <a:schemeClr val="bg1"/>
              </a:solidFill>
              <a:latin typeface="Futura Std Medium" pitchFamily="34" charset="0"/>
            </a:rPr>
            <a:t>¿Se tienen definidas las competencias para los miembros de la Oficina de Control Interno ?</a:t>
          </a:r>
          <a:endParaRPr lang="es-CO" sz="1700" b="1" kern="1200" dirty="0">
            <a:solidFill>
              <a:schemeClr val="bg1"/>
            </a:solidFill>
            <a:latin typeface="Futura Std Medium" pitchFamily="34" charset="0"/>
          </a:endParaRPr>
        </a:p>
      </dsp:txBody>
      <dsp:txXfrm>
        <a:off x="1079620" y="2752360"/>
        <a:ext cx="6594569" cy="550618"/>
      </dsp:txXfrm>
    </dsp:sp>
    <dsp:sp modelId="{3141034E-936C-4B1E-9E0C-CC0B125F1060}">
      <dsp:nvSpPr>
        <dsp:cNvPr id="0" name=""/>
        <dsp:cNvSpPr/>
      </dsp:nvSpPr>
      <dsp:spPr>
        <a:xfrm>
          <a:off x="735484" y="2683533"/>
          <a:ext cx="688273" cy="688273"/>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DB73C2C-A62A-4828-8D70-8823DB3D5158}">
      <dsp:nvSpPr>
        <dsp:cNvPr id="0" name=""/>
        <dsp:cNvSpPr/>
      </dsp:nvSpPr>
      <dsp:spPr>
        <a:xfrm>
          <a:off x="872511" y="3578183"/>
          <a:ext cx="6801678" cy="550618"/>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7053" tIns="43180" rIns="43180" bIns="43180" numCol="1" spcCol="1270" anchor="ctr" anchorCtr="0">
          <a:noAutofit/>
        </a:bodyPr>
        <a:lstStyle/>
        <a:p>
          <a:pPr lvl="0" algn="l" defTabSz="755650">
            <a:lnSpc>
              <a:spcPct val="90000"/>
            </a:lnSpc>
            <a:spcBef>
              <a:spcPct val="0"/>
            </a:spcBef>
            <a:spcAft>
              <a:spcPct val="35000"/>
            </a:spcAft>
          </a:pPr>
          <a:r>
            <a:rPr lang="es-CO" sz="1700" b="1" kern="1200" dirty="0" smtClean="0">
              <a:solidFill>
                <a:schemeClr val="bg1"/>
              </a:solidFill>
              <a:latin typeface="Futura Std Medium" pitchFamily="34" charset="0"/>
            </a:rPr>
            <a:t>¿Se  tiene en cuenta que los planes de mejora incluyan acciones correctivas y no correcciones? </a:t>
          </a:r>
          <a:endParaRPr lang="es-CO" sz="1700" b="1" kern="1200" dirty="0">
            <a:solidFill>
              <a:schemeClr val="bg1"/>
            </a:solidFill>
            <a:latin typeface="Futura Std Medium" pitchFamily="34" charset="0"/>
          </a:endParaRPr>
        </a:p>
      </dsp:txBody>
      <dsp:txXfrm>
        <a:off x="872511" y="3578183"/>
        <a:ext cx="6801678" cy="550618"/>
      </dsp:txXfrm>
    </dsp:sp>
    <dsp:sp modelId="{86CD50E4-8E4D-46A2-A758-61B66A621ACC}">
      <dsp:nvSpPr>
        <dsp:cNvPr id="0" name=""/>
        <dsp:cNvSpPr/>
      </dsp:nvSpPr>
      <dsp:spPr>
        <a:xfrm>
          <a:off x="528374" y="3509356"/>
          <a:ext cx="688273" cy="688273"/>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4053EE4-576F-43E0-B67D-744C9B8D1CDC}">
      <dsp:nvSpPr>
        <dsp:cNvPr id="0" name=""/>
        <dsp:cNvSpPr/>
      </dsp:nvSpPr>
      <dsp:spPr>
        <a:xfrm>
          <a:off x="419589" y="4404006"/>
          <a:ext cx="7254600" cy="550618"/>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7053" tIns="43180" rIns="43180" bIns="43180" numCol="1" spcCol="1270" anchor="ctr" anchorCtr="0">
          <a:noAutofit/>
        </a:bodyPr>
        <a:lstStyle/>
        <a:p>
          <a:pPr lvl="0" algn="l" defTabSz="755650">
            <a:lnSpc>
              <a:spcPct val="90000"/>
            </a:lnSpc>
            <a:spcBef>
              <a:spcPct val="0"/>
            </a:spcBef>
            <a:spcAft>
              <a:spcPct val="35000"/>
            </a:spcAft>
          </a:pPr>
          <a:r>
            <a:rPr lang="es-CO" sz="1700" b="1" kern="1200" dirty="0" smtClean="0">
              <a:solidFill>
                <a:schemeClr val="bg1"/>
              </a:solidFill>
              <a:latin typeface="Futura Std Medium" pitchFamily="34" charset="0"/>
            </a:rPr>
            <a:t>¿Se hace seguimiento a la efectividad de las acciones del plan de mejoramiento?</a:t>
          </a:r>
          <a:endParaRPr lang="es-CO" sz="1700" b="1" kern="1200" dirty="0">
            <a:solidFill>
              <a:schemeClr val="bg1"/>
            </a:solidFill>
            <a:latin typeface="Futura Std Medium" pitchFamily="34" charset="0"/>
          </a:endParaRPr>
        </a:p>
      </dsp:txBody>
      <dsp:txXfrm>
        <a:off x="419589" y="4404006"/>
        <a:ext cx="7254600" cy="550618"/>
      </dsp:txXfrm>
    </dsp:sp>
    <dsp:sp modelId="{A1CB6E52-1014-4D43-BE43-202C3D3CE338}">
      <dsp:nvSpPr>
        <dsp:cNvPr id="0" name=""/>
        <dsp:cNvSpPr/>
      </dsp:nvSpPr>
      <dsp:spPr>
        <a:xfrm>
          <a:off x="75453" y="4335179"/>
          <a:ext cx="688273" cy="688273"/>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BFE570-374B-4E1B-B77D-86859340F7E0}">
      <dsp:nvSpPr>
        <dsp:cNvPr id="0" name=""/>
        <dsp:cNvSpPr/>
      </dsp:nvSpPr>
      <dsp:spPr>
        <a:xfrm>
          <a:off x="-5743722" y="-879145"/>
          <a:ext cx="6838204" cy="6838204"/>
        </a:xfrm>
        <a:prstGeom prst="blockArc">
          <a:avLst>
            <a:gd name="adj1" fmla="val 18900000"/>
            <a:gd name="adj2" fmla="val 2700000"/>
            <a:gd name="adj3" fmla="val 316"/>
          </a:avLst>
        </a:pr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914B7F1-6B3D-4BAA-9AAF-223EE38A3A1C}">
      <dsp:nvSpPr>
        <dsp:cNvPr id="0" name=""/>
        <dsp:cNvSpPr/>
      </dsp:nvSpPr>
      <dsp:spPr>
        <a:xfrm>
          <a:off x="478414" y="317393"/>
          <a:ext cx="7308287" cy="635192"/>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4184" tIns="50800" rIns="50800" bIns="50800" numCol="1" spcCol="1270" anchor="ctr" anchorCtr="0">
          <a:noAutofit/>
        </a:bodyPr>
        <a:lstStyle/>
        <a:p>
          <a:pPr lvl="0" algn="l" defTabSz="889000">
            <a:lnSpc>
              <a:spcPct val="90000"/>
            </a:lnSpc>
            <a:spcBef>
              <a:spcPct val="0"/>
            </a:spcBef>
            <a:spcAft>
              <a:spcPct val="35000"/>
            </a:spcAft>
          </a:pPr>
          <a:r>
            <a:rPr lang="es-CO" sz="2000" b="1" kern="1200" dirty="0" smtClean="0">
              <a:solidFill>
                <a:schemeClr val="bg1"/>
              </a:solidFill>
              <a:latin typeface="Futura Std Medium" pitchFamily="34" charset="0"/>
            </a:rPr>
            <a:t>¿La información y comunicación son el soporte de la toma de decisiones de la entidad?</a:t>
          </a:r>
          <a:endParaRPr lang="es-CO" sz="2000" b="1" kern="1200" dirty="0">
            <a:solidFill>
              <a:schemeClr val="bg1"/>
            </a:solidFill>
            <a:latin typeface="Futura Std Medium" pitchFamily="34" charset="0"/>
          </a:endParaRPr>
        </a:p>
      </dsp:txBody>
      <dsp:txXfrm>
        <a:off x="478414" y="317393"/>
        <a:ext cx="7308287" cy="635192"/>
      </dsp:txXfrm>
    </dsp:sp>
    <dsp:sp modelId="{F5E1A84E-BF50-42A6-B786-BE28DCA8C52A}">
      <dsp:nvSpPr>
        <dsp:cNvPr id="0" name=""/>
        <dsp:cNvSpPr/>
      </dsp:nvSpPr>
      <dsp:spPr>
        <a:xfrm>
          <a:off x="81419" y="237993"/>
          <a:ext cx="793990" cy="793990"/>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FA557A0-0AF3-43EA-B55F-7CD9C5B77D6C}">
      <dsp:nvSpPr>
        <dsp:cNvPr id="0" name=""/>
        <dsp:cNvSpPr/>
      </dsp:nvSpPr>
      <dsp:spPr>
        <a:xfrm>
          <a:off x="933575" y="1269876"/>
          <a:ext cx="6853127" cy="635192"/>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4184" tIns="50800" rIns="50800" bIns="50800" numCol="1" spcCol="1270" anchor="ctr" anchorCtr="0">
          <a:noAutofit/>
        </a:bodyPr>
        <a:lstStyle/>
        <a:p>
          <a:pPr lvl="0" algn="l" defTabSz="889000">
            <a:lnSpc>
              <a:spcPct val="90000"/>
            </a:lnSpc>
            <a:spcBef>
              <a:spcPct val="0"/>
            </a:spcBef>
            <a:spcAft>
              <a:spcPct val="35000"/>
            </a:spcAft>
          </a:pPr>
          <a:r>
            <a:rPr lang="es-CO" sz="2000" b="1" kern="1200" dirty="0" smtClean="0">
              <a:solidFill>
                <a:schemeClr val="bg1"/>
              </a:solidFill>
              <a:latin typeface="Futura Std Medium" pitchFamily="34" charset="0"/>
            </a:rPr>
            <a:t>¿Se cuenta con mecanismos de captura y procesamiento de la información?</a:t>
          </a:r>
          <a:endParaRPr lang="es-CO" sz="2000" b="1" kern="1200" dirty="0">
            <a:solidFill>
              <a:schemeClr val="bg1"/>
            </a:solidFill>
            <a:latin typeface="Futura Std Medium" pitchFamily="34" charset="0"/>
          </a:endParaRPr>
        </a:p>
      </dsp:txBody>
      <dsp:txXfrm>
        <a:off x="933575" y="1269876"/>
        <a:ext cx="6853127" cy="635192"/>
      </dsp:txXfrm>
    </dsp:sp>
    <dsp:sp modelId="{F85D3DEE-7D03-4123-8A66-1062877D2842}">
      <dsp:nvSpPr>
        <dsp:cNvPr id="0" name=""/>
        <dsp:cNvSpPr/>
      </dsp:nvSpPr>
      <dsp:spPr>
        <a:xfrm>
          <a:off x="536579" y="1190477"/>
          <a:ext cx="793990" cy="793990"/>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8F6A11D-221F-41A1-B0A0-81A7D0F64E76}">
      <dsp:nvSpPr>
        <dsp:cNvPr id="0" name=""/>
        <dsp:cNvSpPr/>
      </dsp:nvSpPr>
      <dsp:spPr>
        <a:xfrm>
          <a:off x="1073272" y="2222360"/>
          <a:ext cx="6713429" cy="635192"/>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4184" tIns="50800" rIns="50800" bIns="50800" numCol="1" spcCol="1270" anchor="ctr" anchorCtr="0">
          <a:noAutofit/>
        </a:bodyPr>
        <a:lstStyle/>
        <a:p>
          <a:pPr lvl="0" algn="l" defTabSz="889000">
            <a:lnSpc>
              <a:spcPct val="90000"/>
            </a:lnSpc>
            <a:spcBef>
              <a:spcPct val="0"/>
            </a:spcBef>
            <a:spcAft>
              <a:spcPct val="35000"/>
            </a:spcAft>
          </a:pPr>
          <a:r>
            <a:rPr lang="es-CO" sz="2000" b="1" kern="1200" dirty="0" smtClean="0">
              <a:solidFill>
                <a:schemeClr val="bg1"/>
              </a:solidFill>
              <a:latin typeface="Futura Std Medium" pitchFamily="34" charset="0"/>
            </a:rPr>
            <a:t>¿Se actualizan las tablas de retención documental?</a:t>
          </a:r>
          <a:endParaRPr lang="es-CO" sz="2000" b="1" kern="1200" dirty="0">
            <a:solidFill>
              <a:schemeClr val="bg1"/>
            </a:solidFill>
            <a:latin typeface="Futura Std Medium" pitchFamily="34" charset="0"/>
          </a:endParaRPr>
        </a:p>
      </dsp:txBody>
      <dsp:txXfrm>
        <a:off x="1073272" y="2222360"/>
        <a:ext cx="6713429" cy="635192"/>
      </dsp:txXfrm>
    </dsp:sp>
    <dsp:sp modelId="{140CE7BA-5DDF-40F7-8A2C-FEBB6F799D57}">
      <dsp:nvSpPr>
        <dsp:cNvPr id="0" name=""/>
        <dsp:cNvSpPr/>
      </dsp:nvSpPr>
      <dsp:spPr>
        <a:xfrm>
          <a:off x="676277" y="2142961"/>
          <a:ext cx="793990" cy="793990"/>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7E47A46-9E14-4573-82FD-372B0632654E}">
      <dsp:nvSpPr>
        <dsp:cNvPr id="0" name=""/>
        <dsp:cNvSpPr/>
      </dsp:nvSpPr>
      <dsp:spPr>
        <a:xfrm>
          <a:off x="933575" y="3174844"/>
          <a:ext cx="6853127" cy="635192"/>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4184" tIns="50800" rIns="50800" bIns="50800" numCol="1" spcCol="1270" anchor="ctr" anchorCtr="0">
          <a:noAutofit/>
        </a:bodyPr>
        <a:lstStyle/>
        <a:p>
          <a:pPr lvl="0" algn="l" defTabSz="889000">
            <a:lnSpc>
              <a:spcPct val="90000"/>
            </a:lnSpc>
            <a:spcBef>
              <a:spcPct val="0"/>
            </a:spcBef>
            <a:spcAft>
              <a:spcPct val="35000"/>
            </a:spcAft>
          </a:pPr>
          <a:r>
            <a:rPr lang="es-CO" sz="2000" b="1" kern="1200" dirty="0" smtClean="0">
              <a:solidFill>
                <a:schemeClr val="bg1"/>
              </a:solidFill>
              <a:latin typeface="Futura Std Medium" pitchFamily="34" charset="0"/>
            </a:rPr>
            <a:t>¿Se han realizado acciones que permitan conocer la efectividad de los canales de comunicación?</a:t>
          </a:r>
          <a:endParaRPr lang="es-CO" sz="2000" b="1" kern="1200" dirty="0">
            <a:solidFill>
              <a:schemeClr val="bg1"/>
            </a:solidFill>
            <a:latin typeface="Futura Std Medium" pitchFamily="34" charset="0"/>
          </a:endParaRPr>
        </a:p>
      </dsp:txBody>
      <dsp:txXfrm>
        <a:off x="933575" y="3174844"/>
        <a:ext cx="6853127" cy="635192"/>
      </dsp:txXfrm>
    </dsp:sp>
    <dsp:sp modelId="{3141034E-936C-4B1E-9E0C-CC0B125F1060}">
      <dsp:nvSpPr>
        <dsp:cNvPr id="0" name=""/>
        <dsp:cNvSpPr/>
      </dsp:nvSpPr>
      <dsp:spPr>
        <a:xfrm>
          <a:off x="536579" y="3095445"/>
          <a:ext cx="793990" cy="793990"/>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DB73C2C-A62A-4828-8D70-8823DB3D5158}">
      <dsp:nvSpPr>
        <dsp:cNvPr id="0" name=""/>
        <dsp:cNvSpPr/>
      </dsp:nvSpPr>
      <dsp:spPr>
        <a:xfrm>
          <a:off x="478414" y="4127328"/>
          <a:ext cx="7308287" cy="635192"/>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4184" tIns="50800" rIns="50800" bIns="50800" numCol="1" spcCol="1270" anchor="ctr" anchorCtr="0">
          <a:noAutofit/>
        </a:bodyPr>
        <a:lstStyle/>
        <a:p>
          <a:pPr lvl="0" algn="l" defTabSz="889000">
            <a:lnSpc>
              <a:spcPct val="90000"/>
            </a:lnSpc>
            <a:spcBef>
              <a:spcPct val="0"/>
            </a:spcBef>
            <a:spcAft>
              <a:spcPct val="35000"/>
            </a:spcAft>
          </a:pPr>
          <a:r>
            <a:rPr lang="es-CO" sz="2000" b="1" kern="1200" dirty="0" smtClean="0">
              <a:solidFill>
                <a:schemeClr val="bg1"/>
              </a:solidFill>
              <a:latin typeface="Futura Std Medium" pitchFamily="34" charset="0"/>
            </a:rPr>
            <a:t>¿Cómo se garantiza que se conoce y aplica la política de información y comunicación? </a:t>
          </a:r>
          <a:endParaRPr lang="es-CO" sz="2000" b="1" kern="1200" dirty="0">
            <a:solidFill>
              <a:schemeClr val="bg1"/>
            </a:solidFill>
            <a:latin typeface="Futura Std Medium" pitchFamily="34" charset="0"/>
          </a:endParaRPr>
        </a:p>
      </dsp:txBody>
      <dsp:txXfrm>
        <a:off x="478414" y="4127328"/>
        <a:ext cx="7308287" cy="635192"/>
      </dsp:txXfrm>
    </dsp:sp>
    <dsp:sp modelId="{86CD50E4-8E4D-46A2-A758-61B66A621ACC}">
      <dsp:nvSpPr>
        <dsp:cNvPr id="0" name=""/>
        <dsp:cNvSpPr/>
      </dsp:nvSpPr>
      <dsp:spPr>
        <a:xfrm>
          <a:off x="81419" y="4047929"/>
          <a:ext cx="793990" cy="793990"/>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89748CE-74F9-4B59-BFB3-0B9EC99C673A}">
      <dsp:nvSpPr>
        <dsp:cNvPr id="0" name=""/>
        <dsp:cNvSpPr/>
      </dsp:nvSpPr>
      <dsp:spPr>
        <a:xfrm>
          <a:off x="0" y="34117"/>
          <a:ext cx="5595587" cy="5595587"/>
        </a:xfrm>
        <a:prstGeom prst="ellipse">
          <a:avLst/>
        </a:prstGeom>
        <a:solidFill>
          <a:schemeClr val="accent6">
            <a:lumMod val="75000"/>
          </a:schemeClr>
        </a:solidFill>
        <a:ln w="2540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lvl="0" algn="ctr" defTabSz="889000">
            <a:lnSpc>
              <a:spcPct val="90000"/>
            </a:lnSpc>
            <a:spcBef>
              <a:spcPct val="0"/>
            </a:spcBef>
            <a:spcAft>
              <a:spcPct val="35000"/>
            </a:spcAft>
          </a:pPr>
          <a:r>
            <a:rPr lang="es-CO" sz="2000" b="1" kern="1200" dirty="0" smtClean="0">
              <a:latin typeface="Futura Std Medium" pitchFamily="34" charset="0"/>
            </a:rPr>
            <a:t>Fase de Cierre</a:t>
          </a:r>
          <a:endParaRPr lang="es-CO" sz="2000" b="1" kern="1200" dirty="0">
            <a:latin typeface="Futura Std Medium" pitchFamily="34" charset="0"/>
          </a:endParaRPr>
        </a:p>
      </dsp:txBody>
      <dsp:txXfrm>
        <a:off x="1748620" y="313896"/>
        <a:ext cx="2098345" cy="559558"/>
      </dsp:txXfrm>
    </dsp:sp>
    <dsp:sp modelId="{1E6DF5A6-81C5-4854-9532-D0C789224D2A}">
      <dsp:nvSpPr>
        <dsp:cNvPr id="0" name=""/>
        <dsp:cNvSpPr/>
      </dsp:nvSpPr>
      <dsp:spPr>
        <a:xfrm>
          <a:off x="419669" y="873455"/>
          <a:ext cx="4756248" cy="4756248"/>
        </a:xfrm>
        <a:prstGeom prst="ellipse">
          <a:avLst/>
        </a:prstGeom>
        <a:solidFill>
          <a:schemeClr val="accent6">
            <a:lumMod val="75000"/>
          </a:schemeClr>
        </a:solidFill>
        <a:ln w="2540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113792" numCol="1" spcCol="1270" anchor="ctr" anchorCtr="0">
          <a:noAutofit/>
        </a:bodyPr>
        <a:lstStyle/>
        <a:p>
          <a:pPr lvl="0" algn="ctr" defTabSz="711200">
            <a:lnSpc>
              <a:spcPct val="90000"/>
            </a:lnSpc>
            <a:spcBef>
              <a:spcPct val="0"/>
            </a:spcBef>
            <a:spcAft>
              <a:spcPct val="35000"/>
            </a:spcAft>
          </a:pPr>
          <a:endParaRPr lang="es-CO" sz="1600" b="1" kern="1200" dirty="0" smtClean="0">
            <a:latin typeface="Futura Std Medium" pitchFamily="34" charset="0"/>
          </a:endParaRPr>
        </a:p>
        <a:p>
          <a:pPr lvl="0" algn="ctr" defTabSz="711200">
            <a:lnSpc>
              <a:spcPct val="90000"/>
            </a:lnSpc>
            <a:spcBef>
              <a:spcPct val="0"/>
            </a:spcBef>
            <a:spcAft>
              <a:spcPct val="35000"/>
            </a:spcAft>
          </a:pPr>
          <a:r>
            <a:rPr lang="es-CO" sz="1600" b="1" kern="1200" dirty="0" smtClean="0">
              <a:latin typeface="Futura Std Medium" pitchFamily="34" charset="0"/>
            </a:rPr>
            <a:t>Fase de Ejecución y Seguimiento</a:t>
          </a:r>
          <a:endParaRPr lang="es-CO" sz="1600" b="1" kern="1200" dirty="0">
            <a:latin typeface="Futura Std Medium" pitchFamily="34" charset="0"/>
          </a:endParaRPr>
        </a:p>
      </dsp:txBody>
      <dsp:txXfrm>
        <a:off x="1772227" y="1146939"/>
        <a:ext cx="2051132" cy="546968"/>
      </dsp:txXfrm>
    </dsp:sp>
    <dsp:sp modelId="{2AAC21A7-CFDA-4FF1-86C4-DD56D31FD94F}">
      <dsp:nvSpPr>
        <dsp:cNvPr id="0" name=""/>
        <dsp:cNvSpPr/>
      </dsp:nvSpPr>
      <dsp:spPr>
        <a:xfrm>
          <a:off x="974980" y="2040716"/>
          <a:ext cx="3645625" cy="3543864"/>
        </a:xfrm>
        <a:prstGeom prst="ellipse">
          <a:avLst/>
        </a:prstGeom>
        <a:solidFill>
          <a:schemeClr val="accent6">
            <a:lumMod val="75000"/>
          </a:schemeClr>
        </a:solidFill>
        <a:ln w="2540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113792" numCol="1" spcCol="1270" anchor="ctr" anchorCtr="0">
          <a:noAutofit/>
        </a:bodyPr>
        <a:lstStyle/>
        <a:p>
          <a:pPr lvl="0" algn="ctr" defTabSz="711200">
            <a:lnSpc>
              <a:spcPct val="90000"/>
            </a:lnSpc>
            <a:spcBef>
              <a:spcPct val="0"/>
            </a:spcBef>
            <a:spcAft>
              <a:spcPct val="35000"/>
            </a:spcAft>
          </a:pPr>
          <a:r>
            <a:rPr lang="es-CO" sz="1600" b="1" kern="1200" dirty="0" smtClean="0">
              <a:latin typeface="Futura Std Medium" pitchFamily="34" charset="0"/>
              <a:hlinkClick xmlns:r="http://schemas.openxmlformats.org/officeDocument/2006/relationships" r:id="" action="ppaction://noaction"/>
            </a:rPr>
            <a:t>Fase de Planeación de la Actualización</a:t>
          </a:r>
          <a:endParaRPr lang="es-CO" sz="1600" b="1" kern="1200" dirty="0">
            <a:latin typeface="Futura Std Medium" pitchFamily="34" charset="0"/>
          </a:endParaRPr>
        </a:p>
      </dsp:txBody>
      <dsp:txXfrm>
        <a:off x="1854487" y="2285243"/>
        <a:ext cx="1886611" cy="489053"/>
      </dsp:txXfrm>
    </dsp:sp>
    <dsp:sp modelId="{760AFC96-0F4C-4372-BB34-6ABF46F81FFD}">
      <dsp:nvSpPr>
        <dsp:cNvPr id="0" name=""/>
        <dsp:cNvSpPr/>
      </dsp:nvSpPr>
      <dsp:spPr>
        <a:xfrm>
          <a:off x="1469543" y="3012797"/>
          <a:ext cx="2656499" cy="2631047"/>
        </a:xfrm>
        <a:prstGeom prst="ellipse">
          <a:avLst/>
        </a:prstGeom>
        <a:solidFill>
          <a:schemeClr val="accent6">
            <a:lumMod val="75000"/>
          </a:schemeClr>
        </a:solidFill>
        <a:ln w="2540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113792" numCol="1" spcCol="1270" anchor="ctr" anchorCtr="0">
          <a:noAutofit/>
        </a:bodyPr>
        <a:lstStyle/>
        <a:p>
          <a:pPr lvl="0" algn="ctr" defTabSz="711200">
            <a:lnSpc>
              <a:spcPct val="90000"/>
            </a:lnSpc>
            <a:spcBef>
              <a:spcPct val="0"/>
            </a:spcBef>
            <a:spcAft>
              <a:spcPct val="35000"/>
            </a:spcAft>
          </a:pPr>
          <a:r>
            <a:rPr lang="es-CO" sz="1600" b="1" kern="1200" dirty="0" smtClean="0">
              <a:latin typeface="Futura Std Medium" pitchFamily="34" charset="0"/>
              <a:hlinkClick xmlns:r="http://schemas.openxmlformats.org/officeDocument/2006/relationships" r:id="" action="ppaction://noaction"/>
            </a:rPr>
            <a:t>Fase de Diagnóstico</a:t>
          </a:r>
          <a:endParaRPr lang="es-CO" sz="1600" b="1" kern="1200" dirty="0">
            <a:latin typeface="Futura Std Medium" pitchFamily="34" charset="0"/>
          </a:endParaRPr>
        </a:p>
      </dsp:txBody>
      <dsp:txXfrm>
        <a:off x="2080538" y="3249591"/>
        <a:ext cx="1434509" cy="473588"/>
      </dsp:txXfrm>
    </dsp:sp>
    <dsp:sp modelId="{76FDE42B-F410-4064-A314-340BC70AA76B}">
      <dsp:nvSpPr>
        <dsp:cNvPr id="0" name=""/>
        <dsp:cNvSpPr/>
      </dsp:nvSpPr>
      <dsp:spPr>
        <a:xfrm>
          <a:off x="1879322" y="4058626"/>
          <a:ext cx="1836941" cy="1605194"/>
        </a:xfrm>
        <a:prstGeom prst="ellipse">
          <a:avLst/>
        </a:prstGeom>
        <a:solidFill>
          <a:schemeClr val="accent6">
            <a:lumMod val="75000"/>
          </a:schemeClr>
        </a:solidFill>
        <a:ln w="2540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99568" rIns="99568" bIns="99568" numCol="1" spcCol="1270" anchor="ctr" anchorCtr="0">
          <a:noAutofit/>
        </a:bodyPr>
        <a:lstStyle/>
        <a:p>
          <a:pPr lvl="0" algn="ctr" defTabSz="622300">
            <a:lnSpc>
              <a:spcPct val="90000"/>
            </a:lnSpc>
            <a:spcBef>
              <a:spcPct val="0"/>
            </a:spcBef>
            <a:spcAft>
              <a:spcPct val="35000"/>
            </a:spcAft>
          </a:pPr>
          <a:r>
            <a:rPr lang="es-CO" sz="1400" b="1" kern="1200" dirty="0" smtClean="0">
              <a:latin typeface="Futura Std Medium" pitchFamily="34" charset="0"/>
            </a:rPr>
            <a:t>Fase Conocimiento</a:t>
          </a:r>
          <a:endParaRPr lang="es-CO" sz="1400" b="1" kern="1200" dirty="0">
            <a:latin typeface="Futura Std Medium" pitchFamily="34" charset="0"/>
          </a:endParaRPr>
        </a:p>
      </dsp:txBody>
      <dsp:txXfrm>
        <a:off x="2148336" y="4459924"/>
        <a:ext cx="1298913" cy="802597"/>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9469F9-882B-48FB-B366-232B3FFEF88A}">
      <dsp:nvSpPr>
        <dsp:cNvPr id="0" name=""/>
        <dsp:cNvSpPr/>
      </dsp:nvSpPr>
      <dsp:spPr>
        <a:xfrm>
          <a:off x="2329392" y="1380"/>
          <a:ext cx="3494088" cy="747420"/>
        </a:xfrm>
        <a:prstGeom prst="rightArrow">
          <a:avLst>
            <a:gd name="adj1" fmla="val 75000"/>
            <a:gd name="adj2" fmla="val 50000"/>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160" tIns="10160" rIns="10160" bIns="10160" numCol="1" spcCol="1270" anchor="t" anchorCtr="0">
          <a:noAutofit/>
        </a:bodyPr>
        <a:lstStyle/>
        <a:p>
          <a:pPr marL="171450" lvl="1" indent="-171450" algn="l" defTabSz="711200">
            <a:lnSpc>
              <a:spcPct val="90000"/>
            </a:lnSpc>
            <a:spcBef>
              <a:spcPct val="0"/>
            </a:spcBef>
            <a:spcAft>
              <a:spcPct val="15000"/>
            </a:spcAft>
            <a:buChar char="••"/>
          </a:pPr>
          <a:r>
            <a:rPr lang="es-CO" sz="1600" kern="1200" dirty="0" smtClean="0">
              <a:latin typeface="Futura Std Medium" pitchFamily="34" charset="0"/>
            </a:rPr>
            <a:t>Conocimiento</a:t>
          </a:r>
          <a:endParaRPr lang="es-CO" sz="1600" kern="1200" dirty="0">
            <a:latin typeface="Futura Std Medium" pitchFamily="34" charset="0"/>
          </a:endParaRPr>
        </a:p>
        <a:p>
          <a:pPr marL="171450" lvl="1" indent="-171450" algn="l" defTabSz="711200">
            <a:lnSpc>
              <a:spcPct val="90000"/>
            </a:lnSpc>
            <a:spcBef>
              <a:spcPct val="0"/>
            </a:spcBef>
            <a:spcAft>
              <a:spcPct val="15000"/>
            </a:spcAft>
            <a:buChar char="••"/>
          </a:pPr>
          <a:r>
            <a:rPr lang="es-CO" sz="1600" kern="1200" dirty="0" smtClean="0">
              <a:latin typeface="Futura Std Medium" pitchFamily="34" charset="0"/>
            </a:rPr>
            <a:t>Tiempo: 1 mes</a:t>
          </a:r>
          <a:endParaRPr lang="es-CO" sz="1600" kern="1200" dirty="0">
            <a:latin typeface="Futura Std Medium" pitchFamily="34" charset="0"/>
          </a:endParaRPr>
        </a:p>
      </dsp:txBody>
      <dsp:txXfrm>
        <a:off x="2329392" y="94808"/>
        <a:ext cx="3213806" cy="560565"/>
      </dsp:txXfrm>
    </dsp:sp>
    <dsp:sp modelId="{FB9947AE-3F5A-4438-A1BD-9341BC6B5DE2}">
      <dsp:nvSpPr>
        <dsp:cNvPr id="0" name=""/>
        <dsp:cNvSpPr/>
      </dsp:nvSpPr>
      <dsp:spPr>
        <a:xfrm>
          <a:off x="0" y="1380"/>
          <a:ext cx="2329392" cy="74742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74295" rIns="148590" bIns="74295" numCol="1" spcCol="1270" anchor="ctr" anchorCtr="0">
          <a:noAutofit/>
        </a:bodyPr>
        <a:lstStyle/>
        <a:p>
          <a:pPr lvl="0" algn="ctr" defTabSz="1733550">
            <a:lnSpc>
              <a:spcPct val="90000"/>
            </a:lnSpc>
            <a:spcBef>
              <a:spcPct val="0"/>
            </a:spcBef>
            <a:spcAft>
              <a:spcPct val="35000"/>
            </a:spcAft>
          </a:pPr>
          <a:r>
            <a:rPr lang="es-CO" sz="3900" kern="1200" dirty="0" smtClean="0">
              <a:latin typeface="Futura Std Medium" pitchFamily="34" charset="0"/>
            </a:rPr>
            <a:t>Fase I</a:t>
          </a:r>
          <a:endParaRPr lang="es-CO" sz="3900" kern="1200" dirty="0">
            <a:latin typeface="Futura Std Medium" pitchFamily="34" charset="0"/>
          </a:endParaRPr>
        </a:p>
      </dsp:txBody>
      <dsp:txXfrm>
        <a:off x="36486" y="37866"/>
        <a:ext cx="2256420" cy="674448"/>
      </dsp:txXfrm>
    </dsp:sp>
    <dsp:sp modelId="{D49FB196-B8FE-4D74-BB4D-029CD4003B58}">
      <dsp:nvSpPr>
        <dsp:cNvPr id="0" name=""/>
        <dsp:cNvSpPr/>
      </dsp:nvSpPr>
      <dsp:spPr>
        <a:xfrm>
          <a:off x="2329392" y="823542"/>
          <a:ext cx="3494088" cy="747420"/>
        </a:xfrm>
        <a:prstGeom prst="rightArrow">
          <a:avLst>
            <a:gd name="adj1" fmla="val 75000"/>
            <a:gd name="adj2" fmla="val 50000"/>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160" tIns="10160" rIns="10160" bIns="10160" numCol="1" spcCol="1270" anchor="t" anchorCtr="0">
          <a:noAutofit/>
        </a:bodyPr>
        <a:lstStyle/>
        <a:p>
          <a:pPr marL="171450" lvl="1" indent="-171450" algn="l" defTabSz="711200">
            <a:lnSpc>
              <a:spcPct val="90000"/>
            </a:lnSpc>
            <a:spcBef>
              <a:spcPct val="0"/>
            </a:spcBef>
            <a:spcAft>
              <a:spcPct val="15000"/>
            </a:spcAft>
            <a:buChar char="••"/>
          </a:pPr>
          <a:r>
            <a:rPr lang="es-CO" sz="1600" kern="1200" dirty="0" smtClean="0">
              <a:latin typeface="Futura Std Medium" pitchFamily="34" charset="0"/>
            </a:rPr>
            <a:t>Diagnóstico</a:t>
          </a:r>
          <a:endParaRPr lang="es-CO" sz="1600" kern="1200" dirty="0">
            <a:latin typeface="Futura Std Medium" pitchFamily="34" charset="0"/>
          </a:endParaRPr>
        </a:p>
        <a:p>
          <a:pPr marL="171450" lvl="1" indent="-171450" algn="l" defTabSz="711200">
            <a:lnSpc>
              <a:spcPct val="90000"/>
            </a:lnSpc>
            <a:spcBef>
              <a:spcPct val="0"/>
            </a:spcBef>
            <a:spcAft>
              <a:spcPct val="15000"/>
            </a:spcAft>
            <a:buChar char="••"/>
          </a:pPr>
          <a:r>
            <a:rPr lang="es-CO" sz="1600" kern="1200" dirty="0" smtClean="0">
              <a:latin typeface="Futura Std Medium" pitchFamily="34" charset="0"/>
            </a:rPr>
            <a:t>Tiempo: 1 mes</a:t>
          </a:r>
          <a:endParaRPr lang="es-CO" sz="1600" kern="1200" dirty="0">
            <a:latin typeface="Futura Std Medium" pitchFamily="34" charset="0"/>
          </a:endParaRPr>
        </a:p>
      </dsp:txBody>
      <dsp:txXfrm>
        <a:off x="2329392" y="916970"/>
        <a:ext cx="3213806" cy="560565"/>
      </dsp:txXfrm>
    </dsp:sp>
    <dsp:sp modelId="{711B98A7-4ACD-45BC-A190-23BF9CC37400}">
      <dsp:nvSpPr>
        <dsp:cNvPr id="0" name=""/>
        <dsp:cNvSpPr/>
      </dsp:nvSpPr>
      <dsp:spPr>
        <a:xfrm>
          <a:off x="0" y="823542"/>
          <a:ext cx="2329392" cy="74742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74295" rIns="148590" bIns="74295" numCol="1" spcCol="1270" anchor="ctr" anchorCtr="0">
          <a:noAutofit/>
        </a:bodyPr>
        <a:lstStyle/>
        <a:p>
          <a:pPr lvl="0" algn="ctr" defTabSz="1733550">
            <a:lnSpc>
              <a:spcPct val="90000"/>
            </a:lnSpc>
            <a:spcBef>
              <a:spcPct val="0"/>
            </a:spcBef>
            <a:spcAft>
              <a:spcPct val="35000"/>
            </a:spcAft>
          </a:pPr>
          <a:r>
            <a:rPr lang="es-CO" sz="3900" kern="1200" dirty="0" smtClean="0">
              <a:solidFill>
                <a:schemeClr val="tx1"/>
              </a:solidFill>
              <a:latin typeface="Futura Std Medium" pitchFamily="34" charset="0"/>
            </a:rPr>
            <a:t>Fase II</a:t>
          </a:r>
          <a:endParaRPr lang="es-CO" sz="3900" kern="1200" dirty="0">
            <a:solidFill>
              <a:schemeClr val="tx1"/>
            </a:solidFill>
            <a:latin typeface="Futura Std Medium" pitchFamily="34" charset="0"/>
          </a:endParaRPr>
        </a:p>
      </dsp:txBody>
      <dsp:txXfrm>
        <a:off x="36486" y="860028"/>
        <a:ext cx="2256420" cy="674448"/>
      </dsp:txXfrm>
    </dsp:sp>
    <dsp:sp modelId="{47E150EB-C693-45E7-8969-ED801F5A4AAC}">
      <dsp:nvSpPr>
        <dsp:cNvPr id="0" name=""/>
        <dsp:cNvSpPr/>
      </dsp:nvSpPr>
      <dsp:spPr>
        <a:xfrm>
          <a:off x="2329392" y="1645705"/>
          <a:ext cx="3494088" cy="747420"/>
        </a:xfrm>
        <a:prstGeom prst="rightArrow">
          <a:avLst>
            <a:gd name="adj1" fmla="val 75000"/>
            <a:gd name="adj2" fmla="val 50000"/>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160" tIns="10160" rIns="10160" bIns="10160" numCol="1" spcCol="1270" anchor="t" anchorCtr="0">
          <a:noAutofit/>
        </a:bodyPr>
        <a:lstStyle/>
        <a:p>
          <a:pPr marL="171450" lvl="1" indent="-171450" algn="l" defTabSz="711200">
            <a:lnSpc>
              <a:spcPct val="90000"/>
            </a:lnSpc>
            <a:spcBef>
              <a:spcPct val="0"/>
            </a:spcBef>
            <a:spcAft>
              <a:spcPct val="15000"/>
            </a:spcAft>
            <a:buChar char="••"/>
          </a:pPr>
          <a:r>
            <a:rPr lang="es-CO" sz="1600" kern="1200" dirty="0" smtClean="0">
              <a:latin typeface="Futura Std Medium" pitchFamily="34" charset="0"/>
            </a:rPr>
            <a:t>Planeación  de la Actualización.</a:t>
          </a:r>
          <a:endParaRPr lang="es-CO" sz="1600" kern="1200" dirty="0">
            <a:latin typeface="Futura Std Medium" pitchFamily="34" charset="0"/>
          </a:endParaRPr>
        </a:p>
        <a:p>
          <a:pPr marL="171450" lvl="1" indent="-171450" algn="l" defTabSz="711200">
            <a:lnSpc>
              <a:spcPct val="90000"/>
            </a:lnSpc>
            <a:spcBef>
              <a:spcPct val="0"/>
            </a:spcBef>
            <a:spcAft>
              <a:spcPct val="15000"/>
            </a:spcAft>
            <a:buChar char="••"/>
          </a:pPr>
          <a:r>
            <a:rPr lang="es-CO" sz="1600" kern="1200" dirty="0" smtClean="0">
              <a:latin typeface="Futura Std Medium" pitchFamily="34" charset="0"/>
            </a:rPr>
            <a:t>Tiempo: 1 mes</a:t>
          </a:r>
          <a:endParaRPr lang="es-CO" sz="1600" kern="1200" dirty="0">
            <a:latin typeface="Futura Std Medium" pitchFamily="34" charset="0"/>
          </a:endParaRPr>
        </a:p>
      </dsp:txBody>
      <dsp:txXfrm>
        <a:off x="2329392" y="1739133"/>
        <a:ext cx="3213806" cy="560565"/>
      </dsp:txXfrm>
    </dsp:sp>
    <dsp:sp modelId="{3EB70195-81F0-4279-9BE7-BF0542D1B956}">
      <dsp:nvSpPr>
        <dsp:cNvPr id="0" name=""/>
        <dsp:cNvSpPr/>
      </dsp:nvSpPr>
      <dsp:spPr>
        <a:xfrm>
          <a:off x="0" y="1645705"/>
          <a:ext cx="2329392" cy="747420"/>
        </a:xfrm>
        <a:prstGeom prst="roundRect">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74295" rIns="148590" bIns="74295" numCol="1" spcCol="1270" anchor="ctr" anchorCtr="0">
          <a:noAutofit/>
        </a:bodyPr>
        <a:lstStyle/>
        <a:p>
          <a:pPr lvl="0" algn="ctr" defTabSz="1733550">
            <a:lnSpc>
              <a:spcPct val="90000"/>
            </a:lnSpc>
            <a:spcBef>
              <a:spcPct val="0"/>
            </a:spcBef>
            <a:spcAft>
              <a:spcPct val="35000"/>
            </a:spcAft>
          </a:pPr>
          <a:r>
            <a:rPr lang="es-CO" sz="3900" kern="1200" dirty="0" smtClean="0">
              <a:latin typeface="Futura Std Medium" pitchFamily="34" charset="0"/>
            </a:rPr>
            <a:t>Fase III</a:t>
          </a:r>
          <a:endParaRPr lang="es-CO" sz="3900" kern="1200" dirty="0">
            <a:latin typeface="Futura Std Medium" pitchFamily="34" charset="0"/>
          </a:endParaRPr>
        </a:p>
      </dsp:txBody>
      <dsp:txXfrm>
        <a:off x="36486" y="1682191"/>
        <a:ext cx="2256420" cy="674448"/>
      </dsp:txXfrm>
    </dsp:sp>
    <dsp:sp modelId="{425ACD9A-65B3-47DD-9711-E281FE5FA44B}">
      <dsp:nvSpPr>
        <dsp:cNvPr id="0" name=""/>
        <dsp:cNvSpPr/>
      </dsp:nvSpPr>
      <dsp:spPr>
        <a:xfrm>
          <a:off x="2329392" y="2467867"/>
          <a:ext cx="3494088" cy="747420"/>
        </a:xfrm>
        <a:prstGeom prst="rightArrow">
          <a:avLst>
            <a:gd name="adj1" fmla="val 75000"/>
            <a:gd name="adj2" fmla="val 50000"/>
          </a:avLst>
        </a:prstGeom>
        <a:solidFill>
          <a:schemeClr val="accent5">
            <a:tint val="40000"/>
            <a:alpha val="90000"/>
            <a:hueOff val="0"/>
            <a:satOff val="0"/>
            <a:lumOff val="0"/>
            <a:alphaOff val="0"/>
          </a:schemeClr>
        </a:solidFill>
        <a:ln w="25400" cap="flat" cmpd="sng" algn="ctr">
          <a:solidFill>
            <a:schemeClr val="accent5">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160" tIns="10160" rIns="10160" bIns="10160" numCol="1" spcCol="1270" anchor="t" anchorCtr="0">
          <a:noAutofit/>
        </a:bodyPr>
        <a:lstStyle/>
        <a:p>
          <a:pPr marL="171450" lvl="1" indent="-171450" algn="l" defTabSz="711200">
            <a:lnSpc>
              <a:spcPct val="90000"/>
            </a:lnSpc>
            <a:spcBef>
              <a:spcPct val="0"/>
            </a:spcBef>
            <a:spcAft>
              <a:spcPct val="15000"/>
            </a:spcAft>
            <a:buChar char="••"/>
          </a:pPr>
          <a:r>
            <a:rPr lang="es-CO" sz="1600" kern="1200" dirty="0" smtClean="0">
              <a:latin typeface="Futura Std Medium" pitchFamily="34" charset="0"/>
            </a:rPr>
            <a:t>Ejecución y Seguimiento</a:t>
          </a:r>
          <a:endParaRPr lang="es-CO" sz="1600" kern="1200" dirty="0">
            <a:latin typeface="Futura Std Medium" pitchFamily="34" charset="0"/>
          </a:endParaRPr>
        </a:p>
        <a:p>
          <a:pPr marL="171450" lvl="1" indent="-171450" algn="l" defTabSz="711200">
            <a:lnSpc>
              <a:spcPct val="90000"/>
            </a:lnSpc>
            <a:spcBef>
              <a:spcPct val="0"/>
            </a:spcBef>
            <a:spcAft>
              <a:spcPct val="15000"/>
            </a:spcAft>
            <a:buChar char="••"/>
          </a:pPr>
          <a:r>
            <a:rPr lang="es-CO" sz="1600" kern="1200" dirty="0" smtClean="0">
              <a:latin typeface="Futura Std Medium" pitchFamily="34" charset="0"/>
            </a:rPr>
            <a:t>Tiempo: 3 meses</a:t>
          </a:r>
          <a:endParaRPr lang="es-CO" sz="1600" kern="1200" dirty="0">
            <a:latin typeface="Futura Std Medium" pitchFamily="34" charset="0"/>
          </a:endParaRPr>
        </a:p>
      </dsp:txBody>
      <dsp:txXfrm>
        <a:off x="2329392" y="2561295"/>
        <a:ext cx="3213806" cy="560565"/>
      </dsp:txXfrm>
    </dsp:sp>
    <dsp:sp modelId="{395A65AE-20D1-48A7-ACD1-6D1A0879C94D}">
      <dsp:nvSpPr>
        <dsp:cNvPr id="0" name=""/>
        <dsp:cNvSpPr/>
      </dsp:nvSpPr>
      <dsp:spPr>
        <a:xfrm>
          <a:off x="0" y="2467867"/>
          <a:ext cx="2329392" cy="747420"/>
        </a:xfrm>
        <a:prstGeom prst="round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74295" rIns="148590" bIns="74295" numCol="1" spcCol="1270" anchor="ctr" anchorCtr="0">
          <a:noAutofit/>
        </a:bodyPr>
        <a:lstStyle/>
        <a:p>
          <a:pPr lvl="0" algn="ctr" defTabSz="1733550">
            <a:lnSpc>
              <a:spcPct val="90000"/>
            </a:lnSpc>
            <a:spcBef>
              <a:spcPct val="0"/>
            </a:spcBef>
            <a:spcAft>
              <a:spcPct val="35000"/>
            </a:spcAft>
          </a:pPr>
          <a:r>
            <a:rPr lang="es-CO" sz="3900" kern="1200" dirty="0" smtClean="0">
              <a:solidFill>
                <a:schemeClr val="tx1"/>
              </a:solidFill>
              <a:latin typeface="Futura Std Medium" pitchFamily="34" charset="0"/>
            </a:rPr>
            <a:t>Fase IV</a:t>
          </a:r>
          <a:endParaRPr lang="es-CO" sz="3900" kern="1200" dirty="0">
            <a:solidFill>
              <a:schemeClr val="tx1"/>
            </a:solidFill>
            <a:latin typeface="Futura Std Medium" pitchFamily="34" charset="0"/>
          </a:endParaRPr>
        </a:p>
      </dsp:txBody>
      <dsp:txXfrm>
        <a:off x="36486" y="2504353"/>
        <a:ext cx="2256420" cy="674448"/>
      </dsp:txXfrm>
    </dsp:sp>
    <dsp:sp modelId="{978AEFCB-5D83-4A8E-8881-A8F1C09DD29C}">
      <dsp:nvSpPr>
        <dsp:cNvPr id="0" name=""/>
        <dsp:cNvSpPr/>
      </dsp:nvSpPr>
      <dsp:spPr>
        <a:xfrm>
          <a:off x="2329392" y="3290030"/>
          <a:ext cx="3494088" cy="747420"/>
        </a:xfrm>
        <a:prstGeom prst="rightArrow">
          <a:avLst>
            <a:gd name="adj1" fmla="val 75000"/>
            <a:gd name="adj2" fmla="val 50000"/>
          </a:avLst>
        </a:prstGeom>
        <a:solidFill>
          <a:schemeClr val="accent6">
            <a:tint val="40000"/>
            <a:alpha val="90000"/>
            <a:hueOff val="0"/>
            <a:satOff val="0"/>
            <a:lumOff val="0"/>
            <a:alphaOff val="0"/>
          </a:schemeClr>
        </a:solidFill>
        <a:ln w="25400" cap="flat" cmpd="sng" algn="ctr">
          <a:solidFill>
            <a:schemeClr val="accent6">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160" tIns="10160" rIns="10160" bIns="10160" numCol="1" spcCol="1270" anchor="t" anchorCtr="0">
          <a:noAutofit/>
        </a:bodyPr>
        <a:lstStyle/>
        <a:p>
          <a:pPr marL="171450" lvl="1" indent="-171450" algn="l" defTabSz="711200">
            <a:lnSpc>
              <a:spcPct val="90000"/>
            </a:lnSpc>
            <a:spcBef>
              <a:spcPct val="0"/>
            </a:spcBef>
            <a:spcAft>
              <a:spcPct val="15000"/>
            </a:spcAft>
            <a:buChar char="••"/>
          </a:pPr>
          <a:r>
            <a:rPr lang="es-CO" sz="1600" kern="1200" dirty="0" smtClean="0">
              <a:latin typeface="Futura Std Medium" pitchFamily="34" charset="0"/>
            </a:rPr>
            <a:t>Cierre.</a:t>
          </a:r>
          <a:endParaRPr lang="es-CO" sz="1600" kern="1200" dirty="0">
            <a:latin typeface="Futura Std Medium" pitchFamily="34" charset="0"/>
          </a:endParaRPr>
        </a:p>
        <a:p>
          <a:pPr marL="171450" lvl="1" indent="-171450" algn="l" defTabSz="711200">
            <a:lnSpc>
              <a:spcPct val="90000"/>
            </a:lnSpc>
            <a:spcBef>
              <a:spcPct val="0"/>
            </a:spcBef>
            <a:spcAft>
              <a:spcPct val="15000"/>
            </a:spcAft>
            <a:buChar char="••"/>
          </a:pPr>
          <a:r>
            <a:rPr lang="es-CO" sz="1600" kern="1200" dirty="0" smtClean="0">
              <a:latin typeface="Futura Std Medium" pitchFamily="34" charset="0"/>
            </a:rPr>
            <a:t>Tiempo: 1 mes</a:t>
          </a:r>
          <a:endParaRPr lang="es-CO" sz="1600" kern="1200" dirty="0">
            <a:latin typeface="Futura Std Medium" pitchFamily="34" charset="0"/>
          </a:endParaRPr>
        </a:p>
      </dsp:txBody>
      <dsp:txXfrm>
        <a:off x="2329392" y="3383458"/>
        <a:ext cx="3213806" cy="560565"/>
      </dsp:txXfrm>
    </dsp:sp>
    <dsp:sp modelId="{C850B4FE-11FF-4C26-8C8D-988F1ACECD78}">
      <dsp:nvSpPr>
        <dsp:cNvPr id="0" name=""/>
        <dsp:cNvSpPr/>
      </dsp:nvSpPr>
      <dsp:spPr>
        <a:xfrm>
          <a:off x="0" y="3290030"/>
          <a:ext cx="2329392" cy="74742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74295" rIns="148590" bIns="74295" numCol="1" spcCol="1270" anchor="ctr" anchorCtr="0">
          <a:noAutofit/>
        </a:bodyPr>
        <a:lstStyle/>
        <a:p>
          <a:pPr lvl="0" algn="ctr" defTabSz="1733550">
            <a:lnSpc>
              <a:spcPct val="90000"/>
            </a:lnSpc>
            <a:spcBef>
              <a:spcPct val="0"/>
            </a:spcBef>
            <a:spcAft>
              <a:spcPct val="35000"/>
            </a:spcAft>
          </a:pPr>
          <a:r>
            <a:rPr lang="es-CO" sz="3900" kern="1200" dirty="0" smtClean="0">
              <a:solidFill>
                <a:schemeClr val="tx1"/>
              </a:solidFill>
              <a:latin typeface="Futura Std Medium" pitchFamily="34" charset="0"/>
            </a:rPr>
            <a:t>Fase V</a:t>
          </a:r>
          <a:endParaRPr lang="es-CO" sz="3900" kern="1200" dirty="0">
            <a:solidFill>
              <a:schemeClr val="tx1"/>
            </a:solidFill>
            <a:latin typeface="Futura Std Medium" pitchFamily="34" charset="0"/>
          </a:endParaRPr>
        </a:p>
      </dsp:txBody>
      <dsp:txXfrm>
        <a:off x="36486" y="3326516"/>
        <a:ext cx="2256420" cy="674448"/>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36B75A-63EB-4ACF-80A0-D99FFDBF12E4}">
      <dsp:nvSpPr>
        <dsp:cNvPr id="0" name=""/>
        <dsp:cNvSpPr/>
      </dsp:nvSpPr>
      <dsp:spPr>
        <a:xfrm>
          <a:off x="2339609" y="1765"/>
          <a:ext cx="4685624" cy="1495568"/>
        </a:xfrm>
        <a:prstGeom prst="rightArrow">
          <a:avLst>
            <a:gd name="adj1" fmla="val 75000"/>
            <a:gd name="adj2" fmla="val 50000"/>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620" tIns="7620" rIns="7620" bIns="7620" numCol="1" spcCol="1270" anchor="t" anchorCtr="0">
          <a:noAutofit/>
        </a:bodyPr>
        <a:lstStyle/>
        <a:p>
          <a:pPr marL="114300" lvl="1" indent="-114300" algn="l" defTabSz="533400">
            <a:lnSpc>
              <a:spcPct val="90000"/>
            </a:lnSpc>
            <a:spcBef>
              <a:spcPct val="0"/>
            </a:spcBef>
            <a:spcAft>
              <a:spcPct val="15000"/>
            </a:spcAft>
            <a:buChar char="••"/>
          </a:pPr>
          <a:r>
            <a:rPr lang="es-CO" sz="1200" kern="1200" dirty="0" smtClean="0">
              <a:latin typeface="Futura Std Medium" pitchFamily="34" charset="0"/>
            </a:rPr>
            <a:t>Información y Comunicación</a:t>
          </a:r>
          <a:endParaRPr lang="es-CO" sz="1200" kern="1200" dirty="0">
            <a:latin typeface="Futura Std Medium" pitchFamily="34" charset="0"/>
          </a:endParaRPr>
        </a:p>
        <a:p>
          <a:pPr marL="114300" lvl="1" indent="-114300" algn="l" defTabSz="533400">
            <a:lnSpc>
              <a:spcPct val="90000"/>
            </a:lnSpc>
            <a:spcBef>
              <a:spcPct val="0"/>
            </a:spcBef>
            <a:spcAft>
              <a:spcPct val="15000"/>
            </a:spcAft>
            <a:buChar char="••"/>
          </a:pPr>
          <a:r>
            <a:rPr lang="es-CO" sz="1200" kern="1200" dirty="0" smtClean="0">
              <a:latin typeface="Futura Std Medium" pitchFamily="34" charset="0"/>
            </a:rPr>
            <a:t>Modelo de Operación por procesos</a:t>
          </a:r>
          <a:endParaRPr lang="es-CO" sz="1200" kern="1200" dirty="0">
            <a:latin typeface="Futura Std Medium" pitchFamily="34" charset="0"/>
          </a:endParaRPr>
        </a:p>
        <a:p>
          <a:pPr marL="114300" lvl="1" indent="-114300" algn="l" defTabSz="533400">
            <a:lnSpc>
              <a:spcPct val="90000"/>
            </a:lnSpc>
            <a:spcBef>
              <a:spcPct val="0"/>
            </a:spcBef>
            <a:spcAft>
              <a:spcPct val="15000"/>
            </a:spcAft>
            <a:buChar char="••"/>
          </a:pPr>
          <a:r>
            <a:rPr lang="es-CO" sz="1200" kern="1200" dirty="0" smtClean="0">
              <a:latin typeface="Futura Std Medium" pitchFamily="34" charset="0"/>
            </a:rPr>
            <a:t>Planes, Programas y Proyectos </a:t>
          </a:r>
          <a:endParaRPr lang="es-CO" sz="1200" kern="1200" dirty="0">
            <a:latin typeface="Futura Std Medium" pitchFamily="34" charset="0"/>
          </a:endParaRPr>
        </a:p>
        <a:p>
          <a:pPr marL="114300" lvl="1" indent="-114300" algn="l" defTabSz="533400">
            <a:lnSpc>
              <a:spcPct val="90000"/>
            </a:lnSpc>
            <a:spcBef>
              <a:spcPct val="0"/>
            </a:spcBef>
            <a:spcAft>
              <a:spcPct val="15000"/>
            </a:spcAft>
            <a:buChar char="••"/>
          </a:pPr>
          <a:r>
            <a:rPr lang="es-CO" sz="1200" kern="1200" dirty="0" smtClean="0">
              <a:latin typeface="Futura Std Medium" pitchFamily="34" charset="0"/>
            </a:rPr>
            <a:t>Políticas de operación </a:t>
          </a:r>
          <a:endParaRPr lang="es-CO" sz="1200" kern="1200" dirty="0">
            <a:latin typeface="Futura Std Medium" pitchFamily="34" charset="0"/>
          </a:endParaRPr>
        </a:p>
        <a:p>
          <a:pPr marL="114300" lvl="1" indent="-114300" algn="l" defTabSz="533400">
            <a:lnSpc>
              <a:spcPct val="90000"/>
            </a:lnSpc>
            <a:spcBef>
              <a:spcPct val="0"/>
            </a:spcBef>
            <a:spcAft>
              <a:spcPct val="15000"/>
            </a:spcAft>
            <a:buChar char="••"/>
          </a:pPr>
          <a:r>
            <a:rPr lang="es-CO" sz="1200" kern="1200" dirty="0" smtClean="0">
              <a:latin typeface="Futura Std Medium" pitchFamily="34" charset="0"/>
            </a:rPr>
            <a:t>Estructura organizacional</a:t>
          </a:r>
          <a:endParaRPr lang="es-CO" sz="1200" kern="1200" dirty="0">
            <a:latin typeface="Futura Std Medium" pitchFamily="34" charset="0"/>
          </a:endParaRPr>
        </a:p>
        <a:p>
          <a:pPr marL="114300" lvl="1" indent="-114300" algn="l" defTabSz="533400">
            <a:lnSpc>
              <a:spcPct val="90000"/>
            </a:lnSpc>
            <a:spcBef>
              <a:spcPct val="0"/>
            </a:spcBef>
            <a:spcAft>
              <a:spcPct val="15000"/>
            </a:spcAft>
            <a:buChar char="••"/>
          </a:pPr>
          <a:r>
            <a:rPr lang="es-CO" sz="1200" kern="1200" dirty="0" smtClean="0">
              <a:latin typeface="Futura Std Medium" pitchFamily="34" charset="0"/>
            </a:rPr>
            <a:t>Indicadores de Gestión </a:t>
          </a:r>
          <a:endParaRPr lang="es-CO" sz="1200" kern="1200" dirty="0">
            <a:latin typeface="Futura Std Medium" pitchFamily="34" charset="0"/>
          </a:endParaRPr>
        </a:p>
      </dsp:txBody>
      <dsp:txXfrm>
        <a:off x="2339609" y="188711"/>
        <a:ext cx="4124786" cy="1121676"/>
      </dsp:txXfrm>
    </dsp:sp>
    <dsp:sp modelId="{BE2E13CE-9EDC-4845-A380-616F585672F0}">
      <dsp:nvSpPr>
        <dsp:cNvPr id="0" name=""/>
        <dsp:cNvSpPr/>
      </dsp:nvSpPr>
      <dsp:spPr>
        <a:xfrm>
          <a:off x="1045351" y="430794"/>
          <a:ext cx="1294257" cy="63751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28575" rIns="57150" bIns="28575" numCol="1" spcCol="1270" anchor="ctr" anchorCtr="0">
          <a:noAutofit/>
        </a:bodyPr>
        <a:lstStyle/>
        <a:p>
          <a:pPr lvl="0" algn="ctr" defTabSz="666750">
            <a:lnSpc>
              <a:spcPct val="90000"/>
            </a:lnSpc>
            <a:spcBef>
              <a:spcPct val="0"/>
            </a:spcBef>
            <a:spcAft>
              <a:spcPct val="35000"/>
            </a:spcAft>
          </a:pPr>
          <a:r>
            <a:rPr lang="es-CO" sz="1500" b="1" kern="1200" dirty="0" smtClean="0">
              <a:latin typeface="Futura Std Medium" pitchFamily="34" charset="0"/>
            </a:rPr>
            <a:t>Fase I</a:t>
          </a:r>
        </a:p>
        <a:p>
          <a:pPr lvl="0" algn="ctr" defTabSz="666750">
            <a:lnSpc>
              <a:spcPct val="90000"/>
            </a:lnSpc>
            <a:spcBef>
              <a:spcPct val="0"/>
            </a:spcBef>
            <a:spcAft>
              <a:spcPct val="35000"/>
            </a:spcAft>
          </a:pPr>
          <a:r>
            <a:rPr lang="es-CO" sz="1500" b="1" kern="1200" dirty="0" smtClean="0">
              <a:latin typeface="Futura Std Medium" pitchFamily="34" charset="0"/>
            </a:rPr>
            <a:t>(6 Meses)</a:t>
          </a:r>
          <a:endParaRPr lang="es-CO" sz="1500" b="1" kern="1200" dirty="0">
            <a:latin typeface="Futura Std Medium" pitchFamily="34" charset="0"/>
          </a:endParaRPr>
        </a:p>
      </dsp:txBody>
      <dsp:txXfrm>
        <a:off x="1076472" y="461915"/>
        <a:ext cx="1232015" cy="575268"/>
      </dsp:txXfrm>
    </dsp:sp>
    <dsp:sp modelId="{7F6F9941-A2A2-4229-B1EF-473F8DA0FD30}">
      <dsp:nvSpPr>
        <dsp:cNvPr id="0" name=""/>
        <dsp:cNvSpPr/>
      </dsp:nvSpPr>
      <dsp:spPr>
        <a:xfrm>
          <a:off x="2254824" y="1561084"/>
          <a:ext cx="4842351" cy="637510"/>
        </a:xfrm>
        <a:prstGeom prst="rightArrow">
          <a:avLst>
            <a:gd name="adj1" fmla="val 75000"/>
            <a:gd name="adj2" fmla="val 50000"/>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890" tIns="8890" rIns="8890" bIns="8890" numCol="1" spcCol="1270" anchor="t" anchorCtr="0">
          <a:noAutofit/>
        </a:bodyPr>
        <a:lstStyle/>
        <a:p>
          <a:pPr marL="114300" lvl="1" indent="-114300" algn="l" defTabSz="622300">
            <a:lnSpc>
              <a:spcPct val="90000"/>
            </a:lnSpc>
            <a:spcBef>
              <a:spcPct val="0"/>
            </a:spcBef>
            <a:spcAft>
              <a:spcPct val="15000"/>
            </a:spcAft>
            <a:buChar char="••"/>
          </a:pPr>
          <a:r>
            <a:rPr lang="es-CO" sz="1400" kern="1200" dirty="0" smtClean="0">
              <a:latin typeface="Futura Std Medium" pitchFamily="34" charset="0"/>
            </a:rPr>
            <a:t> Acuerdos, compromisos y protocolos éticos</a:t>
          </a:r>
          <a:endParaRPr lang="es-CO" sz="1400" kern="1200" dirty="0">
            <a:latin typeface="Futura Std Medium" pitchFamily="34" charset="0"/>
          </a:endParaRPr>
        </a:p>
        <a:p>
          <a:pPr marL="114300" lvl="1" indent="-114300" algn="l" defTabSz="622300">
            <a:lnSpc>
              <a:spcPct val="90000"/>
            </a:lnSpc>
            <a:spcBef>
              <a:spcPct val="0"/>
            </a:spcBef>
            <a:spcAft>
              <a:spcPct val="15000"/>
            </a:spcAft>
            <a:buChar char="••"/>
          </a:pPr>
          <a:r>
            <a:rPr lang="es-CO" sz="1400" kern="1200" dirty="0" smtClean="0">
              <a:latin typeface="Futura Std Medium" pitchFamily="34" charset="0"/>
            </a:rPr>
            <a:t>Desarrollo del Talento Humano</a:t>
          </a:r>
          <a:endParaRPr lang="es-CO" sz="1400" kern="1200" dirty="0">
            <a:latin typeface="Futura Std Medium" pitchFamily="34" charset="0"/>
          </a:endParaRPr>
        </a:p>
      </dsp:txBody>
      <dsp:txXfrm>
        <a:off x="2254824" y="1640773"/>
        <a:ext cx="4603285" cy="478132"/>
      </dsp:txXfrm>
    </dsp:sp>
    <dsp:sp modelId="{9D233466-975C-4996-9B6C-90508BE7B87C}">
      <dsp:nvSpPr>
        <dsp:cNvPr id="0" name=""/>
        <dsp:cNvSpPr/>
      </dsp:nvSpPr>
      <dsp:spPr>
        <a:xfrm>
          <a:off x="973409" y="1561084"/>
          <a:ext cx="1281415" cy="63751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28575" rIns="57150" bIns="28575" numCol="1" spcCol="1270" anchor="ctr" anchorCtr="0">
          <a:noAutofit/>
        </a:bodyPr>
        <a:lstStyle/>
        <a:p>
          <a:pPr lvl="0" algn="ctr" defTabSz="666750">
            <a:lnSpc>
              <a:spcPct val="90000"/>
            </a:lnSpc>
            <a:spcBef>
              <a:spcPct val="0"/>
            </a:spcBef>
            <a:spcAft>
              <a:spcPct val="35000"/>
            </a:spcAft>
          </a:pPr>
          <a:r>
            <a:rPr lang="es-CO" sz="1500" b="1" kern="1200" dirty="0" smtClean="0">
              <a:solidFill>
                <a:schemeClr val="tx1"/>
              </a:solidFill>
              <a:latin typeface="Futura Std Medium" pitchFamily="34" charset="0"/>
            </a:rPr>
            <a:t>Fase II</a:t>
          </a:r>
        </a:p>
        <a:p>
          <a:pPr lvl="0" algn="ctr" defTabSz="666750">
            <a:lnSpc>
              <a:spcPct val="90000"/>
            </a:lnSpc>
            <a:spcBef>
              <a:spcPct val="0"/>
            </a:spcBef>
            <a:spcAft>
              <a:spcPct val="35000"/>
            </a:spcAft>
          </a:pPr>
          <a:r>
            <a:rPr lang="es-CO" sz="1500" b="1" kern="1200" dirty="0" smtClean="0">
              <a:solidFill>
                <a:schemeClr val="tx1"/>
              </a:solidFill>
              <a:latin typeface="Futura Std Medium" pitchFamily="34" charset="0"/>
            </a:rPr>
            <a:t>(3 Meses)</a:t>
          </a:r>
          <a:endParaRPr lang="es-CO" sz="1500" kern="1200" dirty="0">
            <a:solidFill>
              <a:schemeClr val="tx1"/>
            </a:solidFill>
            <a:latin typeface="Futura Std Medium" pitchFamily="34" charset="0"/>
          </a:endParaRPr>
        </a:p>
      </dsp:txBody>
      <dsp:txXfrm>
        <a:off x="1004530" y="1592205"/>
        <a:ext cx="1219173" cy="575268"/>
      </dsp:txXfrm>
    </dsp:sp>
    <dsp:sp modelId="{207E991B-8F6E-4251-A253-1A3449047BFA}">
      <dsp:nvSpPr>
        <dsp:cNvPr id="0" name=""/>
        <dsp:cNvSpPr/>
      </dsp:nvSpPr>
      <dsp:spPr>
        <a:xfrm>
          <a:off x="2289620" y="2262346"/>
          <a:ext cx="4837622" cy="1061289"/>
        </a:xfrm>
        <a:prstGeom prst="rightArrow">
          <a:avLst>
            <a:gd name="adj1" fmla="val 75000"/>
            <a:gd name="adj2" fmla="val 50000"/>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890" tIns="8890" rIns="8890" bIns="8890" numCol="1" spcCol="1270" anchor="t" anchorCtr="0">
          <a:noAutofit/>
        </a:bodyPr>
        <a:lstStyle/>
        <a:p>
          <a:pPr marL="114300" lvl="1" indent="-114300" algn="l" defTabSz="622300">
            <a:lnSpc>
              <a:spcPct val="90000"/>
            </a:lnSpc>
            <a:spcBef>
              <a:spcPct val="0"/>
            </a:spcBef>
            <a:spcAft>
              <a:spcPct val="15000"/>
            </a:spcAft>
            <a:buChar char="••"/>
          </a:pPr>
          <a:r>
            <a:rPr lang="es-CO" sz="1400" kern="1200" dirty="0" smtClean="0">
              <a:latin typeface="Futura Std Medium" pitchFamily="34" charset="0"/>
            </a:rPr>
            <a:t> Políticas de Administración del Riesgo </a:t>
          </a:r>
          <a:endParaRPr lang="es-CO" sz="1400" kern="1200" dirty="0">
            <a:latin typeface="Futura Std Medium" pitchFamily="34" charset="0"/>
          </a:endParaRPr>
        </a:p>
        <a:p>
          <a:pPr marL="114300" lvl="1" indent="-114300" algn="l" defTabSz="622300">
            <a:lnSpc>
              <a:spcPct val="90000"/>
            </a:lnSpc>
            <a:spcBef>
              <a:spcPct val="0"/>
            </a:spcBef>
            <a:spcAft>
              <a:spcPct val="15000"/>
            </a:spcAft>
            <a:buChar char="••"/>
          </a:pPr>
          <a:r>
            <a:rPr lang="es-CO" sz="1400" kern="1200" dirty="0" smtClean="0">
              <a:latin typeface="Futura Std Medium" pitchFamily="34" charset="0"/>
            </a:rPr>
            <a:t>Identificación del Riesgo</a:t>
          </a:r>
          <a:endParaRPr lang="es-CO" sz="1400" kern="1200" dirty="0">
            <a:latin typeface="Futura Std Medium" pitchFamily="34" charset="0"/>
          </a:endParaRPr>
        </a:p>
        <a:p>
          <a:pPr marL="114300" lvl="1" indent="-114300" algn="l" defTabSz="622300">
            <a:lnSpc>
              <a:spcPct val="90000"/>
            </a:lnSpc>
            <a:spcBef>
              <a:spcPct val="0"/>
            </a:spcBef>
            <a:spcAft>
              <a:spcPct val="15000"/>
            </a:spcAft>
            <a:buChar char="••"/>
          </a:pPr>
          <a:r>
            <a:rPr lang="es-CO" sz="1400" kern="1200" dirty="0" smtClean="0">
              <a:latin typeface="Futura Std Medium" pitchFamily="34" charset="0"/>
            </a:rPr>
            <a:t> Análisis y Valoración del Riesgo</a:t>
          </a:r>
          <a:endParaRPr lang="es-CO" sz="1400" kern="1200" dirty="0">
            <a:latin typeface="Futura Std Medium" pitchFamily="34" charset="0"/>
          </a:endParaRPr>
        </a:p>
        <a:p>
          <a:pPr marL="57150" lvl="1" indent="-57150" algn="l" defTabSz="355600">
            <a:lnSpc>
              <a:spcPct val="90000"/>
            </a:lnSpc>
            <a:spcBef>
              <a:spcPct val="0"/>
            </a:spcBef>
            <a:spcAft>
              <a:spcPct val="15000"/>
            </a:spcAft>
            <a:buChar char="••"/>
          </a:pPr>
          <a:endParaRPr lang="es-CO" sz="800" kern="1200" dirty="0">
            <a:latin typeface="Futura Std Medium" pitchFamily="34" charset="0"/>
          </a:endParaRPr>
        </a:p>
      </dsp:txBody>
      <dsp:txXfrm>
        <a:off x="2289620" y="2395007"/>
        <a:ext cx="4439639" cy="795967"/>
      </dsp:txXfrm>
    </dsp:sp>
    <dsp:sp modelId="{DCDB34B4-83B2-42FB-991E-B4AA2367648F}">
      <dsp:nvSpPr>
        <dsp:cNvPr id="0" name=""/>
        <dsp:cNvSpPr/>
      </dsp:nvSpPr>
      <dsp:spPr>
        <a:xfrm>
          <a:off x="951808" y="2488152"/>
          <a:ext cx="1346277" cy="637510"/>
        </a:xfrm>
        <a:prstGeom prst="roundRect">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28575" rIns="57150" bIns="28575" numCol="1" spcCol="1270" anchor="ctr" anchorCtr="0">
          <a:noAutofit/>
        </a:bodyPr>
        <a:lstStyle/>
        <a:p>
          <a:pPr lvl="0" algn="ctr" defTabSz="666750">
            <a:lnSpc>
              <a:spcPct val="90000"/>
            </a:lnSpc>
            <a:spcBef>
              <a:spcPct val="0"/>
            </a:spcBef>
            <a:spcAft>
              <a:spcPct val="35000"/>
            </a:spcAft>
          </a:pPr>
          <a:r>
            <a:rPr lang="es-CO" sz="1500" b="1" kern="1200" dirty="0" smtClean="0">
              <a:latin typeface="Futura Std Medium" pitchFamily="34" charset="0"/>
            </a:rPr>
            <a:t>Fase III</a:t>
          </a:r>
        </a:p>
        <a:p>
          <a:pPr lvl="0" algn="ctr" defTabSz="666750">
            <a:lnSpc>
              <a:spcPct val="90000"/>
            </a:lnSpc>
            <a:spcBef>
              <a:spcPct val="0"/>
            </a:spcBef>
            <a:spcAft>
              <a:spcPct val="35000"/>
            </a:spcAft>
          </a:pPr>
          <a:r>
            <a:rPr lang="es-CO" sz="1500" b="1" kern="1200" dirty="0" smtClean="0">
              <a:latin typeface="Futura Std Medium" pitchFamily="34" charset="0"/>
            </a:rPr>
            <a:t>(6 Meses)</a:t>
          </a:r>
        </a:p>
      </dsp:txBody>
      <dsp:txXfrm>
        <a:off x="982929" y="2519273"/>
        <a:ext cx="1284035" cy="575268"/>
      </dsp:txXfrm>
    </dsp:sp>
    <dsp:sp modelId="{8E21F64E-23B3-499F-B59E-B2DC03E0D57D}">
      <dsp:nvSpPr>
        <dsp:cNvPr id="0" name=""/>
        <dsp:cNvSpPr/>
      </dsp:nvSpPr>
      <dsp:spPr>
        <a:xfrm>
          <a:off x="2277332" y="3387386"/>
          <a:ext cx="4837622" cy="1089824"/>
        </a:xfrm>
        <a:prstGeom prst="rightArrow">
          <a:avLst>
            <a:gd name="adj1" fmla="val 75000"/>
            <a:gd name="adj2" fmla="val 50000"/>
          </a:avLst>
        </a:prstGeom>
        <a:solidFill>
          <a:schemeClr val="accent5">
            <a:tint val="40000"/>
            <a:alpha val="90000"/>
            <a:hueOff val="0"/>
            <a:satOff val="0"/>
            <a:lumOff val="0"/>
            <a:alphaOff val="0"/>
          </a:schemeClr>
        </a:solidFill>
        <a:ln w="25400" cap="flat" cmpd="sng" algn="ctr">
          <a:solidFill>
            <a:schemeClr val="accent5">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890" tIns="8890" rIns="8890" bIns="8890" numCol="1" spcCol="1270" anchor="t" anchorCtr="0">
          <a:noAutofit/>
        </a:bodyPr>
        <a:lstStyle/>
        <a:p>
          <a:pPr marL="114300" lvl="1" indent="-114300" algn="l" defTabSz="622300">
            <a:lnSpc>
              <a:spcPct val="90000"/>
            </a:lnSpc>
            <a:spcBef>
              <a:spcPct val="0"/>
            </a:spcBef>
            <a:spcAft>
              <a:spcPct val="15000"/>
            </a:spcAft>
            <a:buChar char="••"/>
          </a:pPr>
          <a:r>
            <a:rPr lang="es-CO" sz="1400" kern="1200" dirty="0" smtClean="0">
              <a:latin typeface="Futura Std Medium" pitchFamily="34" charset="0"/>
            </a:rPr>
            <a:t> Autoevaluación Institucional</a:t>
          </a:r>
          <a:endParaRPr lang="es-CO" sz="1400" kern="1200" dirty="0">
            <a:latin typeface="Futura Std Medium" pitchFamily="34" charset="0"/>
          </a:endParaRPr>
        </a:p>
        <a:p>
          <a:pPr marL="114300" lvl="1" indent="-114300" algn="l" defTabSz="622300">
            <a:lnSpc>
              <a:spcPct val="90000"/>
            </a:lnSpc>
            <a:spcBef>
              <a:spcPct val="0"/>
            </a:spcBef>
            <a:spcAft>
              <a:spcPct val="15000"/>
            </a:spcAft>
            <a:buChar char="••"/>
          </a:pPr>
          <a:r>
            <a:rPr lang="es-CO" sz="1400" kern="1200" dirty="0" smtClean="0">
              <a:latin typeface="Futura Std Medium" pitchFamily="34" charset="0"/>
            </a:rPr>
            <a:t> Auditoría </a:t>
          </a:r>
          <a:r>
            <a:rPr lang="es-CO" sz="1400" kern="1200" dirty="0">
              <a:latin typeface="Futura Std Medium" pitchFamily="34" charset="0"/>
            </a:rPr>
            <a:t>Interna </a:t>
          </a:r>
        </a:p>
        <a:p>
          <a:pPr marL="114300" lvl="1" indent="-114300" algn="l" defTabSz="622300">
            <a:lnSpc>
              <a:spcPct val="90000"/>
            </a:lnSpc>
            <a:spcBef>
              <a:spcPct val="0"/>
            </a:spcBef>
            <a:spcAft>
              <a:spcPct val="15000"/>
            </a:spcAft>
            <a:buChar char="••"/>
          </a:pPr>
          <a:r>
            <a:rPr lang="es-CO" sz="1400" kern="1200" dirty="0" smtClean="0">
              <a:latin typeface="Futura Std Medium" pitchFamily="34" charset="0"/>
            </a:rPr>
            <a:t> Planes </a:t>
          </a:r>
          <a:r>
            <a:rPr lang="es-CO" sz="1400" kern="1200" dirty="0">
              <a:latin typeface="Futura Std Medium" pitchFamily="34" charset="0"/>
            </a:rPr>
            <a:t>de Mejoramiento</a:t>
          </a:r>
        </a:p>
      </dsp:txBody>
      <dsp:txXfrm>
        <a:off x="2277332" y="3523614"/>
        <a:ext cx="4428938" cy="817368"/>
      </dsp:txXfrm>
    </dsp:sp>
    <dsp:sp modelId="{6677C103-7E91-470C-9519-E3FFB89C02DA}">
      <dsp:nvSpPr>
        <dsp:cNvPr id="0" name=""/>
        <dsp:cNvSpPr/>
      </dsp:nvSpPr>
      <dsp:spPr>
        <a:xfrm>
          <a:off x="955629" y="3613543"/>
          <a:ext cx="1321702" cy="637510"/>
        </a:xfrm>
        <a:prstGeom prst="round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28575" rIns="57150" bIns="28575" numCol="1" spcCol="1270" anchor="ctr" anchorCtr="0">
          <a:noAutofit/>
        </a:bodyPr>
        <a:lstStyle/>
        <a:p>
          <a:pPr lvl="0" algn="ctr" defTabSz="666750">
            <a:lnSpc>
              <a:spcPct val="90000"/>
            </a:lnSpc>
            <a:spcBef>
              <a:spcPct val="0"/>
            </a:spcBef>
            <a:spcAft>
              <a:spcPct val="35000"/>
            </a:spcAft>
          </a:pPr>
          <a:r>
            <a:rPr lang="es-CO" sz="1500" b="1" kern="1200" dirty="0" smtClean="0">
              <a:solidFill>
                <a:schemeClr val="tx1"/>
              </a:solidFill>
              <a:latin typeface="Futura Std Medium" pitchFamily="34" charset="0"/>
            </a:rPr>
            <a:t>Fase IV</a:t>
          </a:r>
        </a:p>
        <a:p>
          <a:pPr lvl="0" algn="ctr" defTabSz="666750">
            <a:lnSpc>
              <a:spcPct val="90000"/>
            </a:lnSpc>
            <a:spcBef>
              <a:spcPct val="0"/>
            </a:spcBef>
            <a:spcAft>
              <a:spcPct val="35000"/>
            </a:spcAft>
          </a:pPr>
          <a:r>
            <a:rPr lang="es-CO" sz="1500" b="1" kern="1200" dirty="0" smtClean="0">
              <a:solidFill>
                <a:schemeClr val="tx1"/>
              </a:solidFill>
              <a:latin typeface="Futura Std Medium" pitchFamily="34" charset="0"/>
            </a:rPr>
            <a:t>(3 meses)</a:t>
          </a:r>
          <a:endParaRPr lang="es-CO" sz="1500" b="1" kern="1200" dirty="0">
            <a:solidFill>
              <a:schemeClr val="tx1"/>
            </a:solidFill>
            <a:latin typeface="Futura Std Medium" pitchFamily="34" charset="0"/>
          </a:endParaRPr>
        </a:p>
      </dsp:txBody>
      <dsp:txXfrm>
        <a:off x="986750" y="3644664"/>
        <a:ext cx="1259460" cy="575268"/>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A6BF8F-5E42-413F-AAC8-790DE2FDF2C2}">
      <dsp:nvSpPr>
        <dsp:cNvPr id="0" name=""/>
        <dsp:cNvSpPr/>
      </dsp:nvSpPr>
      <dsp:spPr>
        <a:xfrm rot="5400000">
          <a:off x="3707386" y="-1787299"/>
          <a:ext cx="1523025" cy="5214852"/>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just" defTabSz="800100">
            <a:lnSpc>
              <a:spcPct val="90000"/>
            </a:lnSpc>
            <a:spcBef>
              <a:spcPct val="0"/>
            </a:spcBef>
            <a:spcAft>
              <a:spcPct val="15000"/>
            </a:spcAft>
            <a:buChar char="••"/>
          </a:pPr>
          <a:r>
            <a:rPr lang="es-CO" sz="1800" b="1" kern="1200" dirty="0" smtClean="0">
              <a:latin typeface="Futura Std Medium" pitchFamily="34" charset="0"/>
            </a:rPr>
            <a:t>Responsable de la implementación y fortalecimiento</a:t>
          </a:r>
          <a:endParaRPr lang="es-CO" sz="1800" b="1" kern="1200" dirty="0">
            <a:latin typeface="Futura Std Medium" pitchFamily="34" charset="0"/>
          </a:endParaRPr>
        </a:p>
        <a:p>
          <a:pPr marL="171450" lvl="1" indent="-171450" algn="just" defTabSz="800100">
            <a:lnSpc>
              <a:spcPct val="90000"/>
            </a:lnSpc>
            <a:spcBef>
              <a:spcPct val="0"/>
            </a:spcBef>
            <a:spcAft>
              <a:spcPct val="15000"/>
            </a:spcAft>
            <a:buChar char="••"/>
          </a:pPr>
          <a:r>
            <a:rPr lang="es-CO" sz="1800" b="1" kern="1200" dirty="0" smtClean="0">
              <a:latin typeface="Futura Std Medium" pitchFamily="34" charset="0"/>
            </a:rPr>
            <a:t>Facilita los recursos necesarios</a:t>
          </a:r>
          <a:endParaRPr lang="es-CO" sz="1800" b="1" kern="1200" dirty="0">
            <a:latin typeface="Futura Std Medium" pitchFamily="34" charset="0"/>
          </a:endParaRPr>
        </a:p>
        <a:p>
          <a:pPr marL="171450" lvl="1" indent="-171450" algn="just" defTabSz="800100">
            <a:lnSpc>
              <a:spcPct val="90000"/>
            </a:lnSpc>
            <a:spcBef>
              <a:spcPct val="0"/>
            </a:spcBef>
            <a:spcAft>
              <a:spcPct val="15000"/>
            </a:spcAft>
            <a:buChar char="••"/>
          </a:pPr>
          <a:r>
            <a:rPr lang="es-CO" sz="1800" b="1" kern="1200" dirty="0" smtClean="0">
              <a:latin typeface="Futura Std Medium" pitchFamily="34" charset="0"/>
            </a:rPr>
            <a:t>Designa el Representante de la alta Dirección </a:t>
          </a:r>
          <a:endParaRPr lang="es-CO" sz="1800" b="1" kern="1200" dirty="0">
            <a:latin typeface="Futura Std Medium" pitchFamily="34" charset="0"/>
          </a:endParaRPr>
        </a:p>
      </dsp:txBody>
      <dsp:txXfrm rot="-5400000">
        <a:off x="1861473" y="132962"/>
        <a:ext cx="5140504" cy="1374329"/>
      </dsp:txXfrm>
    </dsp:sp>
    <dsp:sp modelId="{83B0F434-821B-49FC-BCB7-80C7826C969A}">
      <dsp:nvSpPr>
        <dsp:cNvPr id="0" name=""/>
        <dsp:cNvSpPr/>
      </dsp:nvSpPr>
      <dsp:spPr>
        <a:xfrm>
          <a:off x="8830" y="0"/>
          <a:ext cx="1852642" cy="1636053"/>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32385" rIns="64770" bIns="32385" numCol="1" spcCol="1270" anchor="ctr" anchorCtr="0">
          <a:noAutofit/>
        </a:bodyPr>
        <a:lstStyle/>
        <a:p>
          <a:pPr lvl="0" algn="ctr" defTabSz="755650">
            <a:lnSpc>
              <a:spcPct val="90000"/>
            </a:lnSpc>
            <a:spcBef>
              <a:spcPct val="0"/>
            </a:spcBef>
            <a:spcAft>
              <a:spcPct val="35000"/>
            </a:spcAft>
          </a:pPr>
          <a:r>
            <a:rPr lang="es-CO" sz="1700" b="1" kern="1200" dirty="0" smtClean="0">
              <a:latin typeface="Futura Std Medium" pitchFamily="34" charset="0"/>
            </a:rPr>
            <a:t>Alta dirección</a:t>
          </a:r>
          <a:endParaRPr lang="es-CO" sz="1700" b="1" kern="1200" dirty="0">
            <a:latin typeface="Futura Std Medium" pitchFamily="34" charset="0"/>
          </a:endParaRPr>
        </a:p>
      </dsp:txBody>
      <dsp:txXfrm>
        <a:off x="88696" y="79866"/>
        <a:ext cx="1692910" cy="1476321"/>
      </dsp:txXfrm>
    </dsp:sp>
    <dsp:sp modelId="{F4786572-FD24-4F5C-82D4-F915FBE22DF3}">
      <dsp:nvSpPr>
        <dsp:cNvPr id="0" name=""/>
        <dsp:cNvSpPr/>
      </dsp:nvSpPr>
      <dsp:spPr>
        <a:xfrm rot="5400000">
          <a:off x="3707463" y="-112571"/>
          <a:ext cx="1523025" cy="5214852"/>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just" defTabSz="711200">
            <a:lnSpc>
              <a:spcPct val="90000"/>
            </a:lnSpc>
            <a:spcBef>
              <a:spcPct val="0"/>
            </a:spcBef>
            <a:spcAft>
              <a:spcPct val="15000"/>
            </a:spcAft>
            <a:buChar char="••"/>
          </a:pPr>
          <a:r>
            <a:rPr lang="es-CO" sz="1600" b="1" kern="1200" dirty="0" smtClean="0">
              <a:latin typeface="Futura Std Medium" pitchFamily="34" charset="0"/>
            </a:rPr>
            <a:t>Recomienda pautas para la implementación y fortalecimiento</a:t>
          </a:r>
          <a:endParaRPr lang="es-CO" sz="1600" b="1" kern="1200" dirty="0">
            <a:latin typeface="Futura Std Medium" pitchFamily="34" charset="0"/>
          </a:endParaRPr>
        </a:p>
        <a:p>
          <a:pPr marL="171450" lvl="1" indent="-171450" algn="just" defTabSz="711200">
            <a:lnSpc>
              <a:spcPct val="90000"/>
            </a:lnSpc>
            <a:spcBef>
              <a:spcPct val="0"/>
            </a:spcBef>
            <a:spcAft>
              <a:spcPct val="15000"/>
            </a:spcAft>
            <a:buChar char="••"/>
          </a:pPr>
          <a:r>
            <a:rPr lang="es-CO" sz="1600" b="1" kern="1200" dirty="0" smtClean="0">
              <a:latin typeface="Futura Std Medium" pitchFamily="34" charset="0"/>
            </a:rPr>
            <a:t>Toma decisiones de acuerdo al diagnóstico del estado del Sistema de Control Interno</a:t>
          </a:r>
          <a:endParaRPr lang="es-CO" sz="1600" b="1" kern="1200" dirty="0">
            <a:latin typeface="Futura Std Medium" pitchFamily="34" charset="0"/>
          </a:endParaRPr>
        </a:p>
      </dsp:txBody>
      <dsp:txXfrm rot="-5400000">
        <a:off x="1861550" y="1807690"/>
        <a:ext cx="5140504" cy="1374329"/>
      </dsp:txXfrm>
    </dsp:sp>
    <dsp:sp modelId="{4FE7E3E0-4802-4E57-BAD6-E9D4712F79A8}">
      <dsp:nvSpPr>
        <dsp:cNvPr id="0" name=""/>
        <dsp:cNvSpPr/>
      </dsp:nvSpPr>
      <dsp:spPr>
        <a:xfrm>
          <a:off x="8830" y="1786600"/>
          <a:ext cx="1852719" cy="1446703"/>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32385" rIns="64770" bIns="32385" numCol="1" spcCol="1270" anchor="ctr" anchorCtr="0">
          <a:noAutofit/>
        </a:bodyPr>
        <a:lstStyle/>
        <a:p>
          <a:pPr lvl="0" algn="ctr" defTabSz="755650">
            <a:lnSpc>
              <a:spcPct val="90000"/>
            </a:lnSpc>
            <a:spcBef>
              <a:spcPct val="0"/>
            </a:spcBef>
            <a:spcAft>
              <a:spcPct val="35000"/>
            </a:spcAft>
          </a:pPr>
          <a:r>
            <a:rPr lang="es-CO" sz="1700" b="1" kern="1200" dirty="0" smtClean="0">
              <a:latin typeface="Futura Std Medium" pitchFamily="34" charset="0"/>
            </a:rPr>
            <a:t>Comité de Coordinación de Control Interno</a:t>
          </a:r>
          <a:endParaRPr lang="es-CO" sz="1700" b="1" kern="1200" dirty="0">
            <a:latin typeface="Futura Std Medium" pitchFamily="34" charset="0"/>
          </a:endParaRPr>
        </a:p>
      </dsp:txBody>
      <dsp:txXfrm>
        <a:off x="79452" y="1857222"/>
        <a:ext cx="1711475" cy="1305459"/>
      </dsp:txXfrm>
    </dsp:sp>
    <dsp:sp modelId="{C19F82CE-595E-4495-8907-97F5A67F76C8}">
      <dsp:nvSpPr>
        <dsp:cNvPr id="0" name=""/>
        <dsp:cNvSpPr/>
      </dsp:nvSpPr>
      <dsp:spPr>
        <a:xfrm rot="5400000">
          <a:off x="3727337" y="1510250"/>
          <a:ext cx="1523025" cy="5214852"/>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just" defTabSz="711200">
            <a:lnSpc>
              <a:spcPct val="90000"/>
            </a:lnSpc>
            <a:spcBef>
              <a:spcPct val="0"/>
            </a:spcBef>
            <a:spcAft>
              <a:spcPct val="15000"/>
            </a:spcAft>
            <a:buChar char="••"/>
          </a:pPr>
          <a:r>
            <a:rPr lang="es-CO" sz="1600" b="1" kern="1200" dirty="0" smtClean="0">
              <a:latin typeface="Futura Std Medium" pitchFamily="34" charset="0"/>
            </a:rPr>
            <a:t>Orienta, dirige y coordina el proyecto de implementación y/o fortalecimiento </a:t>
          </a:r>
          <a:endParaRPr lang="es-CO" sz="1600" b="1" kern="1200" dirty="0">
            <a:latin typeface="Futura Std Medium" pitchFamily="34" charset="0"/>
          </a:endParaRPr>
        </a:p>
        <a:p>
          <a:pPr marL="171450" lvl="1" indent="-171450" algn="just" defTabSz="711200">
            <a:lnSpc>
              <a:spcPct val="90000"/>
            </a:lnSpc>
            <a:spcBef>
              <a:spcPct val="0"/>
            </a:spcBef>
            <a:spcAft>
              <a:spcPct val="15000"/>
            </a:spcAft>
            <a:buChar char="••"/>
          </a:pPr>
          <a:r>
            <a:rPr lang="es-CO" sz="1600" b="1" kern="1200" dirty="0" smtClean="0">
              <a:latin typeface="Futura Std Medium" pitchFamily="34" charset="0"/>
            </a:rPr>
            <a:t>Dirige y coordina las actividades del Equipo MECI.</a:t>
          </a:r>
          <a:endParaRPr lang="es-CO" sz="1600" b="1" kern="1200" dirty="0">
            <a:latin typeface="Futura Std Medium" pitchFamily="34" charset="0"/>
          </a:endParaRPr>
        </a:p>
        <a:p>
          <a:pPr marL="171450" lvl="1" indent="-171450" algn="just" defTabSz="711200">
            <a:lnSpc>
              <a:spcPct val="90000"/>
            </a:lnSpc>
            <a:spcBef>
              <a:spcPct val="0"/>
            </a:spcBef>
            <a:spcAft>
              <a:spcPct val="15000"/>
            </a:spcAft>
            <a:buChar char="••"/>
          </a:pPr>
          <a:r>
            <a:rPr lang="es-CO" sz="1600" b="1" kern="1200" dirty="0" smtClean="0">
              <a:latin typeface="Futura Std Medium" pitchFamily="34" charset="0"/>
            </a:rPr>
            <a:t>Somete a consideración del Comité de Coordinación de Control la aprobación de las actividades para el fortalecimiento del MECI.</a:t>
          </a:r>
          <a:endParaRPr lang="es-CO" sz="1600" b="1" kern="1200" dirty="0">
            <a:latin typeface="Futura Std Medium" pitchFamily="34" charset="0"/>
          </a:endParaRPr>
        </a:p>
      </dsp:txBody>
      <dsp:txXfrm rot="-5400000">
        <a:off x="1881424" y="3430511"/>
        <a:ext cx="5140504" cy="1374329"/>
      </dsp:txXfrm>
    </dsp:sp>
    <dsp:sp modelId="{C8A0AD89-4F1E-4964-A072-2AEBBA9FC70C}">
      <dsp:nvSpPr>
        <dsp:cNvPr id="0" name=""/>
        <dsp:cNvSpPr/>
      </dsp:nvSpPr>
      <dsp:spPr>
        <a:xfrm>
          <a:off x="8830" y="3351557"/>
          <a:ext cx="1872593" cy="153224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32385" rIns="64770" bIns="32385" numCol="1" spcCol="1270" anchor="ctr" anchorCtr="0">
          <a:noAutofit/>
        </a:bodyPr>
        <a:lstStyle/>
        <a:p>
          <a:pPr lvl="0" algn="ctr" defTabSz="755650">
            <a:lnSpc>
              <a:spcPct val="90000"/>
            </a:lnSpc>
            <a:spcBef>
              <a:spcPct val="0"/>
            </a:spcBef>
            <a:spcAft>
              <a:spcPct val="35000"/>
            </a:spcAft>
          </a:pPr>
          <a:r>
            <a:rPr lang="es-CO" sz="1700" b="1" kern="1200" dirty="0" smtClean="0">
              <a:latin typeface="Futura Std Medium" pitchFamily="34" charset="0"/>
            </a:rPr>
            <a:t>Representante de la Alta Dirección</a:t>
          </a:r>
          <a:endParaRPr lang="es-CO" sz="1700" b="1" kern="1200" dirty="0">
            <a:latin typeface="Futura Std Medium" pitchFamily="34" charset="0"/>
          </a:endParaRPr>
        </a:p>
      </dsp:txBody>
      <dsp:txXfrm>
        <a:off x="83628" y="3426355"/>
        <a:ext cx="1722997" cy="1382644"/>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A6BF8F-5E42-413F-AAC8-790DE2FDF2C2}">
      <dsp:nvSpPr>
        <dsp:cNvPr id="0" name=""/>
        <dsp:cNvSpPr/>
      </dsp:nvSpPr>
      <dsp:spPr>
        <a:xfrm rot="5400000">
          <a:off x="4510254" y="-1637739"/>
          <a:ext cx="1597293" cy="4995715"/>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just" defTabSz="711200">
            <a:lnSpc>
              <a:spcPct val="90000"/>
            </a:lnSpc>
            <a:spcBef>
              <a:spcPct val="0"/>
            </a:spcBef>
            <a:spcAft>
              <a:spcPct val="15000"/>
            </a:spcAft>
            <a:buChar char="••"/>
          </a:pPr>
          <a:r>
            <a:rPr lang="es-CO" sz="1600" b="0" kern="1200" dirty="0" smtClean="0">
              <a:latin typeface="Futura Std Medium" pitchFamily="34" charset="0"/>
            </a:rPr>
            <a:t>Apoya y participa activamente el proceso de implementación </a:t>
          </a:r>
          <a:r>
            <a:rPr lang="es-CO" sz="1600" kern="1200" dirty="0" smtClean="0">
              <a:latin typeface="Futura Std Medium" pitchFamily="34" charset="0"/>
            </a:rPr>
            <a:t>y fortalecimiento del Modelo.</a:t>
          </a:r>
          <a:endParaRPr lang="es-CO" sz="1600" kern="1200" dirty="0">
            <a:latin typeface="Futura Std Medium" pitchFamily="34" charset="0"/>
          </a:endParaRPr>
        </a:p>
        <a:p>
          <a:pPr marL="171450" lvl="1" indent="-171450" algn="just" defTabSz="711200">
            <a:lnSpc>
              <a:spcPct val="90000"/>
            </a:lnSpc>
            <a:spcBef>
              <a:spcPct val="0"/>
            </a:spcBef>
            <a:spcAft>
              <a:spcPct val="15000"/>
            </a:spcAft>
            <a:buChar char="••"/>
          </a:pPr>
          <a:r>
            <a:rPr lang="es-CO" sz="1600" b="0" kern="1200" dirty="0" smtClean="0">
              <a:latin typeface="Futura Std Medium" pitchFamily="34" charset="0"/>
            </a:rPr>
            <a:t>Asesora a los procesos de la entidad </a:t>
          </a:r>
          <a:r>
            <a:rPr lang="es-CO" sz="1600" kern="1200" dirty="0" smtClean="0">
              <a:latin typeface="Futura Std Medium" pitchFamily="34" charset="0"/>
            </a:rPr>
            <a:t>en la implementación y fortalecimiento </a:t>
          </a:r>
          <a:endParaRPr lang="es-CO" sz="1600" kern="1200" dirty="0">
            <a:latin typeface="Futura Std Medium" pitchFamily="34" charset="0"/>
          </a:endParaRPr>
        </a:p>
        <a:p>
          <a:pPr marL="171450" lvl="1" indent="-171450" algn="just" defTabSz="711200">
            <a:lnSpc>
              <a:spcPct val="90000"/>
            </a:lnSpc>
            <a:spcBef>
              <a:spcPct val="0"/>
            </a:spcBef>
            <a:spcAft>
              <a:spcPct val="15000"/>
            </a:spcAft>
            <a:buChar char="••"/>
          </a:pPr>
          <a:r>
            <a:rPr lang="es-CO" sz="1600" b="0" kern="1200" dirty="0" smtClean="0">
              <a:latin typeface="Futura Std Medium" pitchFamily="34" charset="0"/>
            </a:rPr>
            <a:t>Revisa, analiza y consolida la información </a:t>
          </a:r>
          <a:r>
            <a:rPr lang="es-CO" sz="1600" kern="1200" dirty="0" smtClean="0">
              <a:latin typeface="Futura Std Medium" pitchFamily="34" charset="0"/>
            </a:rPr>
            <a:t>para presentar propuestas para la  implementación y fortalecimiento</a:t>
          </a:r>
          <a:endParaRPr lang="es-CO" sz="1600" kern="1200" dirty="0">
            <a:latin typeface="Futura Std Medium" pitchFamily="34" charset="0"/>
          </a:endParaRPr>
        </a:p>
      </dsp:txBody>
      <dsp:txXfrm rot="-5400000">
        <a:off x="2811044" y="139444"/>
        <a:ext cx="4917742" cy="1441347"/>
      </dsp:txXfrm>
    </dsp:sp>
    <dsp:sp modelId="{83B0F434-821B-49FC-BCB7-80C7826C969A}">
      <dsp:nvSpPr>
        <dsp:cNvPr id="0" name=""/>
        <dsp:cNvSpPr/>
      </dsp:nvSpPr>
      <dsp:spPr>
        <a:xfrm>
          <a:off x="953" y="0"/>
          <a:ext cx="2810090" cy="1715832"/>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59055" rIns="118110" bIns="59055" numCol="1" spcCol="1270" anchor="ctr" anchorCtr="0">
          <a:noAutofit/>
        </a:bodyPr>
        <a:lstStyle/>
        <a:p>
          <a:pPr lvl="0" algn="ctr" defTabSz="1377950">
            <a:lnSpc>
              <a:spcPct val="90000"/>
            </a:lnSpc>
            <a:spcBef>
              <a:spcPct val="0"/>
            </a:spcBef>
            <a:spcAft>
              <a:spcPct val="35000"/>
            </a:spcAft>
          </a:pPr>
          <a:r>
            <a:rPr lang="es-CO" sz="3100" kern="1200" dirty="0" smtClean="0">
              <a:latin typeface="Futura Std Medium" pitchFamily="34" charset="0"/>
            </a:rPr>
            <a:t>Equipo MECI</a:t>
          </a:r>
          <a:endParaRPr lang="es-CO" sz="3100" kern="1200" dirty="0">
            <a:latin typeface="Futura Std Medium" pitchFamily="34" charset="0"/>
          </a:endParaRPr>
        </a:p>
      </dsp:txBody>
      <dsp:txXfrm>
        <a:off x="84713" y="83760"/>
        <a:ext cx="2642570" cy="1548312"/>
      </dsp:txXfrm>
    </dsp:sp>
    <dsp:sp modelId="{F4786572-FD24-4F5C-82D4-F915FBE22DF3}">
      <dsp:nvSpPr>
        <dsp:cNvPr id="0" name=""/>
        <dsp:cNvSpPr/>
      </dsp:nvSpPr>
      <dsp:spPr>
        <a:xfrm rot="5400000">
          <a:off x="4510254" y="118653"/>
          <a:ext cx="1597293" cy="4995715"/>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just" defTabSz="711200">
            <a:lnSpc>
              <a:spcPct val="90000"/>
            </a:lnSpc>
            <a:spcBef>
              <a:spcPct val="0"/>
            </a:spcBef>
            <a:spcAft>
              <a:spcPct val="15000"/>
            </a:spcAft>
            <a:buChar char="••"/>
          </a:pPr>
          <a:r>
            <a:rPr lang="es-CO" sz="1600" kern="1200" dirty="0" smtClean="0">
              <a:latin typeface="Futura Std Medium" pitchFamily="34" charset="0"/>
            </a:rPr>
            <a:t>Evalúa del estado de la implementación y fortalecimiento</a:t>
          </a:r>
          <a:endParaRPr lang="es-CO" sz="1600" kern="1200" dirty="0">
            <a:latin typeface="Futura Std Medium" pitchFamily="34" charset="0"/>
          </a:endParaRPr>
        </a:p>
        <a:p>
          <a:pPr marL="171450" lvl="1" indent="-171450" algn="just" defTabSz="711200">
            <a:lnSpc>
              <a:spcPct val="90000"/>
            </a:lnSpc>
            <a:spcBef>
              <a:spcPct val="0"/>
            </a:spcBef>
            <a:spcAft>
              <a:spcPct val="15000"/>
            </a:spcAft>
            <a:buChar char="••"/>
          </a:pPr>
          <a:r>
            <a:rPr lang="es-CO" sz="1600" kern="1200" dirty="0" smtClean="0">
              <a:latin typeface="Futura Std Medium" pitchFamily="34" charset="0"/>
            </a:rPr>
            <a:t>Realiza seguimiento al cumplimiento y efectividad de los planes de mejoramiento</a:t>
          </a:r>
          <a:endParaRPr lang="es-CO" sz="1600" kern="1200" dirty="0">
            <a:latin typeface="Futura Std Medium" pitchFamily="34" charset="0"/>
          </a:endParaRPr>
        </a:p>
        <a:p>
          <a:pPr marL="171450" lvl="1" indent="-171450" algn="just" defTabSz="711200">
            <a:lnSpc>
              <a:spcPct val="90000"/>
            </a:lnSpc>
            <a:spcBef>
              <a:spcPct val="0"/>
            </a:spcBef>
            <a:spcAft>
              <a:spcPct val="15000"/>
            </a:spcAft>
            <a:buChar char="••"/>
          </a:pPr>
          <a:r>
            <a:rPr lang="es-CO" sz="1600" kern="1200" dirty="0" smtClean="0">
              <a:latin typeface="Futura Std Medium" pitchFamily="34" charset="0"/>
            </a:rPr>
            <a:t>Asesoría permanente</a:t>
          </a:r>
          <a:endParaRPr lang="es-CO" sz="1600" kern="1200" dirty="0">
            <a:latin typeface="Futura Std Medium" pitchFamily="34" charset="0"/>
          </a:endParaRPr>
        </a:p>
      </dsp:txBody>
      <dsp:txXfrm rot="-5400000">
        <a:off x="2811044" y="1895837"/>
        <a:ext cx="4917742" cy="1441347"/>
      </dsp:txXfrm>
    </dsp:sp>
    <dsp:sp modelId="{4FE7E3E0-4802-4E57-BAD6-E9D4712F79A8}">
      <dsp:nvSpPr>
        <dsp:cNvPr id="0" name=""/>
        <dsp:cNvSpPr/>
      </dsp:nvSpPr>
      <dsp:spPr>
        <a:xfrm>
          <a:off x="953" y="1873720"/>
          <a:ext cx="2810090" cy="1517248"/>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59055" rIns="118110" bIns="59055" numCol="1" spcCol="1270" anchor="ctr" anchorCtr="0">
          <a:noAutofit/>
        </a:bodyPr>
        <a:lstStyle/>
        <a:p>
          <a:pPr lvl="0" algn="ctr" defTabSz="1377950">
            <a:lnSpc>
              <a:spcPct val="90000"/>
            </a:lnSpc>
            <a:spcBef>
              <a:spcPct val="0"/>
            </a:spcBef>
            <a:spcAft>
              <a:spcPct val="35000"/>
            </a:spcAft>
          </a:pPr>
          <a:r>
            <a:rPr lang="es-CO" sz="3100" kern="1200" dirty="0" smtClean="0">
              <a:latin typeface="Futura Std Medium" pitchFamily="34" charset="0"/>
            </a:rPr>
            <a:t>Oficina de Control Interno</a:t>
          </a:r>
          <a:endParaRPr lang="es-CO" sz="3100" kern="1200" dirty="0">
            <a:latin typeface="Futura Std Medium" pitchFamily="34" charset="0"/>
          </a:endParaRPr>
        </a:p>
      </dsp:txBody>
      <dsp:txXfrm>
        <a:off x="75019" y="1947786"/>
        <a:ext cx="2661958" cy="1369116"/>
      </dsp:txXfrm>
    </dsp:sp>
    <dsp:sp modelId="{C19F82CE-595E-4495-8907-97F5A67F76C8}">
      <dsp:nvSpPr>
        <dsp:cNvPr id="0" name=""/>
        <dsp:cNvSpPr/>
      </dsp:nvSpPr>
      <dsp:spPr>
        <a:xfrm rot="5400000">
          <a:off x="4510254" y="1820609"/>
          <a:ext cx="1597293" cy="4995715"/>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14300" lvl="1" indent="-114300" algn="just" defTabSz="666750">
            <a:lnSpc>
              <a:spcPct val="90000"/>
            </a:lnSpc>
            <a:spcBef>
              <a:spcPct val="0"/>
            </a:spcBef>
            <a:spcAft>
              <a:spcPct val="15000"/>
            </a:spcAft>
            <a:buChar char="••"/>
          </a:pPr>
          <a:r>
            <a:rPr lang="es-CO" sz="1500" kern="1200" dirty="0" smtClean="0">
              <a:latin typeface="Futura Std Medium" pitchFamily="34" charset="0"/>
            </a:rPr>
            <a:t>Responsables por la operatividad eficiente de los procesos, actividades y tareas a su cargo. </a:t>
          </a:r>
          <a:endParaRPr lang="es-CO" sz="1500" kern="1200" dirty="0">
            <a:latin typeface="Futura Std Medium" pitchFamily="34" charset="0"/>
          </a:endParaRPr>
        </a:p>
        <a:p>
          <a:pPr marL="114300" lvl="1" indent="-114300" algn="just" defTabSz="666750">
            <a:lnSpc>
              <a:spcPct val="90000"/>
            </a:lnSpc>
            <a:spcBef>
              <a:spcPct val="0"/>
            </a:spcBef>
            <a:spcAft>
              <a:spcPct val="15000"/>
            </a:spcAft>
            <a:buChar char="••"/>
          </a:pPr>
          <a:r>
            <a:rPr lang="es-CO" sz="1500" kern="1200" dirty="0" smtClean="0">
              <a:latin typeface="Futura Std Medium" pitchFamily="34" charset="0"/>
            </a:rPr>
            <a:t>Supervisan continuamente a la eficacia de los controles</a:t>
          </a:r>
          <a:endParaRPr lang="es-CO" sz="1500" kern="1200" dirty="0">
            <a:latin typeface="Futura Std Medium" pitchFamily="34" charset="0"/>
          </a:endParaRPr>
        </a:p>
        <a:p>
          <a:pPr marL="114300" lvl="1" indent="-114300" algn="just" defTabSz="666750">
            <a:lnSpc>
              <a:spcPct val="90000"/>
            </a:lnSpc>
            <a:spcBef>
              <a:spcPct val="0"/>
            </a:spcBef>
            <a:spcAft>
              <a:spcPct val="15000"/>
            </a:spcAft>
            <a:buChar char="••"/>
          </a:pPr>
          <a:r>
            <a:rPr lang="es-CO" sz="1500" kern="1200" dirty="0" smtClean="0">
              <a:latin typeface="Futura Std Medium" pitchFamily="34" charset="0"/>
            </a:rPr>
            <a:t>Autoevalúan permanente a los resultados de su labor</a:t>
          </a:r>
          <a:endParaRPr lang="es-CO" sz="1500" kern="1200" dirty="0">
            <a:latin typeface="Futura Std Medium" pitchFamily="34" charset="0"/>
          </a:endParaRPr>
        </a:p>
        <a:p>
          <a:pPr marL="114300" lvl="1" indent="-114300" algn="just" defTabSz="666750">
            <a:lnSpc>
              <a:spcPct val="90000"/>
            </a:lnSpc>
            <a:spcBef>
              <a:spcPct val="0"/>
            </a:spcBef>
            <a:spcAft>
              <a:spcPct val="15000"/>
            </a:spcAft>
            <a:buChar char="••"/>
          </a:pPr>
          <a:r>
            <a:rPr lang="es-CO" sz="1500" kern="1200" dirty="0" smtClean="0">
              <a:latin typeface="Futura Std Medium" pitchFamily="34" charset="0"/>
            </a:rPr>
            <a:t>Toman acciones que permiten  el ejercicio del autocontrol en sus puestos de trabajo</a:t>
          </a:r>
          <a:endParaRPr lang="es-CO" sz="1500" kern="1200" dirty="0">
            <a:latin typeface="Futura Std Medium" pitchFamily="34" charset="0"/>
          </a:endParaRPr>
        </a:p>
      </dsp:txBody>
      <dsp:txXfrm rot="-5400000">
        <a:off x="2811044" y="3597793"/>
        <a:ext cx="4917742" cy="1441347"/>
      </dsp:txXfrm>
    </dsp:sp>
    <dsp:sp modelId="{C8A0AD89-4F1E-4964-A072-2AEBBA9FC70C}">
      <dsp:nvSpPr>
        <dsp:cNvPr id="0" name=""/>
        <dsp:cNvSpPr/>
      </dsp:nvSpPr>
      <dsp:spPr>
        <a:xfrm>
          <a:off x="953" y="3514989"/>
          <a:ext cx="2810090" cy="1606956"/>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59055" rIns="118110" bIns="59055" numCol="1" spcCol="1270" anchor="ctr" anchorCtr="0">
          <a:noAutofit/>
        </a:bodyPr>
        <a:lstStyle/>
        <a:p>
          <a:pPr lvl="0" algn="ctr" defTabSz="1377950">
            <a:lnSpc>
              <a:spcPct val="90000"/>
            </a:lnSpc>
            <a:spcBef>
              <a:spcPct val="0"/>
            </a:spcBef>
            <a:spcAft>
              <a:spcPct val="35000"/>
            </a:spcAft>
          </a:pPr>
          <a:r>
            <a:rPr lang="es-CO" sz="3100" kern="1200" dirty="0" smtClean="0">
              <a:latin typeface="Futura Std Medium" pitchFamily="34" charset="0"/>
            </a:rPr>
            <a:t>Servidores Públicos</a:t>
          </a:r>
          <a:endParaRPr lang="es-CO" sz="3100" kern="1200" dirty="0">
            <a:latin typeface="Futura Std Medium" pitchFamily="34" charset="0"/>
          </a:endParaRPr>
        </a:p>
      </dsp:txBody>
      <dsp:txXfrm>
        <a:off x="79398" y="3593434"/>
        <a:ext cx="2653200" cy="1450066"/>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vList4#2">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4#2">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vList4#3">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4#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vList4#3">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vList4#3">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4#3">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4.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5.xml><?xml version="1.0" encoding="utf-8"?>
<dgm:layoutDef xmlns:dgm="http://schemas.openxmlformats.org/drawingml/2006/diagram" xmlns:a="http://schemas.openxmlformats.org/drawingml/2006/main" uniqueId="urn:microsoft.com/office/officeart/2005/8/layout/venn2">
  <dgm:title val=""/>
  <dgm:desc val=""/>
  <dgm:catLst>
    <dgm:cat type="relationship" pri="30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resizeHandles val="exact"/>
    </dgm:varLst>
    <dgm:alg type="composite">
      <dgm:param type="ar" val="1"/>
    </dgm:alg>
    <dgm:shape xmlns:r="http://schemas.openxmlformats.org/officeDocument/2006/relationships" r:blip="">
      <dgm:adjLst/>
    </dgm:shape>
    <dgm:presOf/>
    <dgm:choose name="Name1">
      <dgm:if name="Name2" axis="ch" ptType="node" func="cnt" op="lte" val="3">
        <dgm:constrLst>
          <dgm:constr type="w" for="ch" forName="comp1" refType="w"/>
          <dgm:constr type="h" for="ch" forName="comp1" refType="w" refFor="ch" refForName="comp1"/>
          <dgm:constr type="w" for="ch" forName="comp2" refType="w" fact="0.75"/>
          <dgm:constr type="h" for="ch" forName="comp2" refType="w" refFor="ch" refForName="comp2"/>
          <dgm:constr type="ctrX" for="ch" forName="comp2" refType="ctrX" refFor="ch" refForName="comp1"/>
          <dgm:constr type="b" for="ch" forName="comp2" refType="b" refFor="ch" refForName="comp1"/>
          <dgm:constr type="w" for="ch" forName="comp3" refType="w" fact="0.5"/>
          <dgm:constr type="h" for="ch" forName="comp3" refType="w" refFor="ch" refForName="comp3"/>
          <dgm:constr type="ctrX" for="ch" forName="comp3" refType="ctrX" refFor="ch" refForName="comp1"/>
          <dgm:constr type="b" for="ch" forName="comp3" refType="b" refFor="ch" refForName="comp1"/>
          <dgm:constr type="primFontSz" for="des" ptType="node" op="equ" val="65"/>
        </dgm:constrLst>
      </dgm:if>
      <dgm:if name="Name3" axis="ch" ptType="node" func="cnt" op="equ" val="4">
        <dgm:constrLst>
          <dgm:constr type="w" for="ch" forName="comp1" refType="w"/>
          <dgm:constr type="h" for="ch" forName="comp1" refType="w" refFor="ch" refForName="comp1"/>
          <dgm:constr type="w" for="ch" forName="comp2" refType="w" fact="0.8"/>
          <dgm:constr type="h" for="ch" forName="comp2" refType="w" refFor="ch" refForName="comp2"/>
          <dgm:constr type="ctrX" for="ch" forName="comp2" refType="ctrX" refFor="ch" refForName="comp1"/>
          <dgm:constr type="b" for="ch" forName="comp2" refType="b" refFor="ch" refForName="comp1"/>
          <dgm:constr type="w" for="ch" forName="comp3" refType="w" fact="0.6"/>
          <dgm:constr type="h" for="ch" forName="comp3" refType="w" refFor="ch" refForName="comp3"/>
          <dgm:constr type="ctrX" for="ch" forName="comp3" refType="ctrX" refFor="ch" refForName="comp1"/>
          <dgm:constr type="b" for="ch" forName="comp3" refType="b" refFor="ch" refForName="comp1"/>
          <dgm:constr type="w" for="ch" forName="comp4" refType="w" fact="0.4"/>
          <dgm:constr type="h" for="ch" forName="comp4" refType="w" refFor="ch" refForName="comp4"/>
          <dgm:constr type="ctrX" for="ch" forName="comp4" refType="ctrX" refFor="ch" refForName="comp1"/>
          <dgm:constr type="b" for="ch" forName="comp4" refType="b" refFor="ch" refForName="comp1"/>
          <dgm:constr type="primFontSz" for="des" ptType="node" op="equ" val="65"/>
        </dgm:constrLst>
      </dgm:if>
      <dgm:else name="Name4">
        <dgm:constrLst>
          <dgm:constr type="w" for="ch" forName="comp1" refType="w"/>
          <dgm:constr type="h" for="ch" forName="comp1" refType="w" refFor="ch" refForName="comp1"/>
          <dgm:constr type="w" for="ch" forName="comp2" refType="w" fact="0.85"/>
          <dgm:constr type="h" for="ch" forName="comp2" refType="w" refFor="ch" refForName="comp2"/>
          <dgm:constr type="ctrX" for="ch" forName="comp2" refType="ctrX" refFor="ch" refForName="comp1"/>
          <dgm:constr type="b" for="ch" forName="comp2" refType="b" refFor="ch" refForName="comp1"/>
          <dgm:constr type="w" for="ch" forName="comp3" refType="w" fact="0.7"/>
          <dgm:constr type="h" for="ch" forName="comp3" refType="w" refFor="ch" refForName="comp3"/>
          <dgm:constr type="ctrX" for="ch" forName="comp3" refType="ctrX" refFor="ch" refForName="comp1"/>
          <dgm:constr type="b" for="ch" forName="comp3" refType="b" refFor="ch" refForName="comp1"/>
          <dgm:constr type="w" for="ch" forName="comp4" refType="w" fact="0.55"/>
          <dgm:constr type="h" for="ch" forName="comp4" refType="w" refFor="ch" refForName="comp4"/>
          <dgm:constr type="ctrX" for="ch" forName="comp4" refType="ctrX" refFor="ch" refForName="comp1"/>
          <dgm:constr type="b" for="ch" forName="comp4" refType="b" refFor="ch" refForName="comp1"/>
          <dgm:constr type="w" for="ch" forName="comp5" refType="w" fact="0.4"/>
          <dgm:constr type="h" for="ch" forName="comp5" refType="w" refFor="ch" refForName="comp5"/>
          <dgm:constr type="ctrX" for="ch" forName="comp5" refType="ctrX" refFor="ch" refForName="comp1"/>
          <dgm:constr type="b" for="ch" forName="comp5" refType="b" refFor="ch" refForName="comp1"/>
          <dgm:constr type="w" for="ch" forName="comp6" refType="w" fact="0.25"/>
          <dgm:constr type="h" for="ch" forName="comp6" refType="w" refFor="ch" refForName="comp6"/>
          <dgm:constr type="ctrX" for="ch" forName="comp6" refType="ctrX" refFor="ch" refForName="comp1"/>
          <dgm:constr type="b" for="ch" forName="comp6" refType="b" refFor="ch" refForName="comp1"/>
          <dgm:constr type="w" for="ch" forName="comp7" refType="w" fact="0.15"/>
          <dgm:constr type="h" for="ch" forName="comp7" refType="w" refFor="ch" refForName="comp7"/>
          <dgm:constr type="ctrX" for="ch" forName="comp7" refType="ctrX" refFor="ch" refForName="comp1"/>
          <dgm:constr type="b" for="ch" forName="comp7" refType="b" refFor="ch" refForName="comp1"/>
          <dgm:constr type="primFontSz" for="des" ptType="node" op="equ" val="65"/>
        </dgm:constrLst>
      </dgm:else>
    </dgm:choose>
    <dgm:ruleLst/>
    <dgm:choose name="Name5">
      <dgm:if name="Name6" axis="ch" ptType="node" func="cnt" op="gte" val="1">
        <dgm:layoutNode name="comp1">
          <dgm:alg type="composite"/>
          <dgm:shape xmlns:r="http://schemas.openxmlformats.org/officeDocument/2006/relationships" r:blip="">
            <dgm:adjLst/>
          </dgm:shape>
          <dgm:presOf/>
          <dgm:choose name="Name7">
            <dgm:if name="Name8" axis="ch" ptType="node" func="cnt" op="equ" val="1">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5"/>
                <dgm:constr type="w" for="ch" forName="c1text" refType="w" refFor="ch" refForName="circle1" fact="0.70711"/>
                <dgm:constr type="h" for="ch" forName="c1text" refType="h" refFor="ch" refForName="circle1" fact="0.5"/>
              </dgm:constrLst>
            </dgm:if>
            <dgm:if name="Name9" axis="ch" ptType="node" func="cnt" op="equ" val="2">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6"/>
                <dgm:constr type="w" for="ch" forName="c1text" refType="w" refFor="ch" refForName="circle1" fact="0.525"/>
                <dgm:constr type="h" for="ch" forName="c1text" refType="h" refFor="ch" refForName="circle1" fact="0.17"/>
              </dgm:constrLst>
            </dgm:if>
            <dgm:if name="Name10" axis="ch" ptType="node" func="cnt" op="equ" val="3">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25"/>
                <dgm:constr type="w" for="ch" forName="c1text" refType="w" refFor="ch" refForName="circle1" fact="0.3495"/>
                <dgm:constr type="h" for="ch" forName="c1text" refType="h" refFor="ch" refForName="circle1" fact="0.15"/>
              </dgm:constrLst>
            </dgm:if>
            <dgm:if name="Name11" axis="ch" ptType="node" func="cnt" op="equ" val="4">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25"/>
                <dgm:constr type="w" for="ch" forName="c1text" refType="w" refFor="ch" refForName="circle1" fact="0.2796"/>
                <dgm:constr type="h" for="ch" forName="c1text" refType="h" refFor="ch" refForName="circle1" fact="0.15"/>
              </dgm:constrLst>
            </dgm:if>
            <dgm:if name="Name12" axis="ch" ptType="node" func="cnt" op="gte" val="5">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
                <dgm:constr type="w" for="ch" forName="c1text" refType="w" refFor="ch" refForName="circle1" fact="0.375"/>
                <dgm:constr type="h" for="ch" forName="c1text" refType="h" refFor="ch" refForName="circle1" fact="0.1"/>
              </dgm:constrLst>
            </dgm:if>
            <dgm:else name="Name13"/>
          </dgm:choose>
          <dgm:ruleLst/>
          <dgm:layoutNode name="circle1" styleLbl="node1">
            <dgm:alg type="sp"/>
            <dgm:shape xmlns:r="http://schemas.openxmlformats.org/officeDocument/2006/relationships" type="ellipse" r:blip="">
              <dgm:adjLst/>
            </dgm:shape>
            <dgm:presOf axis="ch desOrSelf" ptType="node node" st="1 1" cnt="1 0"/>
            <dgm:constrLst>
              <dgm:constr type="h" refType="w"/>
            </dgm:constrLst>
            <dgm:ruleLst/>
          </dgm:layoutNode>
          <dgm:layoutNode name="c1text">
            <dgm:varLst>
              <dgm:bulletEnabled val="1"/>
            </dgm:varLst>
            <dgm:alg type="tx"/>
            <dgm:shape xmlns:r="http://schemas.openxmlformats.org/officeDocument/2006/relationships" type="rect" r:blip="" hideGeom="1">
              <dgm:adjLst/>
            </dgm:shape>
            <dgm:presOf axis="ch desOrSelf" ptType="node node" st="1 1" cnt="1 0"/>
            <dgm:constrLst/>
            <dgm:ruleLst>
              <dgm:rule type="primFontSz" val="5" fact="NaN" max="NaN"/>
            </dgm:ruleLst>
          </dgm:layoutNode>
        </dgm:layoutNode>
      </dgm:if>
      <dgm:else name="Name14"/>
    </dgm:choose>
    <dgm:choose name="Name15">
      <dgm:if name="Name16" axis="ch" ptType="node" func="cnt" op="gte" val="2">
        <dgm:layoutNode name="comp2">
          <dgm:alg type="composite"/>
          <dgm:shape xmlns:r="http://schemas.openxmlformats.org/officeDocument/2006/relationships" r:blip="">
            <dgm:adjLst/>
          </dgm:shape>
          <dgm:presOf/>
          <dgm:choose name="Name17">
            <dgm:if name="Name18" axis="ch" ptType="node" func="cnt" op="equ" val="2">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5"/>
                <dgm:constr type="w" for="ch" forName="c2text" refType="w" refFor="ch" refForName="circle2" fact="0.70711"/>
                <dgm:constr type="h" for="ch" forName="c2text" refType="h" refFor="ch" refForName="circle2" fact="0.5"/>
              </dgm:constrLst>
            </dgm:if>
            <dgm:if name="Name19" axis="ch" ptType="node" func="cnt" op="equ" val="3">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5625"/>
                <dgm:constr type="w" for="ch" forName="c2text" refType="w" refFor="ch" refForName="circle2" fact="0.466"/>
                <dgm:constr type="h" for="ch" forName="c2text" refType="h" refFor="ch" refForName="circle2" fact="0.1875"/>
              </dgm:constrLst>
            </dgm:if>
            <dgm:if name="Name20" axis="ch" ptType="node" func="cnt" op="equ" val="4">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5"/>
                <dgm:constr type="w" for="ch" forName="c2text" refType="w" refFor="ch" refForName="circle2" fact="0.3495"/>
                <dgm:constr type="h" for="ch" forName="c2text" refType="h" refFor="ch" refForName="circle2" fact="0.18"/>
              </dgm:constrLst>
            </dgm:if>
            <dgm:if name="Name21" axis="ch" ptType="node" func="cnt" op="gte" val="5">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15"/>
                <dgm:constr type="w" for="ch" forName="c2text" refType="w" refFor="ch" refForName="circle2" fact="0.43125"/>
                <dgm:constr type="h" for="ch" forName="c2text" refType="h" refFor="ch" refForName="circle2" fact="0.115"/>
              </dgm:constrLst>
            </dgm:if>
            <dgm:else name="Name22"/>
          </dgm:choose>
          <dgm:ruleLst/>
          <dgm:layoutNode name="circle2" styleLbl="node1">
            <dgm:alg type="sp"/>
            <dgm:shape xmlns:r="http://schemas.openxmlformats.org/officeDocument/2006/relationships" type="ellipse" r:blip="">
              <dgm:adjLst/>
            </dgm:shape>
            <dgm:presOf axis="ch desOrSelf" ptType="node node" st="2 1" cnt="1 0"/>
            <dgm:constrLst>
              <dgm:constr type="h" refType="w"/>
            </dgm:constrLst>
            <dgm:ruleLst/>
          </dgm:layoutNode>
          <dgm:layoutNode name="c2text">
            <dgm:varLst>
              <dgm:bulletEnabled val="1"/>
            </dgm:varLst>
            <dgm:alg type="tx"/>
            <dgm:shape xmlns:r="http://schemas.openxmlformats.org/officeDocument/2006/relationships" type="rect" r:blip="" hideGeom="1">
              <dgm:adjLst/>
            </dgm:shape>
            <dgm:presOf axis="ch desOrSelf" ptType="node node" st="2 1" cnt="1 0"/>
            <dgm:constrLst/>
            <dgm:ruleLst>
              <dgm:rule type="primFontSz" val="5" fact="NaN" max="NaN"/>
            </dgm:ruleLst>
          </dgm:layoutNode>
        </dgm:layoutNode>
      </dgm:if>
      <dgm:else name="Name23"/>
    </dgm:choose>
    <dgm:choose name="Name24">
      <dgm:if name="Name25" axis="ch" ptType="node" func="cnt" op="gte" val="3">
        <dgm:layoutNode name="comp3">
          <dgm:alg type="composite"/>
          <dgm:shape xmlns:r="http://schemas.openxmlformats.org/officeDocument/2006/relationships" r:blip="">
            <dgm:adjLst/>
          </dgm:shape>
          <dgm:presOf/>
          <dgm:choose name="Name26">
            <dgm:if name="Name27" axis="ch" ptType="node" func="cnt" op="equ" val="3">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5"/>
                <dgm:constr type="w" for="ch" forName="c3text" refType="w" refFor="ch" refForName="circle3" fact="0.70711"/>
                <dgm:constr type="h" for="ch" forName="c3text" refType="h" refFor="ch" refForName="circle3" fact="0.5"/>
              </dgm:constrLst>
            </dgm:if>
            <dgm:if name="Name28" axis="ch" ptType="node" func="cnt" op="equ" val="4">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1875"/>
                <dgm:constr type="w" for="ch" forName="c3text" refType="w" refFor="ch" refForName="circle3" fact="0.466"/>
                <dgm:constr type="h" for="ch" forName="c3text" refType="h" refFor="ch" refForName="circle3" fact="0.225"/>
              </dgm:constrLst>
            </dgm:if>
            <dgm:if name="Name29" axis="ch" ptType="node" func="cnt" op="gte" val="5">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138"/>
                <dgm:constr type="w" for="ch" forName="c3text" refType="w" refFor="ch" refForName="circle3" fact="0.5175"/>
                <dgm:constr type="h" for="ch" forName="c3text" refType="h" refFor="ch" refForName="circle3" fact="0.138"/>
              </dgm:constrLst>
            </dgm:if>
            <dgm:else name="Name30"/>
          </dgm:choose>
          <dgm:ruleLst/>
          <dgm:layoutNode name="circle3" styleLbl="node1">
            <dgm:alg type="sp"/>
            <dgm:shape xmlns:r="http://schemas.openxmlformats.org/officeDocument/2006/relationships" type="ellipse" r:blip="">
              <dgm:adjLst/>
            </dgm:shape>
            <dgm:presOf axis="ch desOrSelf" ptType="node node" st="3 1" cnt="1 0"/>
            <dgm:constrLst>
              <dgm:constr type="h" refType="w"/>
            </dgm:constrLst>
            <dgm:ruleLst/>
          </dgm:layoutNode>
          <dgm:layoutNode name="c3text">
            <dgm:varLst>
              <dgm:bulletEnabled val="1"/>
            </dgm:varLst>
            <dgm:alg type="tx"/>
            <dgm:shape xmlns:r="http://schemas.openxmlformats.org/officeDocument/2006/relationships" type="rect" r:blip="" hideGeom="1">
              <dgm:adjLst/>
            </dgm:shape>
            <dgm:presOf axis="ch desOrSelf" ptType="node node" st="3 1" cnt="1 0"/>
            <dgm:constrLst/>
            <dgm:ruleLst>
              <dgm:rule type="primFontSz" val="5" fact="NaN" max="NaN"/>
            </dgm:ruleLst>
          </dgm:layoutNode>
        </dgm:layoutNode>
      </dgm:if>
      <dgm:else name="Name31"/>
    </dgm:choose>
    <dgm:choose name="Name32">
      <dgm:if name="Name33" axis="ch" ptType="node" func="cnt" op="gte" val="4">
        <dgm:layoutNode name="comp4">
          <dgm:alg type="composite"/>
          <dgm:shape xmlns:r="http://schemas.openxmlformats.org/officeDocument/2006/relationships" r:blip="">
            <dgm:adjLst/>
          </dgm:shape>
          <dgm:presOf/>
          <dgm:choose name="Name34">
            <dgm:if name="Name35" axis="ch" ptType="node" func="cnt" op="equ" val="4">
              <dgm:constrLst>
                <dgm:constr type="w" for="ch" forName="circle4" refType="w"/>
                <dgm:constr type="h" for="ch" forName="circle4" refType="h"/>
                <dgm:constr type="ctrX" for="ch" forName="circle4" refType="w" fact="0.5"/>
                <dgm:constr type="ctrY" for="ch" forName="circle4" refType="h" fact="0.5"/>
                <dgm:constr type="ctrX" for="ch" forName="c4text" refType="w" fact="0.5"/>
                <dgm:constr type="ctrY" for="ch" forName="c4text" refType="h" fact="0.5"/>
                <dgm:constr type="w" for="ch" forName="c4text" refType="w" refFor="ch" refForName="circle4" fact="0.70711"/>
                <dgm:constr type="h" for="ch" forName="c4text" refType="h" refFor="ch" refForName="circle4" fact="0.5"/>
              </dgm:constrLst>
            </dgm:if>
            <dgm:if name="Name36" axis="ch" ptType="node" func="cnt" op="gte" val="5">
              <dgm:constrLst>
                <dgm:constr type="w" for="ch" forName="circle4" refType="w"/>
                <dgm:constr type="h" for="ch" forName="circle4" refType="h"/>
                <dgm:constr type="ctrX" for="ch" forName="circle4" refType="w" fact="0.5"/>
                <dgm:constr type="ctrY" for="ch" forName="circle4" refType="h" fact="0.5"/>
                <dgm:constr type="ctrX" for="ch" forName="c4text" refType="w" fact="0.5"/>
                <dgm:constr type="ctrY" for="ch" forName="c4text" refType="h" fact="0.18"/>
                <dgm:constr type="w" for="ch" forName="c4text" refType="w" refFor="ch" refForName="circle4" fact="0.54"/>
                <dgm:constr type="h" for="ch" forName="c4text" refType="h" refFor="ch" refForName="circle4" fact="0.18"/>
              </dgm:constrLst>
            </dgm:if>
            <dgm:else name="Name37"/>
          </dgm:choose>
          <dgm:ruleLst/>
          <dgm:layoutNode name="circle4" styleLbl="node1">
            <dgm:alg type="sp"/>
            <dgm:shape xmlns:r="http://schemas.openxmlformats.org/officeDocument/2006/relationships" type="ellipse" r:blip="">
              <dgm:adjLst/>
            </dgm:shape>
            <dgm:presOf axis="ch desOrSelf" ptType="node node" st="4 1" cnt="1 0"/>
            <dgm:constrLst>
              <dgm:constr type="h" refType="w"/>
            </dgm:constrLst>
            <dgm:ruleLst/>
          </dgm:layoutNode>
          <dgm:layoutNode name="c4text">
            <dgm:varLst>
              <dgm:bulletEnabled val="1"/>
            </dgm:varLst>
            <dgm:alg type="tx"/>
            <dgm:shape xmlns:r="http://schemas.openxmlformats.org/officeDocument/2006/relationships" type="rect" r:blip="" hideGeom="1">
              <dgm:adjLst/>
            </dgm:shape>
            <dgm:presOf axis="ch desOrSelf" ptType="node node" st="4 1" cnt="1 0"/>
            <dgm:constrLst/>
            <dgm:ruleLst>
              <dgm:rule type="primFontSz" val="5" fact="NaN" max="NaN"/>
            </dgm:ruleLst>
          </dgm:layoutNode>
        </dgm:layoutNode>
      </dgm:if>
      <dgm:else name="Name38"/>
    </dgm:choose>
    <dgm:choose name="Name39">
      <dgm:if name="Name40" axis="ch" ptType="node" func="cnt" op="gte" val="5">
        <dgm:layoutNode name="comp5">
          <dgm:alg type="composite"/>
          <dgm:shape xmlns:r="http://schemas.openxmlformats.org/officeDocument/2006/relationships" r:blip="">
            <dgm:adjLst/>
          </dgm:shape>
          <dgm:presOf/>
          <dgm:choose name="Name41">
            <dgm:if name="Name42" axis="ch" ptType="node" func="cnt" op="equ" val="5">
              <dgm:constrLst>
                <dgm:constr type="w" for="ch" forName="circle5" refType="w"/>
                <dgm:constr type="h" for="ch" forName="circle5" refType="h"/>
                <dgm:constr type="ctrX" for="ch" forName="circle5" refType="w" fact="0.5"/>
                <dgm:constr type="ctrY" for="ch" forName="circle5" refType="h" fact="0.5"/>
                <dgm:constr type="ctrX" for="ch" forName="c5text" refType="w" fact="0.5"/>
                <dgm:constr type="ctrY" for="ch" forName="c5text" refType="h" fact="0.5"/>
                <dgm:constr type="w" for="ch" forName="c5text" refType="w" refFor="ch" refForName="circle5" fact="0.70711"/>
                <dgm:constr type="h" for="ch" forName="c5text" refType="h" refFor="ch" refForName="circle5" fact="0.5"/>
              </dgm:constrLst>
            </dgm:if>
            <dgm:if name="Name43" axis="ch" ptType="node" func="cnt" op="gte" val="6">
              <dgm:constrLst>
                <dgm:constr type="w" for="ch" forName="circle5" refType="w"/>
                <dgm:constr type="h" for="ch" forName="circle5" refType="h"/>
                <dgm:constr type="ctrX" for="ch" forName="circle5" refType="w" fact="0.5"/>
                <dgm:constr type="ctrY" for="ch" forName="circle5" refType="h" fact="0.5"/>
                <dgm:constr type="ctrX" for="ch" forName="c5text" refType="w" fact="0.5"/>
                <dgm:constr type="ctrY" for="ch" forName="c5text" refType="h" fact="0.25"/>
                <dgm:constr type="w" for="ch" forName="c5text" refType="w" refFor="ch" refForName="circle5" fact="0.65"/>
                <dgm:constr type="h" for="ch" forName="c5text" refType="h" refFor="ch" refForName="circle5" fact="0.25"/>
              </dgm:constrLst>
            </dgm:if>
            <dgm:else name="Name44"/>
          </dgm:choose>
          <dgm:ruleLst/>
          <dgm:layoutNode name="circle5" styleLbl="node1">
            <dgm:alg type="sp"/>
            <dgm:shape xmlns:r="http://schemas.openxmlformats.org/officeDocument/2006/relationships" type="ellipse" r:blip="">
              <dgm:adjLst/>
            </dgm:shape>
            <dgm:presOf axis="ch desOrSelf" ptType="node node" st="5 1" cnt="1 0"/>
            <dgm:constrLst>
              <dgm:constr type="h" refType="w"/>
            </dgm:constrLst>
            <dgm:ruleLst/>
          </dgm:layoutNode>
          <dgm:layoutNode name="c5text">
            <dgm:varLst>
              <dgm:bulletEnabled val="1"/>
            </dgm:varLst>
            <dgm:alg type="tx"/>
            <dgm:shape xmlns:r="http://schemas.openxmlformats.org/officeDocument/2006/relationships" type="rect" r:blip="" hideGeom="1">
              <dgm:adjLst/>
            </dgm:shape>
            <dgm:presOf axis="ch desOrSelf" ptType="node node" st="5 1" cnt="1 0"/>
            <dgm:constrLst/>
            <dgm:ruleLst>
              <dgm:rule type="primFontSz" val="5" fact="NaN" max="NaN"/>
            </dgm:ruleLst>
          </dgm:layoutNode>
        </dgm:layoutNode>
      </dgm:if>
      <dgm:else name="Name45"/>
    </dgm:choose>
    <dgm:choose name="Name46">
      <dgm:if name="Name47" axis="ch" ptType="node" func="cnt" op="gte" val="6">
        <dgm:layoutNode name="comp6">
          <dgm:alg type="composite"/>
          <dgm:shape xmlns:r="http://schemas.openxmlformats.org/officeDocument/2006/relationships" r:blip="">
            <dgm:adjLst/>
          </dgm:shape>
          <dgm:presOf/>
          <dgm:choose name="Name48">
            <dgm:if name="Name49" axis="ch" ptType="node" func="cnt" op="equ" val="6">
              <dgm:constrLst>
                <dgm:constr type="w" for="ch" forName="circle6" refType="w"/>
                <dgm:constr type="h" for="ch" forName="circle6" refType="h"/>
                <dgm:constr type="ctrX" for="ch" forName="circle6" refType="w" fact="0.5"/>
                <dgm:constr type="ctrY" for="ch" forName="circle6" refType="h" fact="0.5"/>
                <dgm:constr type="ctrX" for="ch" forName="c6text" refType="w" fact="0.5"/>
                <dgm:constr type="ctrY" for="ch" forName="c6text" refType="h" fact="0.5"/>
                <dgm:constr type="w" for="ch" forName="c6text" refType="w" refFor="ch" refForName="circle6" fact="0.70711"/>
                <dgm:constr type="h" for="ch" forName="c6text" refType="h" refFor="ch" refForName="circle6" fact="0.5"/>
              </dgm:constrLst>
            </dgm:if>
            <dgm:if name="Name50" axis="ch" ptType="node" func="cnt" op="gte" val="7">
              <dgm:constrLst>
                <dgm:constr type="w" for="ch" forName="circle6" refType="w"/>
                <dgm:constr type="h" for="ch" forName="circle6" refType="h"/>
                <dgm:constr type="ctrX" for="ch" forName="circle6" refType="w" fact="0.5"/>
                <dgm:constr type="ctrY" for="ch" forName="circle6" refType="h" fact="0.5"/>
                <dgm:constr type="ctrX" for="ch" forName="c6text" refType="w" fact="0.5"/>
                <dgm:constr type="ctrY" for="ch" forName="c6text" refType="h" fact="0.27"/>
                <dgm:constr type="w" for="ch" forName="c6text" refType="w" refFor="ch" refForName="circle6" fact="0.68"/>
                <dgm:constr type="h" for="ch" forName="c6text" refType="h" refFor="ch" refForName="circle6" fact="0.241"/>
              </dgm:constrLst>
            </dgm:if>
            <dgm:else name="Name51"/>
          </dgm:choose>
          <dgm:ruleLst/>
          <dgm:layoutNode name="circle6" styleLbl="node1">
            <dgm:alg type="sp"/>
            <dgm:shape xmlns:r="http://schemas.openxmlformats.org/officeDocument/2006/relationships" type="ellipse" r:blip="">
              <dgm:adjLst/>
            </dgm:shape>
            <dgm:presOf axis="ch desOrSelf" ptType="node node" st="6 1" cnt="1 0"/>
            <dgm:constrLst>
              <dgm:constr type="h" refType="w"/>
            </dgm:constrLst>
            <dgm:ruleLst/>
          </dgm:layoutNode>
          <dgm:layoutNode name="c6text">
            <dgm:varLst>
              <dgm:bulletEnabled val="1"/>
            </dgm:varLst>
            <dgm:alg type="tx"/>
            <dgm:shape xmlns:r="http://schemas.openxmlformats.org/officeDocument/2006/relationships" type="rect" r:blip="" hideGeom="1">
              <dgm:adjLst/>
            </dgm:shape>
            <dgm:presOf axis="ch desOrSelf" ptType="node node" st="6 1" cnt="1 0"/>
            <dgm:constrLst/>
            <dgm:ruleLst>
              <dgm:rule type="primFontSz" val="5" fact="NaN" max="NaN"/>
            </dgm:ruleLst>
          </dgm:layoutNode>
        </dgm:layoutNode>
      </dgm:if>
      <dgm:else name="Name52"/>
    </dgm:choose>
    <dgm:choose name="Name53">
      <dgm:if name="Name54" axis="ch" ptType="node" func="cnt" op="gte" val="7">
        <dgm:layoutNode name="comp7">
          <dgm:alg type="composite"/>
          <dgm:shape xmlns:r="http://schemas.openxmlformats.org/officeDocument/2006/relationships" r:blip="">
            <dgm:adjLst/>
          </dgm:shape>
          <dgm:presOf/>
          <dgm:constrLst>
            <dgm:constr type="w" for="ch" forName="circle7" refType="w"/>
            <dgm:constr type="h" for="ch" forName="circle7" refType="h"/>
            <dgm:constr type="ctrX" for="ch" forName="circle7" refType="w" fact="0.5"/>
            <dgm:constr type="ctrY" for="ch" forName="circle7" refType="h" fact="0.5"/>
            <dgm:constr type="ctrX" for="ch" forName="c7text" refType="w" fact="0.5"/>
            <dgm:constr type="ctrY" for="ch" forName="c7text" refType="h" fact="0.5"/>
            <dgm:constr type="w" for="ch" forName="c7text" refType="w" refFor="ch" refForName="circle7" fact="0.70711"/>
            <dgm:constr type="h" for="ch" forName="c7text" refType="h" refFor="ch" refForName="circle7" fact="0.5"/>
          </dgm:constrLst>
          <dgm:ruleLst/>
          <dgm:layoutNode name="circle7" styleLbl="node1">
            <dgm:alg type="sp"/>
            <dgm:shape xmlns:r="http://schemas.openxmlformats.org/officeDocument/2006/relationships" type="ellipse" r:blip="">
              <dgm:adjLst/>
            </dgm:shape>
            <dgm:presOf axis="ch desOrSelf" ptType="node node" st="7 1" cnt="1 0"/>
            <dgm:constrLst>
              <dgm:constr type="h" refType="w"/>
            </dgm:constrLst>
            <dgm:ruleLst/>
          </dgm:layoutNode>
          <dgm:layoutNode name="c7text">
            <dgm:varLst>
              <dgm:bulletEnabled val="1"/>
            </dgm:varLst>
            <dgm:alg type="tx"/>
            <dgm:shape xmlns:r="http://schemas.openxmlformats.org/officeDocument/2006/relationships" type="rect" r:blip="" hideGeom="1">
              <dgm:adjLst/>
            </dgm:shape>
            <dgm:presOf axis="ch desOrSelf" ptType="node node" st="7 1" cnt="1 0"/>
            <dgm:constrLst/>
            <dgm:ruleLst>
              <dgm:rule type="primFontSz" val="5" fact="NaN" max="NaN"/>
            </dgm:ruleLst>
          </dgm:layoutNode>
        </dgm:layoutNode>
      </dgm:if>
      <dgm:else name="Name55"/>
    </dgm:choose>
  </dgm:layoutNode>
</dgm:layoutDef>
</file>

<file path=ppt/diagrams/layout16.xml><?xml version="1.0" encoding="utf-8"?>
<dgm:layoutDef xmlns:dgm="http://schemas.openxmlformats.org/drawingml/2006/diagram" xmlns:a="http://schemas.openxmlformats.org/drawingml/2006/main" uniqueId="urn:microsoft.com/office/officeart/2005/8/layout/vList6">
  <dgm:title val=""/>
  <dgm:desc val=""/>
  <dgm:catLst>
    <dgm:cat type="process" pri="22000"/>
    <dgm:cat type="list" pri="1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dgm:varLst>
    <dgm:alg type="lin">
      <dgm:param type="linDir" val="fromT"/>
    </dgm:alg>
    <dgm:shape xmlns:r="http://schemas.openxmlformats.org/officeDocument/2006/relationships" r:blip="">
      <dgm:adjLst/>
    </dgm:shape>
    <dgm:presOf/>
    <dgm:constrLst>
      <dgm:constr type="w" for="ch" forName="linNode" refType="w"/>
      <dgm:constr type="h" for="ch" forName="linNode" refType="h"/>
      <dgm:constr type="h" for="ch" forName="spacing" refType="h" refFor="ch" refForName="linNode" fact="0.1"/>
      <dgm:constr type="primFontSz" for="des" forName="parentShp" op="equ" val="65"/>
      <dgm:constr type="primFontSz" for="des" forName="childShp" op="equ" val="65"/>
    </dgm:constrLst>
    <dgm:ruleLst/>
    <dgm:forEach name="Name1" axis="ch" ptType="node">
      <dgm:layoutNode name="linNode">
        <dgm:choose name="Name2">
          <dgm:if name="Name3" func="var" arg="dir" op="equ" val="norm">
            <dgm:alg type="lin">
              <dgm:param type="linDir" val="fromL"/>
            </dgm:alg>
          </dgm:if>
          <dgm:else name="Name4">
            <dgm:alg type="lin">
              <dgm:param type="linDir" val="fromR"/>
            </dgm:alg>
          </dgm:else>
        </dgm:choose>
        <dgm:shape xmlns:r="http://schemas.openxmlformats.org/officeDocument/2006/relationships" r:blip="">
          <dgm:adjLst/>
        </dgm:shape>
        <dgm:presOf/>
        <dgm:choose name="Name5">
          <dgm:if name="Name6" func="var" arg="dir" op="equ" val="norm">
            <dgm:constrLst>
              <dgm:constr type="w" for="ch" forName="parentShp" refType="w" fact="0.4"/>
              <dgm:constr type="h" for="ch" forName="parentShp" refType="h"/>
              <dgm:constr type="w" for="ch" forName="childShp" refType="w" fact="0.6"/>
              <dgm:constr type="h" for="ch" forName="childShp" refType="h" refFor="ch" refForName="parentShp"/>
            </dgm:constrLst>
          </dgm:if>
          <dgm:else name="Name7">
            <dgm:constrLst>
              <dgm:constr type="w" for="ch" forName="parentShp" refType="w" fact="0.4"/>
              <dgm:constr type="h" for="ch" forName="parentShp" refType="h"/>
              <dgm:constr type="w" for="ch" forName="childShp" refType="w" fact="0.6"/>
              <dgm:constr type="h" for="ch" forName="childShp" refType="h" refFor="ch" refForName="parentShp"/>
            </dgm:constrLst>
          </dgm:else>
        </dgm:choose>
        <dgm:ruleLst/>
        <dgm:layoutNode name="parentShp" styleLbl="node1">
          <dgm:varLst>
            <dgm:bulletEnabled val="1"/>
          </dgm:varLst>
          <dgm:alg type="tx"/>
          <dgm:shape xmlns:r="http://schemas.openxmlformats.org/officeDocument/2006/relationships" type="roundRect" r:blip="">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layoutNode name="childShp" styleLbl="bgAccFollowNode1">
          <dgm:varLst>
            <dgm:bulletEnabled val="1"/>
          </dgm:varLst>
          <dgm:alg type="tx">
            <dgm:param type="stBulletLvl" val="1"/>
          </dgm:alg>
          <dgm:choose name="Name8">
            <dgm:if name="Name9" func="var" arg="dir" op="equ" val="norm">
              <dgm:shape xmlns:r="http://schemas.openxmlformats.org/officeDocument/2006/relationships" type="rightArrow" r:blip="" zOrderOff="-2">
                <dgm:adjLst>
                  <dgm:adj idx="1" val="0.75"/>
                </dgm:adjLst>
              </dgm:shape>
            </dgm:if>
            <dgm:else name="Name10">
              <dgm:shape xmlns:r="http://schemas.openxmlformats.org/officeDocument/2006/relationships" rot="180" type="rightArrow" r:blip="" zOrderOff="-2">
                <dgm:adjLst>
                  <dgm:adj idx="1" val="0.75"/>
                </dgm:adjLst>
              </dgm:shape>
            </dgm:else>
          </dgm:choose>
          <dgm:presOf axis="des" ptType="node"/>
          <dgm:constrLst>
            <dgm:constr type="secFontSz" refType="primFontSz"/>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forEach name="Name11" axis="followSib" ptType="sibTrans" cnt="1">
        <dgm:layoutNode name="spacing">
          <dgm:alg type="sp"/>
          <dgm:shape xmlns:r="http://schemas.openxmlformats.org/officeDocument/2006/relationships" r:blip="">
            <dgm:adjLst/>
          </dgm:shape>
          <dgm:presOf/>
          <dgm:constrLst/>
          <dgm:ruleLst/>
        </dgm:layoutNode>
      </dgm:forEach>
    </dgm:forEach>
  </dgm:layoutNode>
</dgm:layoutDef>
</file>

<file path=ppt/diagrams/layout17.xml><?xml version="1.0" encoding="utf-8"?>
<dgm:layoutDef xmlns:dgm="http://schemas.openxmlformats.org/drawingml/2006/diagram" xmlns:a="http://schemas.openxmlformats.org/drawingml/2006/main" uniqueId="urn:microsoft.com/office/officeart/2005/8/layout/vList6">
  <dgm:title val=""/>
  <dgm:desc val=""/>
  <dgm:catLst>
    <dgm:cat type="process" pri="22000"/>
    <dgm:cat type="list" pri="1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dgm:varLst>
    <dgm:alg type="lin">
      <dgm:param type="linDir" val="fromT"/>
    </dgm:alg>
    <dgm:shape xmlns:r="http://schemas.openxmlformats.org/officeDocument/2006/relationships" r:blip="">
      <dgm:adjLst/>
    </dgm:shape>
    <dgm:presOf/>
    <dgm:constrLst>
      <dgm:constr type="w" for="ch" forName="linNode" refType="w"/>
      <dgm:constr type="h" for="ch" forName="linNode" refType="h"/>
      <dgm:constr type="h" for="ch" forName="spacing" refType="h" refFor="ch" refForName="linNode" fact="0.1"/>
      <dgm:constr type="primFontSz" for="des" forName="parentShp" op="equ" val="65"/>
      <dgm:constr type="primFontSz" for="des" forName="childShp" op="equ" val="65"/>
    </dgm:constrLst>
    <dgm:ruleLst/>
    <dgm:forEach name="Name1" axis="ch" ptType="node">
      <dgm:layoutNode name="linNode">
        <dgm:choose name="Name2">
          <dgm:if name="Name3" func="var" arg="dir" op="equ" val="norm">
            <dgm:alg type="lin">
              <dgm:param type="linDir" val="fromL"/>
            </dgm:alg>
          </dgm:if>
          <dgm:else name="Name4">
            <dgm:alg type="lin">
              <dgm:param type="linDir" val="fromR"/>
            </dgm:alg>
          </dgm:else>
        </dgm:choose>
        <dgm:shape xmlns:r="http://schemas.openxmlformats.org/officeDocument/2006/relationships" r:blip="">
          <dgm:adjLst/>
        </dgm:shape>
        <dgm:presOf/>
        <dgm:choose name="Name5">
          <dgm:if name="Name6" func="var" arg="dir" op="equ" val="norm">
            <dgm:constrLst>
              <dgm:constr type="w" for="ch" forName="parentShp" refType="w" fact="0.4"/>
              <dgm:constr type="h" for="ch" forName="parentShp" refType="h"/>
              <dgm:constr type="w" for="ch" forName="childShp" refType="w" fact="0.6"/>
              <dgm:constr type="h" for="ch" forName="childShp" refType="h" refFor="ch" refForName="parentShp"/>
            </dgm:constrLst>
          </dgm:if>
          <dgm:else name="Name7">
            <dgm:constrLst>
              <dgm:constr type="w" for="ch" forName="parentShp" refType="w" fact="0.4"/>
              <dgm:constr type="h" for="ch" forName="parentShp" refType="h"/>
              <dgm:constr type="w" for="ch" forName="childShp" refType="w" fact="0.6"/>
              <dgm:constr type="h" for="ch" forName="childShp" refType="h" refFor="ch" refForName="parentShp"/>
            </dgm:constrLst>
          </dgm:else>
        </dgm:choose>
        <dgm:ruleLst/>
        <dgm:layoutNode name="parentShp" styleLbl="node1">
          <dgm:varLst>
            <dgm:bulletEnabled val="1"/>
          </dgm:varLst>
          <dgm:alg type="tx"/>
          <dgm:shape xmlns:r="http://schemas.openxmlformats.org/officeDocument/2006/relationships" type="roundRect" r:blip="">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layoutNode name="childShp" styleLbl="bgAccFollowNode1">
          <dgm:varLst>
            <dgm:bulletEnabled val="1"/>
          </dgm:varLst>
          <dgm:alg type="tx">
            <dgm:param type="stBulletLvl" val="1"/>
          </dgm:alg>
          <dgm:choose name="Name8">
            <dgm:if name="Name9" func="var" arg="dir" op="equ" val="norm">
              <dgm:shape xmlns:r="http://schemas.openxmlformats.org/officeDocument/2006/relationships" type="rightArrow" r:blip="" zOrderOff="-2">
                <dgm:adjLst>
                  <dgm:adj idx="1" val="0.75"/>
                </dgm:adjLst>
              </dgm:shape>
            </dgm:if>
            <dgm:else name="Name10">
              <dgm:shape xmlns:r="http://schemas.openxmlformats.org/officeDocument/2006/relationships" rot="180" type="rightArrow" r:blip="" zOrderOff="-2">
                <dgm:adjLst>
                  <dgm:adj idx="1" val="0.75"/>
                </dgm:adjLst>
              </dgm:shape>
            </dgm:else>
          </dgm:choose>
          <dgm:presOf axis="des" ptType="node"/>
          <dgm:constrLst>
            <dgm:constr type="secFontSz" refType="primFontSz"/>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forEach name="Name11" axis="followSib" ptType="sibTrans" cnt="1">
        <dgm:layoutNode name="spacing">
          <dgm:alg type="sp"/>
          <dgm:shape xmlns:r="http://schemas.openxmlformats.org/officeDocument/2006/relationships" r:blip="">
            <dgm:adjLst/>
          </dgm:shape>
          <dgm:presOf/>
          <dgm:constrLst/>
          <dgm:ruleLst/>
        </dgm:layoutNode>
      </dgm:forEach>
    </dgm:forEach>
  </dgm:layoutNode>
</dgm:layoutDef>
</file>

<file path=ppt/diagrams/layout1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9.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s-CO"/>
          </a:p>
        </p:txBody>
      </p:sp>
      <p:sp>
        <p:nvSpPr>
          <p:cNvPr id="3" name="2 Marcador de fecha"/>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F6A4B15A-3BED-4AD5-8F05-FB623D129239}" type="datetimeFigureOut">
              <a:rPr lang="es-CO" smtClean="0"/>
              <a:pPr/>
              <a:t>24/11/2014</a:t>
            </a:fld>
            <a:endParaRPr lang="es-CO"/>
          </a:p>
        </p:txBody>
      </p:sp>
      <p:sp>
        <p:nvSpPr>
          <p:cNvPr id="4" name="3 Marcador de imagen de diapositiva"/>
          <p:cNvSpPr>
            <a:spLocks noGrp="1" noRot="1" noChangeAspect="1"/>
          </p:cNvSpPr>
          <p:nvPr>
            <p:ph type="sldImg" idx="2"/>
          </p:nvPr>
        </p:nvSpPr>
        <p:spPr>
          <a:xfrm>
            <a:off x="1181100" y="696913"/>
            <a:ext cx="4648200" cy="3486150"/>
          </a:xfrm>
          <a:prstGeom prst="rect">
            <a:avLst/>
          </a:prstGeom>
          <a:noFill/>
          <a:ln w="12700">
            <a:solidFill>
              <a:prstClr val="black"/>
            </a:solidFill>
          </a:ln>
        </p:spPr>
        <p:txBody>
          <a:bodyPr vert="horz" lIns="93177" tIns="46589" rIns="93177" bIns="46589" rtlCol="0" anchor="ctr"/>
          <a:lstStyle/>
          <a:p>
            <a:endParaRPr lang="es-CO"/>
          </a:p>
        </p:txBody>
      </p:sp>
      <p:sp>
        <p:nvSpPr>
          <p:cNvPr id="5" name="4 Marcador de notas"/>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CO"/>
          </a:p>
        </p:txBody>
      </p:sp>
      <p:sp>
        <p:nvSpPr>
          <p:cNvPr id="6" name="5 Marcador de pie de página"/>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9FE9B4CF-062B-47B0-B62E-476F3ECF5FD1}" type="slidenum">
              <a:rPr lang="es-CO" smtClean="0"/>
              <a:pPr/>
              <a:t>‹Nº›</a:t>
            </a:fld>
            <a:endParaRPr lang="es-CO"/>
          </a:p>
        </p:txBody>
      </p:sp>
    </p:spTree>
    <p:extLst>
      <p:ext uri="{BB962C8B-B14F-4D97-AF65-F5344CB8AC3E}">
        <p14:creationId xmlns:p14="http://schemas.microsoft.com/office/powerpoint/2010/main" val="15363266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lstStyle/>
          <a:p>
            <a:r>
              <a:rPr lang="es-CO" b="1" dirty="0"/>
              <a:t>Fortalecimiento continuo del Modelo</a:t>
            </a:r>
            <a:endParaRPr lang="es-CO" dirty="0"/>
          </a:p>
          <a:p>
            <a:r>
              <a:rPr lang="es-CO" dirty="0"/>
              <a:t> </a:t>
            </a:r>
          </a:p>
          <a:p>
            <a:r>
              <a:rPr lang="es-CO" dirty="0"/>
              <a:t>Es necesario que la entidad establezca políticas operativas y metodologías que propendan por el fortalecimiento continuo del Sistema, acompañadas de  la interiorización de una cultura orientada hacia el control, materializada en el compromiso y disciplina por parte del nivel directivo y servidores de la entidad que contribuyan a su permanente mejoramiento, de tal forma que comparativamente, de año en año, se pueda apreciar la madurez en el mismo.</a:t>
            </a:r>
          </a:p>
          <a:p>
            <a:r>
              <a:rPr lang="es-CO" dirty="0"/>
              <a:t> </a:t>
            </a:r>
          </a:p>
          <a:p>
            <a:r>
              <a:rPr lang="es-CO" dirty="0"/>
              <a:t>La sensibilización a todos los servidores públicos debe ser una actividad previa y permanente al proceso de fortalecimiento, así como la capacitación al Equipo MECI en la estructura, funcionalidad y beneficios de las mejoras implementadas dentro del Modelo en las entidades.</a:t>
            </a:r>
          </a:p>
          <a:p>
            <a:endParaRPr lang="es-CO" dirty="0"/>
          </a:p>
        </p:txBody>
      </p:sp>
      <p:sp>
        <p:nvSpPr>
          <p:cNvPr id="4" name="3 Marcador de número de diapositiva"/>
          <p:cNvSpPr>
            <a:spLocks noGrp="1"/>
          </p:cNvSpPr>
          <p:nvPr>
            <p:ph type="sldNum" sz="quarter" idx="10"/>
          </p:nvPr>
        </p:nvSpPr>
        <p:spPr/>
        <p:txBody>
          <a:bodyPr/>
          <a:lstStyle/>
          <a:p>
            <a:fld id="{69570339-2ADD-415A-9C9A-BE41A5763182}" type="slidenum">
              <a:rPr lang="es-CO" smtClean="0"/>
              <a:pPr/>
              <a:t>44</a:t>
            </a:fld>
            <a:endParaRPr lang="es-CO"/>
          </a:p>
        </p:txBody>
      </p:sp>
    </p:spTree>
    <p:extLst>
      <p:ext uri="{BB962C8B-B14F-4D97-AF65-F5344CB8AC3E}">
        <p14:creationId xmlns:p14="http://schemas.microsoft.com/office/powerpoint/2010/main" val="23034361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Date Placeholder 2"/>
          <p:cNvSpPr>
            <a:spLocks noGrp="1"/>
          </p:cNvSpPr>
          <p:nvPr>
            <p:ph type="dt" sz="quarter" idx="1"/>
          </p:nvPr>
        </p:nvSpPr>
        <p:spPr/>
        <p:txBody>
          <a:bodyPr/>
          <a:lstStyle/>
          <a:p>
            <a:pPr>
              <a:defRPr/>
            </a:pPr>
            <a:fld id="{DF5BC69B-914D-42E2-8084-69EB8FA9A42A}" type="datetime1">
              <a:rPr/>
              <a:pPr>
                <a:defRPr/>
              </a:pPr>
              <a:t>24/11/2014</a:t>
            </a:fld>
            <a:endParaRPr/>
          </a:p>
        </p:txBody>
      </p:sp>
      <p:sp>
        <p:nvSpPr>
          <p:cNvPr id="8" name="Slide Number Placeholder 6"/>
          <p:cNvSpPr>
            <a:spLocks noGrp="1"/>
          </p:cNvSpPr>
          <p:nvPr>
            <p:ph type="sldNum" sz="quarter" idx="5"/>
          </p:nvPr>
        </p:nvSpPr>
        <p:spPr/>
        <p:txBody>
          <a:bodyPr/>
          <a:lstStyle/>
          <a:p>
            <a:pPr>
              <a:defRPr/>
            </a:pPr>
            <a:fld id="{97506390-D795-4C68-B670-2F8080C337AF}" type="slidenum">
              <a:rPr/>
              <a:pPr>
                <a:defRPr/>
              </a:pPr>
              <a:t>51</a:t>
            </a:fld>
            <a:endParaRPr/>
          </a:p>
        </p:txBody>
      </p:sp>
      <p:sp>
        <p:nvSpPr>
          <p:cNvPr id="4198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198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smtClean="0"/>
          </a:p>
        </p:txBody>
      </p:sp>
      <p:sp>
        <p:nvSpPr>
          <p:cNvPr id="19460" name="Slide Number Placeholder 3"/>
          <p:cNvSpPr txBox="1">
            <a:spLocks noGrp="1"/>
          </p:cNvSpPr>
          <p:nvPr/>
        </p:nvSpPr>
        <p:spPr bwMode="auto">
          <a:xfrm>
            <a:off x="3970938" y="8829967"/>
            <a:ext cx="3037840" cy="464820"/>
          </a:xfrm>
          <a:prstGeom prst="rect">
            <a:avLst/>
          </a:prstGeom>
          <a:noFill/>
          <a:ln>
            <a:miter lim="800000"/>
            <a:headEnd/>
            <a:tailEnd/>
          </a:ln>
        </p:spPr>
        <p:txBody>
          <a:bodyPr lIns="93177" tIns="46589" rIns="93177" bIns="46589" anchor="b"/>
          <a:lstStyle/>
          <a:p>
            <a:pPr algn="r">
              <a:defRPr/>
            </a:pPr>
            <a:fld id="{8B610DF3-3E05-4297-BF3A-BA54A663E8F1}" type="slidenum">
              <a:rPr lang="es-ES" sz="1200"/>
              <a:pPr algn="r">
                <a:defRPr/>
              </a:pPr>
              <a:t>51</a:t>
            </a:fld>
            <a:endParaRPr lang="es-E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685800" y="2130425"/>
            <a:ext cx="7772400" cy="1470025"/>
          </a:xfrm>
        </p:spPr>
        <p:txBody>
          <a:bodyPr/>
          <a:lstStyle/>
          <a:p>
            <a:r>
              <a:rPr lang="es-ES" smtClean="0"/>
              <a:t>Haga clic para modificar el estilo de título del patrón</a:t>
            </a:r>
            <a:endParaRPr lang="es-CO"/>
          </a:p>
        </p:txBody>
      </p:sp>
      <p:sp>
        <p:nvSpPr>
          <p:cNvPr id="3" name="2 Subtítulo"/>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smtClean="0"/>
              <a:t>Haga clic para modificar el estilo de subtítulo del patrón</a:t>
            </a:r>
            <a:endParaRPr lang="es-CO"/>
          </a:p>
        </p:txBody>
      </p:sp>
      <p:sp>
        <p:nvSpPr>
          <p:cNvPr id="4" name="3 Marcador de fecha"/>
          <p:cNvSpPr>
            <a:spLocks noGrp="1"/>
          </p:cNvSpPr>
          <p:nvPr>
            <p:ph type="dt" sz="half" idx="10"/>
          </p:nvPr>
        </p:nvSpPr>
        <p:spPr/>
        <p:txBody>
          <a:bodyPr/>
          <a:lstStyle/>
          <a:p>
            <a:fld id="{F5841063-5F5E-0042-B980-41E02AC81A6E}" type="datetimeFigureOut">
              <a:rPr lang="en-US" smtClean="0"/>
              <a:pPr/>
              <a:t>11/24/2014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4592E5A-71D1-4345-ACB0-3B27B03B9C55}" type="slidenum">
              <a:rPr lang="es-CO" smtClean="0"/>
              <a:pPr/>
              <a:t>‹Nº›</a:t>
            </a:fld>
            <a:endParaRPr lang="es-CO"/>
          </a:p>
        </p:txBody>
      </p:sp>
    </p:spTree>
    <p:extLst>
      <p:ext uri="{BB962C8B-B14F-4D97-AF65-F5344CB8AC3E}">
        <p14:creationId xmlns:p14="http://schemas.microsoft.com/office/powerpoint/2010/main" val="26942306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smtClean="0"/>
              <a:t>Haga clic para modificar el estilo de título del patrón</a:t>
            </a:r>
            <a:endParaRPr lang="es-CO"/>
          </a:p>
        </p:txBody>
      </p:sp>
      <p:sp>
        <p:nvSpPr>
          <p:cNvPr id="3" name="2 Marcador de contenido"/>
          <p:cNvSpPr>
            <a:spLocks noGrp="1"/>
          </p:cNvSpPr>
          <p:nvPr>
            <p:ph idx="1"/>
          </p:nvPr>
        </p:nvSpPr>
        <p:spPr/>
        <p:txBody>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CO"/>
          </a:p>
        </p:txBody>
      </p:sp>
      <p:sp>
        <p:nvSpPr>
          <p:cNvPr id="4" name="3 Marcador de fecha"/>
          <p:cNvSpPr>
            <a:spLocks noGrp="1"/>
          </p:cNvSpPr>
          <p:nvPr>
            <p:ph type="dt" sz="half" idx="10"/>
          </p:nvPr>
        </p:nvSpPr>
        <p:spPr/>
        <p:txBody>
          <a:bodyPr/>
          <a:lstStyle/>
          <a:p>
            <a:fld id="{F5841063-5F5E-0042-B980-41E02AC81A6E}" type="datetimeFigureOut">
              <a:rPr lang="en-US" smtClean="0"/>
              <a:pPr/>
              <a:t>11/24/2014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4592E5A-71D1-4345-ACB0-3B27B03B9C55}" type="slidenum">
              <a:rPr lang="es-CO" smtClean="0"/>
              <a:pPr/>
              <a:t>‹Nº›</a:t>
            </a:fld>
            <a:endParaRPr lang="es-CO"/>
          </a:p>
        </p:txBody>
      </p:sp>
    </p:spTree>
    <p:extLst>
      <p:ext uri="{BB962C8B-B14F-4D97-AF65-F5344CB8AC3E}">
        <p14:creationId xmlns:p14="http://schemas.microsoft.com/office/powerpoint/2010/main" val="23328206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722313" y="4406900"/>
            <a:ext cx="7772400" cy="1362075"/>
          </a:xfrm>
        </p:spPr>
        <p:txBody>
          <a:bodyPr anchor="t"/>
          <a:lstStyle>
            <a:lvl1pPr algn="l">
              <a:defRPr sz="4000" b="1" cap="all"/>
            </a:lvl1pPr>
          </a:lstStyle>
          <a:p>
            <a:r>
              <a:rPr lang="es-ES" smtClean="0"/>
              <a:t>Haga clic para modificar el estilo de título del patrón</a:t>
            </a:r>
            <a:endParaRPr lang="es-CO"/>
          </a:p>
        </p:txBody>
      </p:sp>
      <p:sp>
        <p:nvSpPr>
          <p:cNvPr id="3" name="2 Marcador de texto"/>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smtClean="0"/>
              <a:t>Haga clic para modificar el estilo de texto del patrón</a:t>
            </a:r>
          </a:p>
        </p:txBody>
      </p:sp>
      <p:sp>
        <p:nvSpPr>
          <p:cNvPr id="4" name="3 Marcador de fecha"/>
          <p:cNvSpPr>
            <a:spLocks noGrp="1"/>
          </p:cNvSpPr>
          <p:nvPr>
            <p:ph type="dt" sz="half" idx="10"/>
          </p:nvPr>
        </p:nvSpPr>
        <p:spPr/>
        <p:txBody>
          <a:bodyPr/>
          <a:lstStyle/>
          <a:p>
            <a:fld id="{F5841063-5F5E-0042-B980-41E02AC81A6E}" type="datetimeFigureOut">
              <a:rPr lang="en-US" smtClean="0"/>
              <a:pPr/>
              <a:t>11/24/2014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4592E5A-71D1-4345-ACB0-3B27B03B9C55}" type="slidenum">
              <a:rPr lang="es-CO" smtClean="0"/>
              <a:pPr/>
              <a:t>‹Nº›</a:t>
            </a:fld>
            <a:endParaRPr lang="es-CO"/>
          </a:p>
        </p:txBody>
      </p:sp>
    </p:spTree>
    <p:extLst>
      <p:ext uri="{BB962C8B-B14F-4D97-AF65-F5344CB8AC3E}">
        <p14:creationId xmlns:p14="http://schemas.microsoft.com/office/powerpoint/2010/main" val="21150916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smtClean="0"/>
              <a:t>Haga clic para modificar el estilo de título del patrón</a:t>
            </a:r>
            <a:endParaRPr lang="es-CO"/>
          </a:p>
        </p:txBody>
      </p:sp>
      <p:sp>
        <p:nvSpPr>
          <p:cNvPr id="3" name="2 Marcador de contenido"/>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CO"/>
          </a:p>
        </p:txBody>
      </p:sp>
      <p:sp>
        <p:nvSpPr>
          <p:cNvPr id="4" name="3 Marcador de contenido"/>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CO"/>
          </a:p>
        </p:txBody>
      </p:sp>
      <p:sp>
        <p:nvSpPr>
          <p:cNvPr id="5" name="4 Marcador de fecha"/>
          <p:cNvSpPr>
            <a:spLocks noGrp="1"/>
          </p:cNvSpPr>
          <p:nvPr>
            <p:ph type="dt" sz="half" idx="10"/>
          </p:nvPr>
        </p:nvSpPr>
        <p:spPr/>
        <p:txBody>
          <a:bodyPr/>
          <a:lstStyle/>
          <a:p>
            <a:fld id="{F5841063-5F5E-0042-B980-41E02AC81A6E}" type="datetimeFigureOut">
              <a:rPr lang="en-US" smtClean="0"/>
              <a:pPr/>
              <a:t>11/24/2014</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4592E5A-71D1-4345-ACB0-3B27B03B9C55}" type="slidenum">
              <a:rPr lang="es-CO" smtClean="0"/>
              <a:pPr/>
              <a:t>‹Nº›</a:t>
            </a:fld>
            <a:endParaRPr lang="es-CO"/>
          </a:p>
        </p:txBody>
      </p:sp>
    </p:spTree>
    <p:extLst>
      <p:ext uri="{BB962C8B-B14F-4D97-AF65-F5344CB8AC3E}">
        <p14:creationId xmlns:p14="http://schemas.microsoft.com/office/powerpoint/2010/main" val="659294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smtClean="0"/>
              <a:t>Haga clic para modificar el estilo de título del patrón</a:t>
            </a:r>
            <a:endParaRPr lang="es-CO"/>
          </a:p>
        </p:txBody>
      </p:sp>
      <p:sp>
        <p:nvSpPr>
          <p:cNvPr id="3" name="2 Marcador de texto"/>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Haga clic para modificar el estilo de texto del patrón</a:t>
            </a:r>
          </a:p>
        </p:txBody>
      </p:sp>
      <p:sp>
        <p:nvSpPr>
          <p:cNvPr id="4" name="3 Marcador de contenido"/>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CO"/>
          </a:p>
        </p:txBody>
      </p:sp>
      <p:sp>
        <p:nvSpPr>
          <p:cNvPr id="5" name="4 Marcador de texto"/>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Haga clic para modificar el estilo de texto del patrón</a:t>
            </a:r>
          </a:p>
        </p:txBody>
      </p:sp>
      <p:sp>
        <p:nvSpPr>
          <p:cNvPr id="6" name="5 Marcador de contenido"/>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CO"/>
          </a:p>
        </p:txBody>
      </p:sp>
      <p:sp>
        <p:nvSpPr>
          <p:cNvPr id="7" name="6 Marcador de fecha"/>
          <p:cNvSpPr>
            <a:spLocks noGrp="1"/>
          </p:cNvSpPr>
          <p:nvPr>
            <p:ph type="dt" sz="half" idx="10"/>
          </p:nvPr>
        </p:nvSpPr>
        <p:spPr/>
        <p:txBody>
          <a:bodyPr/>
          <a:lstStyle/>
          <a:p>
            <a:fld id="{F5841063-5F5E-0042-B980-41E02AC81A6E}" type="datetimeFigureOut">
              <a:rPr lang="en-US" smtClean="0"/>
              <a:pPr/>
              <a:t>11/24/2014</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4592E5A-71D1-4345-ACB0-3B27B03B9C55}" type="slidenum">
              <a:rPr lang="es-CO" smtClean="0"/>
              <a:pPr/>
              <a:t>‹Nº›</a:t>
            </a:fld>
            <a:endParaRPr lang="es-CO"/>
          </a:p>
        </p:txBody>
      </p:sp>
    </p:spTree>
    <p:extLst>
      <p:ext uri="{BB962C8B-B14F-4D97-AF65-F5344CB8AC3E}">
        <p14:creationId xmlns:p14="http://schemas.microsoft.com/office/powerpoint/2010/main" val="24181394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smtClean="0"/>
              <a:t>Haga clic para modificar el estilo de título del patrón</a:t>
            </a:r>
            <a:endParaRPr lang="es-CO"/>
          </a:p>
        </p:txBody>
      </p:sp>
      <p:sp>
        <p:nvSpPr>
          <p:cNvPr id="3" name="2 Marcador de fecha"/>
          <p:cNvSpPr>
            <a:spLocks noGrp="1"/>
          </p:cNvSpPr>
          <p:nvPr>
            <p:ph type="dt" sz="half" idx="10"/>
          </p:nvPr>
        </p:nvSpPr>
        <p:spPr/>
        <p:txBody>
          <a:bodyPr/>
          <a:lstStyle/>
          <a:p>
            <a:fld id="{F5841063-5F5E-0042-B980-41E02AC81A6E}" type="datetimeFigureOut">
              <a:rPr lang="en-US" smtClean="0"/>
              <a:pPr/>
              <a:t>11/24/2014</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4592E5A-71D1-4345-ACB0-3B27B03B9C55}" type="slidenum">
              <a:rPr lang="es-CO" smtClean="0"/>
              <a:pPr/>
              <a:t>‹Nº›</a:t>
            </a:fld>
            <a:endParaRPr lang="es-CO"/>
          </a:p>
        </p:txBody>
      </p:sp>
    </p:spTree>
    <p:extLst>
      <p:ext uri="{BB962C8B-B14F-4D97-AF65-F5344CB8AC3E}">
        <p14:creationId xmlns:p14="http://schemas.microsoft.com/office/powerpoint/2010/main" val="12030383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F5841063-5F5E-0042-B980-41E02AC81A6E}" type="datetimeFigureOut">
              <a:rPr lang="en-US" smtClean="0"/>
              <a:pPr/>
              <a:t>11/24/2014</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4592E5A-71D1-4345-ACB0-3B27B03B9C55}" type="slidenum">
              <a:rPr lang="es-CO" smtClean="0"/>
              <a:pPr/>
              <a:t>‹Nº›</a:t>
            </a:fld>
            <a:endParaRPr lang="es-CO"/>
          </a:p>
        </p:txBody>
      </p:sp>
    </p:spTree>
    <p:extLst>
      <p:ext uri="{BB962C8B-B14F-4D97-AF65-F5344CB8AC3E}">
        <p14:creationId xmlns:p14="http://schemas.microsoft.com/office/powerpoint/2010/main" val="34364038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457200" y="273050"/>
            <a:ext cx="3008313" cy="1162050"/>
          </a:xfrm>
        </p:spPr>
        <p:txBody>
          <a:bodyPr anchor="b"/>
          <a:lstStyle>
            <a:lvl1pPr algn="l">
              <a:defRPr sz="2000" b="1"/>
            </a:lvl1pPr>
          </a:lstStyle>
          <a:p>
            <a:r>
              <a:rPr lang="es-ES" smtClean="0"/>
              <a:t>Haga clic para modificar el estilo de título del patrón</a:t>
            </a:r>
            <a:endParaRPr lang="es-CO"/>
          </a:p>
        </p:txBody>
      </p:sp>
      <p:sp>
        <p:nvSpPr>
          <p:cNvPr id="3" name="2 Marcador de contenido"/>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CO"/>
          </a:p>
        </p:txBody>
      </p:sp>
      <p:sp>
        <p:nvSpPr>
          <p:cNvPr id="4" name="3 Marcador de texto"/>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sp>
        <p:nvSpPr>
          <p:cNvPr id="5" name="4 Marcador de fecha"/>
          <p:cNvSpPr>
            <a:spLocks noGrp="1"/>
          </p:cNvSpPr>
          <p:nvPr>
            <p:ph type="dt" sz="half" idx="10"/>
          </p:nvPr>
        </p:nvSpPr>
        <p:spPr/>
        <p:txBody>
          <a:bodyPr/>
          <a:lstStyle/>
          <a:p>
            <a:fld id="{F5841063-5F5E-0042-B980-41E02AC81A6E}" type="datetimeFigureOut">
              <a:rPr lang="en-US" smtClean="0"/>
              <a:pPr/>
              <a:t>11/24/2014</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4592E5A-71D1-4345-ACB0-3B27B03B9C55}" type="slidenum">
              <a:rPr lang="es-CO" smtClean="0"/>
              <a:pPr/>
              <a:t>‹Nº›</a:t>
            </a:fld>
            <a:endParaRPr lang="es-CO"/>
          </a:p>
        </p:txBody>
      </p:sp>
    </p:spTree>
    <p:extLst>
      <p:ext uri="{BB962C8B-B14F-4D97-AF65-F5344CB8AC3E}">
        <p14:creationId xmlns:p14="http://schemas.microsoft.com/office/powerpoint/2010/main" val="25296061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1792288" y="4800600"/>
            <a:ext cx="5486400" cy="566738"/>
          </a:xfrm>
        </p:spPr>
        <p:txBody>
          <a:bodyPr anchor="b"/>
          <a:lstStyle>
            <a:lvl1pPr algn="l">
              <a:defRPr sz="2000" b="1"/>
            </a:lvl1pPr>
          </a:lstStyle>
          <a:p>
            <a:r>
              <a:rPr lang="es-ES" smtClean="0"/>
              <a:t>Haga clic para modificar el estilo de título del patrón</a:t>
            </a:r>
            <a:endParaRPr lang="es-CO"/>
          </a:p>
        </p:txBody>
      </p:sp>
      <p:sp>
        <p:nvSpPr>
          <p:cNvPr id="3" name="2 Marcador de posición de imagen"/>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sp>
        <p:nvSpPr>
          <p:cNvPr id="5" name="4 Marcador de fecha"/>
          <p:cNvSpPr>
            <a:spLocks noGrp="1"/>
          </p:cNvSpPr>
          <p:nvPr>
            <p:ph type="dt" sz="half" idx="10"/>
          </p:nvPr>
        </p:nvSpPr>
        <p:spPr/>
        <p:txBody>
          <a:bodyPr/>
          <a:lstStyle/>
          <a:p>
            <a:fld id="{F5841063-5F5E-0042-B980-41E02AC81A6E}" type="datetimeFigureOut">
              <a:rPr lang="en-US" smtClean="0"/>
              <a:pPr/>
              <a:t>11/24/2014</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4592E5A-71D1-4345-ACB0-3B27B03B9C55}" type="slidenum">
              <a:rPr lang="es-CO" smtClean="0"/>
              <a:pPr/>
              <a:t>‹Nº›</a:t>
            </a:fld>
            <a:endParaRPr lang="es-CO"/>
          </a:p>
        </p:txBody>
      </p:sp>
    </p:spTree>
    <p:extLst>
      <p:ext uri="{BB962C8B-B14F-4D97-AF65-F5344CB8AC3E}">
        <p14:creationId xmlns:p14="http://schemas.microsoft.com/office/powerpoint/2010/main" val="30169317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smtClean="0"/>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CO"/>
          </a:p>
        </p:txBody>
      </p:sp>
      <p:sp>
        <p:nvSpPr>
          <p:cNvPr id="4" name="3 Marcador de fecha"/>
          <p:cNvSpPr>
            <a:spLocks noGrp="1"/>
          </p:cNvSpPr>
          <p:nvPr>
            <p:ph type="dt" sz="half" idx="10"/>
          </p:nvPr>
        </p:nvSpPr>
        <p:spPr/>
        <p:txBody>
          <a:bodyPr/>
          <a:lstStyle/>
          <a:p>
            <a:fld id="{F5841063-5F5E-0042-B980-41E02AC81A6E}" type="datetimeFigureOut">
              <a:rPr lang="en-US" smtClean="0"/>
              <a:pPr/>
              <a:t>11/24/2014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4592E5A-71D1-4345-ACB0-3B27B03B9C55}" type="slidenum">
              <a:rPr lang="es-CO" smtClean="0"/>
              <a:pPr/>
              <a:t>‹Nº›</a:t>
            </a:fld>
            <a:endParaRPr lang="es-CO"/>
          </a:p>
        </p:txBody>
      </p:sp>
    </p:spTree>
    <p:extLst>
      <p:ext uri="{BB962C8B-B14F-4D97-AF65-F5344CB8AC3E}">
        <p14:creationId xmlns:p14="http://schemas.microsoft.com/office/powerpoint/2010/main" val="10939070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6629400" y="274638"/>
            <a:ext cx="2057400" cy="5851525"/>
          </a:xfrm>
        </p:spPr>
        <p:txBody>
          <a:bodyPr vert="eaVert"/>
          <a:lstStyle/>
          <a:p>
            <a:r>
              <a:rPr lang="es-ES" smtClean="0"/>
              <a:t>Haga clic para modificar el estilo de título del patrón</a:t>
            </a:r>
            <a:endParaRPr lang="es-CO"/>
          </a:p>
        </p:txBody>
      </p:sp>
      <p:sp>
        <p:nvSpPr>
          <p:cNvPr id="3" name="2 Marcador de texto vertical"/>
          <p:cNvSpPr>
            <a:spLocks noGrp="1"/>
          </p:cNvSpPr>
          <p:nvPr>
            <p:ph type="body" orient="vert" idx="1"/>
          </p:nvPr>
        </p:nvSpPr>
        <p:spPr>
          <a:xfrm>
            <a:off x="457200" y="274638"/>
            <a:ext cx="6019800" cy="5851525"/>
          </a:xfrm>
        </p:spPr>
        <p:txBody>
          <a:bodyPr vert="eaVert"/>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CO"/>
          </a:p>
        </p:txBody>
      </p:sp>
      <p:sp>
        <p:nvSpPr>
          <p:cNvPr id="4" name="3 Marcador de fecha"/>
          <p:cNvSpPr>
            <a:spLocks noGrp="1"/>
          </p:cNvSpPr>
          <p:nvPr>
            <p:ph type="dt" sz="half" idx="10"/>
          </p:nvPr>
        </p:nvSpPr>
        <p:spPr/>
        <p:txBody>
          <a:bodyPr/>
          <a:lstStyle/>
          <a:p>
            <a:fld id="{F5841063-5F5E-0042-B980-41E02AC81A6E}" type="datetimeFigureOut">
              <a:rPr lang="en-US" smtClean="0"/>
              <a:pPr/>
              <a:t>11/24/2014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4592E5A-71D1-4345-ACB0-3B27B03B9C55}" type="slidenum">
              <a:rPr lang="es-CO" smtClean="0"/>
              <a:pPr/>
              <a:t>‹Nº›</a:t>
            </a:fld>
            <a:endParaRPr lang="es-CO"/>
          </a:p>
        </p:txBody>
      </p:sp>
    </p:spTree>
    <p:extLst>
      <p:ext uri="{BB962C8B-B14F-4D97-AF65-F5344CB8AC3E}">
        <p14:creationId xmlns:p14="http://schemas.microsoft.com/office/powerpoint/2010/main" val="1140958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s-ES" smtClean="0"/>
              <a:t>Haga clic para modificar el estilo de título del patrón</a:t>
            </a:r>
            <a:endParaRPr lang="es-CO"/>
          </a:p>
        </p:txBody>
      </p:sp>
      <p:sp>
        <p:nvSpPr>
          <p:cNvPr id="3" name="2 Marcador de texto"/>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CO"/>
          </a:p>
        </p:txBody>
      </p:sp>
      <p:sp>
        <p:nvSpPr>
          <p:cNvPr id="4" name="3 Marcador de fecha"/>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5841063-5F5E-0042-B980-41E02AC81A6E}" type="datetimeFigureOut">
              <a:rPr lang="en-US" smtClean="0"/>
              <a:pPr/>
              <a:t>11/24/2014</a:t>
            </a:fld>
            <a:endParaRPr lang="es-CO"/>
          </a:p>
        </p:txBody>
      </p:sp>
      <p:sp>
        <p:nvSpPr>
          <p:cNvPr id="5" name="4 Marcador de pie de página"/>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592E5A-71D1-4345-ACB0-3B27B03B9C55}" type="slidenum">
              <a:rPr lang="es-CO" smtClean="0"/>
              <a:pPr/>
              <a:t>‹Nº›</a:t>
            </a:fld>
            <a:endParaRPr lang="es-CO"/>
          </a:p>
        </p:txBody>
      </p:sp>
    </p:spTree>
    <p:extLst>
      <p:ext uri="{BB962C8B-B14F-4D97-AF65-F5344CB8AC3E}">
        <p14:creationId xmlns:p14="http://schemas.microsoft.com/office/powerpoint/2010/main" val="282194744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2.xml"/><Relationship Id="rId7" Type="http://schemas.openxmlformats.org/officeDocument/2006/relationships/image" Target="../media/image5.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4.jpeg"/><Relationship Id="rId5" Type="http://schemas.openxmlformats.org/officeDocument/2006/relationships/hyperlink" Target="http://www.google.com.co/url?sa=i&amp;rct=j&amp;q=&amp;esrc=s&amp;frm=1&amp;source=images&amp;cd=&amp;cad=rja&amp;uact=8&amp;docid=2OtApMyBoeT0KM&amp;tbnid=gS6ETztTviSBFM:&amp;ved=0CAUQjRw&amp;url=http://definicion.mx/objetivo/&amp;ei=CdqVU_qhLKTgsATy-YBw&amp;bvm=bv.68445247,d.cWc&amp;psig=AFQjCNEnezuCg0-j82UNDRmAJt8qI8a8HQ&amp;ust=1402415961874111" TargetMode="Externa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png"/><Relationship Id="rId7" Type="http://schemas.openxmlformats.org/officeDocument/2006/relationships/diagramColors" Target="../diagrams/colors1.xml"/><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6.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6.jpeg"/><Relationship Id="rId7" Type="http://schemas.openxmlformats.org/officeDocument/2006/relationships/diagramColors" Target="../diagrams/colors2.xml"/><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diagramQuickStyle" Target="../diagrams/quickStyle2.xml"/><Relationship Id="rId11" Type="http://schemas.openxmlformats.org/officeDocument/2006/relationships/image" Target="../media/image1.png"/><Relationship Id="rId5" Type="http://schemas.openxmlformats.org/officeDocument/2006/relationships/diagramLayout" Target="../diagrams/layout2.xml"/><Relationship Id="rId10" Type="http://schemas.openxmlformats.org/officeDocument/2006/relationships/image" Target="../media/image7.jpeg"/><Relationship Id="rId4" Type="http://schemas.openxmlformats.org/officeDocument/2006/relationships/diagramData" Target="../diagrams/data2.xml"/><Relationship Id="rId9" Type="http://schemas.openxmlformats.org/officeDocument/2006/relationships/slide" Target="slide5.xml"/></Relationships>
</file>

<file path=ppt/slides/_rels/slide7.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1.png"/><Relationship Id="rId7" Type="http://schemas.openxmlformats.org/officeDocument/2006/relationships/diagramColors" Target="../diagrams/colors3.xml"/><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8.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1.png"/><Relationship Id="rId7" Type="http://schemas.openxmlformats.org/officeDocument/2006/relationships/diagramColors" Target="../diagrams/colors4.xml"/><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jpeg"/><Relationship Id="rId1" Type="http://schemas.openxmlformats.org/officeDocument/2006/relationships/slideLayout" Target="../slideLayouts/slideLayout7.xml"/><Relationship Id="rId5" Type="http://schemas.openxmlformats.org/officeDocument/2006/relationships/slide" Target="slide5.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image" Target="../media/image14.jpeg"/><Relationship Id="rId4" Type="http://schemas.openxmlformats.org/officeDocument/2006/relationships/image" Target="../media/image13.jpe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5.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cid:3479128801_1749866" TargetMode="External"/><Relationship Id="rId5" Type="http://schemas.openxmlformats.org/officeDocument/2006/relationships/image" Target="../media/image23.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24.emf"/><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cid:3479128801_1749866" TargetMode="External"/><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8" Type="http://schemas.microsoft.com/office/2007/relationships/diagramDrawing" Target="../diagrams/drawing7.xml"/><Relationship Id="rId3" Type="http://schemas.openxmlformats.org/officeDocument/2006/relationships/image" Target="../media/image1.png"/><Relationship Id="rId7" Type="http://schemas.openxmlformats.org/officeDocument/2006/relationships/diagramColors" Target="../diagrams/colors7.xml"/><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diagramQuickStyle" Target="../diagrams/quickStyle7.xml"/><Relationship Id="rId5" Type="http://schemas.openxmlformats.org/officeDocument/2006/relationships/diagramLayout" Target="../diagrams/layout7.xml"/><Relationship Id="rId4" Type="http://schemas.openxmlformats.org/officeDocument/2006/relationships/diagramData" Target="../diagrams/data7.xml"/></Relationships>
</file>

<file path=ppt/slides/_rels/slide27.xml.rels><?xml version="1.0" encoding="UTF-8" standalone="yes"?>
<Relationships xmlns="http://schemas.openxmlformats.org/package/2006/relationships"><Relationship Id="rId8" Type="http://schemas.microsoft.com/office/2007/relationships/diagramDrawing" Target="../diagrams/drawing8.xml"/><Relationship Id="rId3" Type="http://schemas.openxmlformats.org/officeDocument/2006/relationships/image" Target="../media/image1.png"/><Relationship Id="rId7" Type="http://schemas.openxmlformats.org/officeDocument/2006/relationships/diagramColors" Target="../diagrams/colors8.xml"/><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diagramQuickStyle" Target="../diagrams/quickStyle8.xml"/><Relationship Id="rId5" Type="http://schemas.openxmlformats.org/officeDocument/2006/relationships/diagramLayout" Target="../diagrams/layout8.xml"/><Relationship Id="rId4" Type="http://schemas.openxmlformats.org/officeDocument/2006/relationships/diagramData" Target="../diagrams/data8.xml"/></Relationships>
</file>

<file path=ppt/slides/_rels/slide28.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1.png"/><Relationship Id="rId7" Type="http://schemas.openxmlformats.org/officeDocument/2006/relationships/diagramColors" Target="../diagrams/colors9.xml"/><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diagramQuickStyle" Target="../diagrams/quickStyle9.xml"/><Relationship Id="rId5" Type="http://schemas.openxmlformats.org/officeDocument/2006/relationships/diagramLayout" Target="../diagrams/layout9.xml"/><Relationship Id="rId4" Type="http://schemas.openxmlformats.org/officeDocument/2006/relationships/diagramData" Target="../diagrams/data9.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32.jpeg"/><Relationship Id="rId4" Type="http://schemas.openxmlformats.org/officeDocument/2006/relationships/image" Target="../media/image31.emf"/></Relationships>
</file>

<file path=ppt/slides/_rels/slide34.xml.rels><?xml version="1.0" encoding="UTF-8" standalone="yes"?>
<Relationships xmlns="http://schemas.openxmlformats.org/package/2006/relationships"><Relationship Id="rId8" Type="http://schemas.microsoft.com/office/2007/relationships/diagramDrawing" Target="../diagrams/drawing10.xml"/><Relationship Id="rId3" Type="http://schemas.openxmlformats.org/officeDocument/2006/relationships/image" Target="../media/image3.png"/><Relationship Id="rId7" Type="http://schemas.openxmlformats.org/officeDocument/2006/relationships/diagramColors" Target="../diagrams/colors10.xm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diagramQuickStyle" Target="../diagrams/quickStyle10.xml"/><Relationship Id="rId5" Type="http://schemas.openxmlformats.org/officeDocument/2006/relationships/diagramLayout" Target="../diagrams/layout10.xml"/><Relationship Id="rId4" Type="http://schemas.openxmlformats.org/officeDocument/2006/relationships/diagramData" Target="../diagrams/data10.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34.jpeg"/><Relationship Id="rId4" Type="http://schemas.openxmlformats.org/officeDocument/2006/relationships/image" Target="../media/image33.emf"/></Relationships>
</file>

<file path=ppt/slides/_rels/slide36.xml.rels><?xml version="1.0" encoding="UTF-8" standalone="yes"?>
<Relationships xmlns="http://schemas.openxmlformats.org/package/2006/relationships"><Relationship Id="rId8" Type="http://schemas.microsoft.com/office/2007/relationships/diagramDrawing" Target="../diagrams/drawing11.xml"/><Relationship Id="rId3" Type="http://schemas.openxmlformats.org/officeDocument/2006/relationships/image" Target="../media/image3.png"/><Relationship Id="rId7" Type="http://schemas.openxmlformats.org/officeDocument/2006/relationships/diagramColors" Target="../diagrams/colors11.xm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diagramQuickStyle" Target="../diagrams/quickStyle11.xml"/><Relationship Id="rId5" Type="http://schemas.openxmlformats.org/officeDocument/2006/relationships/diagramLayout" Target="../diagrams/layout11.xml"/><Relationship Id="rId4" Type="http://schemas.openxmlformats.org/officeDocument/2006/relationships/diagramData" Target="../diagrams/data11.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36.jpeg"/><Relationship Id="rId4" Type="http://schemas.openxmlformats.org/officeDocument/2006/relationships/image" Target="../media/image35.emf"/></Relationships>
</file>

<file path=ppt/slides/_rels/slide38.xml.rels><?xml version="1.0" encoding="UTF-8" standalone="yes"?>
<Relationships xmlns="http://schemas.openxmlformats.org/package/2006/relationships"><Relationship Id="rId8" Type="http://schemas.microsoft.com/office/2007/relationships/diagramDrawing" Target="../diagrams/drawing12.xml"/><Relationship Id="rId3" Type="http://schemas.openxmlformats.org/officeDocument/2006/relationships/image" Target="../media/image3.png"/><Relationship Id="rId7" Type="http://schemas.openxmlformats.org/officeDocument/2006/relationships/diagramColors" Target="../diagrams/colors12.xm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diagramQuickStyle" Target="../diagrams/quickStyle12.xml"/><Relationship Id="rId5" Type="http://schemas.openxmlformats.org/officeDocument/2006/relationships/diagramLayout" Target="../diagrams/layout12.xml"/><Relationship Id="rId4" Type="http://schemas.openxmlformats.org/officeDocument/2006/relationships/diagramData" Target="../diagrams/data1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38.jpeg"/><Relationship Id="rId4" Type="http://schemas.openxmlformats.org/officeDocument/2006/relationships/image" Target="../media/image37.emf"/></Relationships>
</file>

<file path=ppt/slides/_rels/slide40.xml.rels><?xml version="1.0" encoding="UTF-8" standalone="yes"?>
<Relationships xmlns="http://schemas.openxmlformats.org/package/2006/relationships"><Relationship Id="rId8" Type="http://schemas.microsoft.com/office/2007/relationships/diagramDrawing" Target="../diagrams/drawing13.xml"/><Relationship Id="rId3" Type="http://schemas.openxmlformats.org/officeDocument/2006/relationships/image" Target="../media/image3.png"/><Relationship Id="rId7" Type="http://schemas.openxmlformats.org/officeDocument/2006/relationships/diagramColors" Target="../diagrams/colors13.xm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diagramQuickStyle" Target="../diagrams/quickStyle13.xml"/><Relationship Id="rId5" Type="http://schemas.openxmlformats.org/officeDocument/2006/relationships/diagramLayout" Target="../diagrams/layout13.xml"/><Relationship Id="rId4" Type="http://schemas.openxmlformats.org/officeDocument/2006/relationships/diagramData" Target="../diagrams/data13.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0.jpeg"/><Relationship Id="rId4" Type="http://schemas.openxmlformats.org/officeDocument/2006/relationships/image" Target="../media/image39.emf"/></Relationships>
</file>

<file path=ppt/slides/_rels/slide42.xml.rels><?xml version="1.0" encoding="UTF-8" standalone="yes"?>
<Relationships xmlns="http://schemas.openxmlformats.org/package/2006/relationships"><Relationship Id="rId8" Type="http://schemas.microsoft.com/office/2007/relationships/diagramDrawing" Target="../diagrams/drawing14.xml"/><Relationship Id="rId3" Type="http://schemas.openxmlformats.org/officeDocument/2006/relationships/image" Target="../media/image3.png"/><Relationship Id="rId7" Type="http://schemas.openxmlformats.org/officeDocument/2006/relationships/diagramColors" Target="../diagrams/colors14.xm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diagramQuickStyle" Target="../diagrams/quickStyle14.xml"/><Relationship Id="rId5" Type="http://schemas.openxmlformats.org/officeDocument/2006/relationships/diagramLayout" Target="../diagrams/layout14.xml"/><Relationship Id="rId4" Type="http://schemas.openxmlformats.org/officeDocument/2006/relationships/diagramData" Target="../diagrams/data14.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8" Type="http://schemas.openxmlformats.org/officeDocument/2006/relationships/diagramColors" Target="../diagrams/colors15.xml"/><Relationship Id="rId3" Type="http://schemas.openxmlformats.org/officeDocument/2006/relationships/image" Target="../media/image1.png"/><Relationship Id="rId7" Type="http://schemas.openxmlformats.org/officeDocument/2006/relationships/diagramQuickStyle" Target="../diagrams/quickStyle15.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Layout" Target="../diagrams/layout15.xml"/><Relationship Id="rId5" Type="http://schemas.openxmlformats.org/officeDocument/2006/relationships/diagramData" Target="../diagrams/data15.xml"/><Relationship Id="rId4" Type="http://schemas.openxmlformats.org/officeDocument/2006/relationships/image" Target="../media/image3.png"/><Relationship Id="rId9" Type="http://schemas.microsoft.com/office/2007/relationships/diagramDrawing" Target="../diagrams/drawing15.xml"/></Relationships>
</file>

<file path=ppt/slides/_rels/slide45.xml.rels><?xml version="1.0" encoding="UTF-8" standalone="yes"?>
<Relationships xmlns="http://schemas.openxmlformats.org/package/2006/relationships"><Relationship Id="rId8" Type="http://schemas.microsoft.com/office/2007/relationships/diagramDrawing" Target="../diagrams/drawing16.xml"/><Relationship Id="rId3" Type="http://schemas.openxmlformats.org/officeDocument/2006/relationships/image" Target="../media/image3.png"/><Relationship Id="rId7" Type="http://schemas.openxmlformats.org/officeDocument/2006/relationships/diagramColors" Target="../diagrams/colors16.xm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diagramQuickStyle" Target="../diagrams/quickStyle16.xml"/><Relationship Id="rId5" Type="http://schemas.openxmlformats.org/officeDocument/2006/relationships/diagramLayout" Target="../diagrams/layout16.xml"/><Relationship Id="rId4" Type="http://schemas.openxmlformats.org/officeDocument/2006/relationships/diagramData" Target="../diagrams/data16.xml"/></Relationships>
</file>

<file path=ppt/slides/_rels/slide46.xml.rels><?xml version="1.0" encoding="UTF-8" standalone="yes"?>
<Relationships xmlns="http://schemas.openxmlformats.org/package/2006/relationships"><Relationship Id="rId8" Type="http://schemas.microsoft.com/office/2007/relationships/diagramDrawing" Target="../diagrams/drawing17.xml"/><Relationship Id="rId3" Type="http://schemas.openxmlformats.org/officeDocument/2006/relationships/image" Target="../media/image3.png"/><Relationship Id="rId7" Type="http://schemas.openxmlformats.org/officeDocument/2006/relationships/diagramColors" Target="../diagrams/colors17.xm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diagramQuickStyle" Target="../diagrams/quickStyle17.xml"/><Relationship Id="rId5" Type="http://schemas.openxmlformats.org/officeDocument/2006/relationships/diagramLayout" Target="../diagrams/layout17.xml"/><Relationship Id="rId4" Type="http://schemas.openxmlformats.org/officeDocument/2006/relationships/diagramData" Target="../diagrams/data17.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8" Type="http://schemas.microsoft.com/office/2007/relationships/diagramDrawing" Target="../diagrams/drawing18.xml"/><Relationship Id="rId3" Type="http://schemas.openxmlformats.org/officeDocument/2006/relationships/image" Target="../media/image3.png"/><Relationship Id="rId7" Type="http://schemas.openxmlformats.org/officeDocument/2006/relationships/diagramColors" Target="../diagrams/colors18.xm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diagramQuickStyle" Target="../diagrams/quickStyle18.xml"/><Relationship Id="rId5" Type="http://schemas.openxmlformats.org/officeDocument/2006/relationships/diagramLayout" Target="../diagrams/layout18.xml"/><Relationship Id="rId4" Type="http://schemas.openxmlformats.org/officeDocument/2006/relationships/diagramData" Target="../diagrams/data18.xml"/></Relationships>
</file>

<file path=ppt/slides/_rels/slide50.xml.rels><?xml version="1.0" encoding="UTF-8" standalone="yes"?>
<Relationships xmlns="http://schemas.openxmlformats.org/package/2006/relationships"><Relationship Id="rId8" Type="http://schemas.microsoft.com/office/2007/relationships/diagramDrawing" Target="../diagrams/drawing19.xml"/><Relationship Id="rId3" Type="http://schemas.openxmlformats.org/officeDocument/2006/relationships/image" Target="../media/image3.png"/><Relationship Id="rId7" Type="http://schemas.openxmlformats.org/officeDocument/2006/relationships/diagramColors" Target="../diagrams/colors19.xm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diagramQuickStyle" Target="../diagrams/quickStyle19.xml"/><Relationship Id="rId5" Type="http://schemas.openxmlformats.org/officeDocument/2006/relationships/diagramLayout" Target="../diagrams/layout19.xml"/><Relationship Id="rId4" Type="http://schemas.openxmlformats.org/officeDocument/2006/relationships/diagramData" Target="../diagrams/data19.xml"/></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hyperlink" Target="../ESTRUCTURA%20MECI/ESTRUCTURA%20MECI%202014.xlsx" TargetMode="Externa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6 Grupo"/>
          <p:cNvGrpSpPr/>
          <p:nvPr/>
        </p:nvGrpSpPr>
        <p:grpSpPr>
          <a:xfrm>
            <a:off x="0" y="-27383"/>
            <a:ext cx="9144000" cy="6890701"/>
            <a:chOff x="0" y="-27383"/>
            <a:chExt cx="9144000" cy="6890701"/>
          </a:xfrm>
        </p:grpSpPr>
        <p:pic>
          <p:nvPicPr>
            <p:cNvPr id="8"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8 CuadroTexto"/>
            <p:cNvSpPr txBox="1"/>
            <p:nvPr/>
          </p:nvSpPr>
          <p:spPr>
            <a:xfrm>
              <a:off x="0" y="6309320"/>
              <a:ext cx="914400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0"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242234"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1" name="10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pic>
          <p:nvPicPr>
            <p:cNvPr id="12" name="Picture 2"/>
            <p:cNvPicPr>
              <a:picLocks noChangeAspect="1" noChangeArrowheads="1"/>
            </p:cNvPicPr>
            <p:nvPr/>
          </p:nvPicPr>
          <p:blipFill rotWithShape="1">
            <a:blip r:embed="rId3">
              <a:duotone>
                <a:schemeClr val="bg2">
                  <a:shade val="45000"/>
                  <a:satMod val="135000"/>
                </a:schemeClr>
                <a:prstClr val="white"/>
              </a:duotone>
              <a:extLst>
                <a:ext uri="{28A0092B-C50C-407E-A947-70E740481C1C}">
                  <a14:useLocalDpi xmlns:a14="http://schemas.microsoft.com/office/drawing/2010/main" val="0"/>
                </a:ext>
              </a:extLst>
            </a:blip>
            <a:srcRect l="581" t="6318" r="543" b="6768"/>
            <a:stretch/>
          </p:blipFill>
          <p:spPr bwMode="auto">
            <a:xfrm>
              <a:off x="0" y="2204864"/>
              <a:ext cx="9144000" cy="370317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3" name="12 Rectángulo"/>
            <p:cNvSpPr/>
            <p:nvPr/>
          </p:nvSpPr>
          <p:spPr>
            <a:xfrm>
              <a:off x="0" y="2204864"/>
              <a:ext cx="9134332" cy="3703170"/>
            </a:xfrm>
            <a:prstGeom prst="rect">
              <a:avLst/>
            </a:prstGeom>
            <a:solidFill>
              <a:schemeClr val="bg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3" name="2 CuadroTexto"/>
          <p:cNvSpPr txBox="1"/>
          <p:nvPr/>
        </p:nvSpPr>
        <p:spPr>
          <a:xfrm>
            <a:off x="892060" y="548680"/>
            <a:ext cx="7352348" cy="5016758"/>
          </a:xfrm>
          <a:prstGeom prst="rect">
            <a:avLst/>
          </a:prstGeom>
          <a:noFill/>
        </p:spPr>
        <p:txBody>
          <a:bodyPr wrap="square" rtlCol="0">
            <a:spAutoFit/>
          </a:bodyPr>
          <a:lstStyle/>
          <a:p>
            <a:pPr algn="ctr"/>
            <a:r>
              <a:rPr lang="es-CO" sz="3600" b="1" dirty="0" smtClean="0">
                <a:solidFill>
                  <a:schemeClr val="accent2">
                    <a:lumMod val="75000"/>
                  </a:schemeClr>
                </a:solidFill>
                <a:latin typeface="Eras Medium ITC" panose="020B0602030504020804" pitchFamily="34" charset="0"/>
              </a:rPr>
              <a:t>Seminario</a:t>
            </a:r>
          </a:p>
          <a:p>
            <a:pPr algn="ctr"/>
            <a:r>
              <a:rPr lang="es-CO" sz="3600" b="1" dirty="0" smtClean="0">
                <a:solidFill>
                  <a:schemeClr val="accent2">
                    <a:lumMod val="75000"/>
                  </a:schemeClr>
                </a:solidFill>
                <a:latin typeface="Eras Medium ITC" panose="020B0602030504020804" pitchFamily="34" charset="0"/>
              </a:rPr>
              <a:t>Actualización </a:t>
            </a:r>
            <a:r>
              <a:rPr lang="es-CO" sz="3600" b="1" dirty="0" err="1" smtClean="0">
                <a:solidFill>
                  <a:srgbClr val="00B050"/>
                </a:solidFill>
                <a:effectLst>
                  <a:outerShdw blurRad="38100" dist="38100" dir="2700000" algn="tl">
                    <a:srgbClr val="000000">
                      <a:alpha val="43137"/>
                    </a:srgbClr>
                  </a:outerShdw>
                </a:effectLst>
                <a:latin typeface="Eras Medium ITC" panose="020B0602030504020804" pitchFamily="34" charset="0"/>
              </a:rPr>
              <a:t>MECI</a:t>
            </a:r>
            <a:r>
              <a:rPr lang="es-CO" sz="3600" b="1" dirty="0" smtClean="0">
                <a:solidFill>
                  <a:srgbClr val="00B050"/>
                </a:solidFill>
                <a:effectLst>
                  <a:outerShdw blurRad="38100" dist="38100" dir="2700000" algn="tl">
                    <a:srgbClr val="000000">
                      <a:alpha val="43137"/>
                    </a:srgbClr>
                  </a:outerShdw>
                </a:effectLst>
                <a:latin typeface="Eras Medium ITC" panose="020B0602030504020804" pitchFamily="34" charset="0"/>
              </a:rPr>
              <a:t> - CAS 2014</a:t>
            </a:r>
          </a:p>
          <a:p>
            <a:pPr algn="ctr"/>
            <a:endParaRPr lang="es-CO" sz="3600" b="1" dirty="0" smtClean="0">
              <a:solidFill>
                <a:srgbClr val="00B050"/>
              </a:solidFill>
              <a:effectLst>
                <a:outerShdw blurRad="38100" dist="38100" dir="2700000" algn="tl">
                  <a:srgbClr val="000000">
                    <a:alpha val="43137"/>
                  </a:srgbClr>
                </a:outerShdw>
              </a:effectLst>
              <a:latin typeface="Eras Medium ITC" panose="020B0602030504020804" pitchFamily="34" charset="0"/>
            </a:endParaRPr>
          </a:p>
          <a:p>
            <a:pPr algn="ctr"/>
            <a:endParaRPr lang="es-CO" sz="4000" b="1" dirty="0" smtClean="0">
              <a:solidFill>
                <a:srgbClr val="00B050"/>
              </a:solidFill>
              <a:effectLst>
                <a:outerShdw blurRad="38100" dist="38100" dir="2700000" algn="tl">
                  <a:srgbClr val="000000">
                    <a:alpha val="43137"/>
                  </a:srgbClr>
                </a:outerShdw>
              </a:effectLst>
              <a:latin typeface="Eras Medium ITC" panose="020B0602030504020804" pitchFamily="34" charset="0"/>
            </a:endParaRPr>
          </a:p>
          <a:p>
            <a:pPr algn="ctr"/>
            <a:r>
              <a:rPr lang="es-CO" sz="4000" dirty="0" smtClean="0">
                <a:latin typeface="Eras Medium ITC" panose="020B0602030504020804" pitchFamily="34" charset="0"/>
              </a:rPr>
              <a:t>ANALIZANDO LOS FACTORES CLAVES DE ÉXITO PARA LA GESTIÓN DE LA ENTIDAD</a:t>
            </a:r>
          </a:p>
          <a:p>
            <a:pPr algn="ctr"/>
            <a:endParaRPr lang="es-CO" dirty="0" smtClean="0">
              <a:latin typeface="Eras Medium ITC" panose="020B0602030504020804" pitchFamily="34" charset="0"/>
            </a:endParaRPr>
          </a:p>
          <a:p>
            <a:pPr algn="ctr"/>
            <a:endParaRPr lang="es-CO" dirty="0" smtClean="0">
              <a:latin typeface="Eras Medium ITC" panose="020B0602030504020804" pitchFamily="34" charset="0"/>
            </a:endParaRPr>
          </a:p>
          <a:p>
            <a:pPr algn="ctr"/>
            <a:r>
              <a:rPr lang="es-CO" sz="1600" dirty="0" smtClean="0">
                <a:latin typeface="Eras Medium ITC" panose="020B0602030504020804" pitchFamily="34" charset="0"/>
              </a:rPr>
              <a:t>NOVIEMBRE 24 , 2014</a:t>
            </a:r>
            <a:endParaRPr lang="es-CO" sz="1600" dirty="0">
              <a:latin typeface="Eras Medium ITC" panose="020B0602030504020804" pitchFamily="34" charset="0"/>
            </a:endParaRPr>
          </a:p>
        </p:txBody>
      </p:sp>
    </p:spTree>
    <p:extLst>
      <p:ext uri="{BB962C8B-B14F-4D97-AF65-F5344CB8AC3E}">
        <p14:creationId xmlns:p14="http://schemas.microsoft.com/office/powerpoint/2010/main" val="401363795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10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sp>
        <p:nvSpPr>
          <p:cNvPr id="2" name="Rectangle 4"/>
          <p:cNvSpPr txBox="1">
            <a:spLocks noChangeArrowheads="1"/>
          </p:cNvSpPr>
          <p:nvPr/>
        </p:nvSpPr>
        <p:spPr>
          <a:xfrm>
            <a:off x="449023" y="1080418"/>
            <a:ext cx="7851775" cy="4306526"/>
          </a:xfrm>
          <a:prstGeom prst="rect">
            <a:avLst/>
          </a:prstGeom>
        </p:spPr>
        <p:txBody>
          <a:bodyPr/>
          <a:lstStyle/>
          <a:p>
            <a:pPr marL="609600" indent="-609600" algn="just">
              <a:lnSpc>
                <a:spcPct val="85000"/>
              </a:lnSpc>
              <a:spcBef>
                <a:spcPct val="20000"/>
              </a:spcBef>
              <a:buFontTx/>
              <a:buAutoNum type="arabicPeriod"/>
              <a:defRPr/>
            </a:pPr>
            <a:r>
              <a:rPr lang="es-CO" sz="2800" dirty="0" smtClean="0">
                <a:latin typeface="Futura Std Medium" pitchFamily="34" charset="0"/>
                <a:cs typeface="Futura Std Book"/>
              </a:rPr>
              <a:t>Objetivos de la sesión  </a:t>
            </a:r>
          </a:p>
          <a:p>
            <a:pPr marL="609600" indent="-609600" algn="just">
              <a:lnSpc>
                <a:spcPct val="85000"/>
              </a:lnSpc>
              <a:spcBef>
                <a:spcPct val="20000"/>
              </a:spcBef>
              <a:buFontTx/>
              <a:buAutoNum type="arabicPeriod"/>
              <a:defRPr/>
            </a:pPr>
            <a:r>
              <a:rPr lang="es-CO" sz="2800" dirty="0" smtClean="0">
                <a:latin typeface="Futura Std Medium" pitchFamily="34" charset="0"/>
                <a:cs typeface="Futura Std Book"/>
              </a:rPr>
              <a:t>Marco legal del Sistema de Control Interno</a:t>
            </a:r>
          </a:p>
          <a:p>
            <a:pPr marL="609600" indent="-609600" algn="just">
              <a:lnSpc>
                <a:spcPct val="85000"/>
              </a:lnSpc>
              <a:spcBef>
                <a:spcPct val="20000"/>
              </a:spcBef>
              <a:buFontTx/>
              <a:buAutoNum type="arabicPeriod"/>
              <a:defRPr/>
            </a:pPr>
            <a:r>
              <a:rPr lang="es-ES" sz="2800" dirty="0" smtClean="0">
                <a:latin typeface="Futura Std Medium" pitchFamily="34" charset="0"/>
                <a:cs typeface="Futura Std Book"/>
              </a:rPr>
              <a:t>Justificación de la actualización</a:t>
            </a:r>
          </a:p>
          <a:p>
            <a:pPr marL="609600" indent="-609600" algn="just">
              <a:lnSpc>
                <a:spcPct val="85000"/>
              </a:lnSpc>
              <a:spcBef>
                <a:spcPct val="20000"/>
              </a:spcBef>
              <a:buFontTx/>
              <a:buAutoNum type="arabicPeriod"/>
              <a:defRPr/>
            </a:pPr>
            <a:r>
              <a:rPr lang="es-ES" sz="2800" dirty="0" smtClean="0">
                <a:latin typeface="Futura Std Medium" pitchFamily="34" charset="0"/>
                <a:cs typeface="Futura Std Book"/>
              </a:rPr>
              <a:t>Metodología utilizada para la actualización</a:t>
            </a:r>
          </a:p>
          <a:p>
            <a:pPr marL="609600" indent="-609600" algn="just">
              <a:lnSpc>
                <a:spcPct val="85000"/>
              </a:lnSpc>
              <a:spcBef>
                <a:spcPct val="20000"/>
              </a:spcBef>
              <a:buFontTx/>
              <a:buAutoNum type="arabicPeriod"/>
              <a:defRPr/>
            </a:pPr>
            <a:r>
              <a:rPr lang="es-ES" sz="2800" dirty="0">
                <a:latin typeface="Futura Std Medium" pitchFamily="34" charset="0"/>
                <a:cs typeface="Futura Std Book"/>
              </a:rPr>
              <a:t>Estructura </a:t>
            </a:r>
            <a:r>
              <a:rPr lang="es-ES" sz="2800" dirty="0" smtClean="0">
                <a:latin typeface="Futura Std Medium" pitchFamily="34" charset="0"/>
                <a:cs typeface="Futura Std Book"/>
              </a:rPr>
              <a:t>general</a:t>
            </a:r>
            <a:endParaRPr lang="es-ES" sz="2800" dirty="0">
              <a:latin typeface="Futura Std Medium" pitchFamily="34" charset="0"/>
              <a:cs typeface="Futura Std Book"/>
            </a:endParaRPr>
          </a:p>
          <a:p>
            <a:pPr marL="609600" indent="-609600" algn="just">
              <a:lnSpc>
                <a:spcPct val="85000"/>
              </a:lnSpc>
              <a:spcBef>
                <a:spcPct val="20000"/>
              </a:spcBef>
              <a:buFontTx/>
              <a:buAutoNum type="arabicPeriod"/>
              <a:defRPr/>
            </a:pPr>
            <a:r>
              <a:rPr lang="es-ES" sz="2800" dirty="0" smtClean="0">
                <a:latin typeface="Futura Std Medium" pitchFamily="34" charset="0"/>
                <a:cs typeface="Futura Std Book"/>
              </a:rPr>
              <a:t>Principales cambios</a:t>
            </a:r>
          </a:p>
          <a:p>
            <a:pPr marL="609600" indent="-609600" algn="just">
              <a:lnSpc>
                <a:spcPct val="85000"/>
              </a:lnSpc>
              <a:spcBef>
                <a:spcPct val="20000"/>
              </a:spcBef>
              <a:buFontTx/>
              <a:buAutoNum type="arabicPeriod"/>
              <a:defRPr/>
            </a:pPr>
            <a:r>
              <a:rPr lang="es-ES" sz="2800" dirty="0" smtClean="0">
                <a:latin typeface="Futura Std Medium" pitchFamily="34" charset="0"/>
                <a:cs typeface="Futura Std Book"/>
              </a:rPr>
              <a:t>Fases de la actualización</a:t>
            </a:r>
          </a:p>
          <a:p>
            <a:pPr marL="609600" indent="-609600" algn="just">
              <a:lnSpc>
                <a:spcPct val="85000"/>
              </a:lnSpc>
              <a:spcBef>
                <a:spcPct val="20000"/>
              </a:spcBef>
              <a:buFontTx/>
              <a:buAutoNum type="arabicPeriod"/>
              <a:defRPr/>
            </a:pPr>
            <a:r>
              <a:rPr lang="es-ES" sz="2800" dirty="0" smtClean="0">
                <a:latin typeface="Futura Std Medium" pitchFamily="34" charset="0"/>
                <a:cs typeface="Futura Std Book"/>
              </a:rPr>
              <a:t>Roles y Responsabilidades.</a:t>
            </a:r>
            <a:endParaRPr lang="es-CO" sz="2800" b="1" kern="0" dirty="0">
              <a:latin typeface="Futura Std Medium" pitchFamily="34" charset="0"/>
            </a:endParaRPr>
          </a:p>
          <a:p>
            <a:pPr marL="609600" indent="-609600" algn="just">
              <a:lnSpc>
                <a:spcPct val="85000"/>
              </a:lnSpc>
              <a:spcBef>
                <a:spcPct val="20000"/>
              </a:spcBef>
              <a:buFontTx/>
              <a:buAutoNum type="arabicPeriod"/>
              <a:defRPr/>
            </a:pPr>
            <a:endParaRPr lang="es-CO" sz="2500" b="1" kern="0" dirty="0">
              <a:latin typeface="Calibri" pitchFamily="34" charset="0"/>
              <a:cs typeface="+mn-cs"/>
            </a:endParaRPr>
          </a:p>
        </p:txBody>
      </p:sp>
      <p:grpSp>
        <p:nvGrpSpPr>
          <p:cNvPr id="5" name="4 Grupo"/>
          <p:cNvGrpSpPr/>
          <p:nvPr/>
        </p:nvGrpSpPr>
        <p:grpSpPr>
          <a:xfrm>
            <a:off x="0" y="-27383"/>
            <a:ext cx="9144000" cy="6890884"/>
            <a:chOff x="0" y="-27383"/>
            <a:chExt cx="9144000" cy="6890884"/>
          </a:xfrm>
        </p:grpSpPr>
        <p:pic>
          <p:nvPicPr>
            <p:cNvPr id="6"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6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0"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Tree>
    <p:extLst>
      <p:ext uri="{BB962C8B-B14F-4D97-AF65-F5344CB8AC3E}">
        <p14:creationId xmlns:p14="http://schemas.microsoft.com/office/powerpoint/2010/main" val="2346848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down)">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down)">
                                      <p:cBhvr>
                                        <p:cTn id="12" dur="5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animEffect transition="in" filter="wipe(down)">
                                      <p:cBhvr>
                                        <p:cTn id="17" dur="500"/>
                                        <p:tgtEl>
                                          <p:spTgt spid="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nodeType="clickEffect">
                                  <p:stCondLst>
                                    <p:cond delay="0"/>
                                  </p:stCondLst>
                                  <p:childTnLst>
                                    <p:set>
                                      <p:cBhvr>
                                        <p:cTn id="21" dur="1" fill="hold">
                                          <p:stCondLst>
                                            <p:cond delay="0"/>
                                          </p:stCondLst>
                                        </p:cTn>
                                        <p:tgtEl>
                                          <p:spTgt spid="2">
                                            <p:txEl>
                                              <p:pRg st="3" end="3"/>
                                            </p:txEl>
                                          </p:spTgt>
                                        </p:tgtEl>
                                        <p:attrNameLst>
                                          <p:attrName>style.visibility</p:attrName>
                                        </p:attrNameLst>
                                      </p:cBhvr>
                                      <p:to>
                                        <p:strVal val="visible"/>
                                      </p:to>
                                    </p:set>
                                    <p:animEffect transition="in" filter="wipe(down)">
                                      <p:cBhvr>
                                        <p:cTn id="22" dur="500"/>
                                        <p:tgtEl>
                                          <p:spTgt spid="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nodeType="click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animEffect transition="in" filter="wipe(down)">
                                      <p:cBhvr>
                                        <p:cTn id="27" dur="500"/>
                                        <p:tgtEl>
                                          <p:spTgt spid="2">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nodeType="clickEffect">
                                  <p:stCondLst>
                                    <p:cond delay="0"/>
                                  </p:stCondLst>
                                  <p:childTnLst>
                                    <p:set>
                                      <p:cBhvr>
                                        <p:cTn id="31" dur="1" fill="hold">
                                          <p:stCondLst>
                                            <p:cond delay="0"/>
                                          </p:stCondLst>
                                        </p:cTn>
                                        <p:tgtEl>
                                          <p:spTgt spid="2">
                                            <p:txEl>
                                              <p:pRg st="5" end="5"/>
                                            </p:txEl>
                                          </p:spTgt>
                                        </p:tgtEl>
                                        <p:attrNameLst>
                                          <p:attrName>style.visibility</p:attrName>
                                        </p:attrNameLst>
                                      </p:cBhvr>
                                      <p:to>
                                        <p:strVal val="visible"/>
                                      </p:to>
                                    </p:set>
                                    <p:animEffect transition="in" filter="wipe(down)">
                                      <p:cBhvr>
                                        <p:cTn id="32" dur="500"/>
                                        <p:tgtEl>
                                          <p:spTgt spid="2">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4" fill="hold" nodeType="clickEffect">
                                  <p:stCondLst>
                                    <p:cond delay="0"/>
                                  </p:stCondLst>
                                  <p:childTnLst>
                                    <p:set>
                                      <p:cBhvr>
                                        <p:cTn id="36" dur="1" fill="hold">
                                          <p:stCondLst>
                                            <p:cond delay="0"/>
                                          </p:stCondLst>
                                        </p:cTn>
                                        <p:tgtEl>
                                          <p:spTgt spid="2">
                                            <p:txEl>
                                              <p:pRg st="6" end="6"/>
                                            </p:txEl>
                                          </p:spTgt>
                                        </p:tgtEl>
                                        <p:attrNameLst>
                                          <p:attrName>style.visibility</p:attrName>
                                        </p:attrNameLst>
                                      </p:cBhvr>
                                      <p:to>
                                        <p:strVal val="visible"/>
                                      </p:to>
                                    </p:set>
                                    <p:animEffect transition="in" filter="wipe(down)">
                                      <p:cBhvr>
                                        <p:cTn id="37" dur="500"/>
                                        <p:tgtEl>
                                          <p:spTgt spid="2">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4" fill="hold" nodeType="clickEffect">
                                  <p:stCondLst>
                                    <p:cond delay="0"/>
                                  </p:stCondLst>
                                  <p:childTnLst>
                                    <p:set>
                                      <p:cBhvr>
                                        <p:cTn id="41" dur="1" fill="hold">
                                          <p:stCondLst>
                                            <p:cond delay="0"/>
                                          </p:stCondLst>
                                        </p:cTn>
                                        <p:tgtEl>
                                          <p:spTgt spid="2">
                                            <p:txEl>
                                              <p:pRg st="7" end="7"/>
                                            </p:txEl>
                                          </p:spTgt>
                                        </p:tgtEl>
                                        <p:attrNameLst>
                                          <p:attrName>style.visibility</p:attrName>
                                        </p:attrNameLst>
                                      </p:cBhvr>
                                      <p:to>
                                        <p:strVal val="visible"/>
                                      </p:to>
                                    </p:set>
                                    <p:animEffect transition="in" filter="wipe(down)">
                                      <p:cBhvr>
                                        <p:cTn id="42" dur="500"/>
                                        <p:tgtEl>
                                          <p:spTgt spid="2">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14 Imagen"/>
          <p:cNvPicPr>
            <a:picLocks noChangeAspect="1"/>
          </p:cNvPicPr>
          <p:nvPr/>
        </p:nvPicPr>
        <p:blipFill rotWithShape="1">
          <a:blip r:embed="rId4">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pic>
        <p:nvPicPr>
          <p:cNvPr id="1026" name="Picture 2" descr="http://definicion.mx/wp-content/uploads/2013/03/objetivo.jpg">
            <a:hlinkClick r:id="rId5"/>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89413" y="2147498"/>
            <a:ext cx="2700670" cy="2565542"/>
          </a:xfrm>
          <a:prstGeom prst="rect">
            <a:avLst/>
          </a:prstGeom>
          <a:noFill/>
          <a:extLst>
            <a:ext uri="{909E8E84-426E-40DD-AFC4-6F175D3DCCD1}">
              <a14:hiddenFill xmlns:a14="http://schemas.microsoft.com/office/drawing/2010/main">
                <a:solidFill>
                  <a:srgbClr val="FFFFFF"/>
                </a:solidFill>
              </a14:hiddenFill>
            </a:ext>
          </a:extLst>
        </p:spPr>
      </p:pic>
      <p:sp>
        <p:nvSpPr>
          <p:cNvPr id="6" name="5 Rectángulo redondeado"/>
          <p:cNvSpPr/>
          <p:nvPr/>
        </p:nvSpPr>
        <p:spPr>
          <a:xfrm>
            <a:off x="4848335" y="342929"/>
            <a:ext cx="3279763" cy="578882"/>
          </a:xfrm>
          <a:prstGeom prst="roundRect">
            <a:avLst/>
          </a:prstGeom>
          <a:ln>
            <a:solidFill>
              <a:srgbClr val="632B00"/>
            </a:solidFill>
          </a:ln>
        </p:spPr>
        <p:txBody>
          <a:bodyPr wrap="square">
            <a:spAutoFit/>
          </a:bodyPr>
          <a:lstStyle/>
          <a:p>
            <a:pPr algn="ctr"/>
            <a:r>
              <a:rPr lang="es-CO" sz="2800" b="1" dirty="0" smtClean="0">
                <a:latin typeface="Futura Std Medium"/>
              </a:rPr>
              <a:t>1. Objetivos</a:t>
            </a:r>
            <a:endParaRPr lang="es-CO" sz="2800" dirty="0"/>
          </a:p>
        </p:txBody>
      </p:sp>
      <p:grpSp>
        <p:nvGrpSpPr>
          <p:cNvPr id="7" name="8 Grupo"/>
          <p:cNvGrpSpPr>
            <a:grpSpLocks/>
          </p:cNvGrpSpPr>
          <p:nvPr/>
        </p:nvGrpSpPr>
        <p:grpSpPr bwMode="auto">
          <a:xfrm>
            <a:off x="3210113" y="1709335"/>
            <a:ext cx="4749483" cy="997381"/>
            <a:chOff x="709588" y="1785926"/>
            <a:chExt cx="7648626" cy="998324"/>
          </a:xfrm>
        </p:grpSpPr>
        <p:pic>
          <p:nvPicPr>
            <p:cNvPr id="8" name="PPTShape_0" descr="F:\imagenes cursos\NeedleLeftYellow2.png"/>
            <p:cNvPicPr>
              <a:picLocks noChangeAspect="1" noChangeArrowheads="1"/>
            </p:cNvPicPr>
            <p:nvPr>
              <p:custDataLst>
                <p:tags r:id="rId2"/>
              </p:custDataLst>
            </p:nvPr>
          </p:nvPicPr>
          <p:blipFill>
            <a:blip r:embed="rId7">
              <a:extLst>
                <a:ext uri="{28A0092B-C50C-407E-A947-70E740481C1C}">
                  <a14:useLocalDpi xmlns:a14="http://schemas.microsoft.com/office/drawing/2010/main" val="0"/>
                </a:ext>
              </a:extLst>
            </a:blip>
            <a:srcRect/>
            <a:stretch>
              <a:fillRect/>
            </a:stretch>
          </p:blipFill>
          <p:spPr bwMode="auto">
            <a:xfrm>
              <a:off x="709588" y="1785926"/>
              <a:ext cx="433388"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6 Rectángulo"/>
            <p:cNvSpPr>
              <a:spLocks noChangeArrowheads="1"/>
            </p:cNvSpPr>
            <p:nvPr/>
          </p:nvSpPr>
          <p:spPr bwMode="auto">
            <a:xfrm>
              <a:off x="928557" y="2014081"/>
              <a:ext cx="7429657" cy="770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just">
                <a:defRPr/>
              </a:pPr>
              <a:r>
                <a:rPr lang="es-CO" dirty="0">
                  <a:solidFill>
                    <a:srgbClr val="0000FF"/>
                  </a:solidFill>
                  <a:latin typeface="Arial Narrow" pitchFamily="34" charset="0"/>
                </a:rPr>
                <a:t> </a:t>
              </a:r>
              <a:r>
                <a:rPr lang="es-CO" sz="2200" dirty="0">
                  <a:solidFill>
                    <a:schemeClr val="tx1">
                      <a:lumMod val="75000"/>
                      <a:lumOff val="25000"/>
                    </a:schemeClr>
                  </a:solidFill>
                  <a:latin typeface="Futura Std Medium" pitchFamily="34" charset="0"/>
                  <a:cs typeface="Futura Std Book"/>
                </a:rPr>
                <a:t>Establecer los conceptos básicos </a:t>
              </a:r>
              <a:r>
                <a:rPr lang="es-CO" sz="2200" dirty="0" smtClean="0">
                  <a:solidFill>
                    <a:schemeClr val="tx1">
                      <a:lumMod val="75000"/>
                      <a:lumOff val="25000"/>
                    </a:schemeClr>
                  </a:solidFill>
                  <a:latin typeface="Futura Std Medium" pitchFamily="34" charset="0"/>
                  <a:cs typeface="Futura Std Book"/>
                </a:rPr>
                <a:t>sobre la actualización del MECI.</a:t>
              </a:r>
              <a:endParaRPr lang="es-CO" sz="2200" dirty="0">
                <a:solidFill>
                  <a:schemeClr val="tx1">
                    <a:lumMod val="75000"/>
                    <a:lumOff val="25000"/>
                  </a:schemeClr>
                </a:solidFill>
                <a:latin typeface="Futura Std Medium" pitchFamily="34" charset="0"/>
                <a:cs typeface="Futura Std Book"/>
              </a:endParaRPr>
            </a:p>
          </p:txBody>
        </p:sp>
      </p:grpSp>
      <p:grpSp>
        <p:nvGrpSpPr>
          <p:cNvPr id="10" name="10 Grupo"/>
          <p:cNvGrpSpPr>
            <a:grpSpLocks/>
          </p:cNvGrpSpPr>
          <p:nvPr/>
        </p:nvGrpSpPr>
        <p:grpSpPr bwMode="auto">
          <a:xfrm>
            <a:off x="3479229" y="3605044"/>
            <a:ext cx="4802240" cy="1107996"/>
            <a:chOff x="693175" y="2921796"/>
            <a:chExt cx="7522163" cy="1109792"/>
          </a:xfrm>
        </p:grpSpPr>
        <p:pic>
          <p:nvPicPr>
            <p:cNvPr id="11" name="PPTShape_0" descr="F:\imagenes cursos\NeedleLeftYellow2.png"/>
            <p:cNvPicPr>
              <a:picLocks noChangeAspect="1" noChangeArrowheads="1"/>
            </p:cNvPicPr>
            <p:nvPr>
              <p:custDataLst>
                <p:tags r:id="rId1"/>
              </p:custDataLst>
            </p:nvPr>
          </p:nvPicPr>
          <p:blipFill>
            <a:blip r:embed="rId7">
              <a:extLst>
                <a:ext uri="{28A0092B-C50C-407E-A947-70E740481C1C}">
                  <a14:useLocalDpi xmlns:a14="http://schemas.microsoft.com/office/drawing/2010/main" val="0"/>
                </a:ext>
              </a:extLst>
            </a:blip>
            <a:srcRect/>
            <a:stretch>
              <a:fillRect/>
            </a:stretch>
          </p:blipFill>
          <p:spPr bwMode="auto">
            <a:xfrm>
              <a:off x="693175" y="2921796"/>
              <a:ext cx="433388"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9 Rectángulo"/>
            <p:cNvSpPr>
              <a:spLocks noChangeArrowheads="1"/>
            </p:cNvSpPr>
            <p:nvPr/>
          </p:nvSpPr>
          <p:spPr bwMode="auto">
            <a:xfrm>
              <a:off x="942625" y="2921796"/>
              <a:ext cx="7272713" cy="1109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just">
                <a:defRPr/>
              </a:pPr>
              <a:r>
                <a:rPr lang="es-CO" sz="2200" dirty="0">
                  <a:solidFill>
                    <a:schemeClr val="tx1">
                      <a:lumMod val="75000"/>
                      <a:lumOff val="25000"/>
                    </a:schemeClr>
                  </a:solidFill>
                  <a:latin typeface="Futura Std Medium" pitchFamily="34" charset="0"/>
                  <a:cs typeface="Futura Std Book"/>
                </a:rPr>
                <a:t>Dar a conocer </a:t>
              </a:r>
              <a:r>
                <a:rPr lang="es-CO" sz="2200" dirty="0" smtClean="0">
                  <a:solidFill>
                    <a:schemeClr val="tx1">
                      <a:lumMod val="75000"/>
                      <a:lumOff val="25000"/>
                    </a:schemeClr>
                  </a:solidFill>
                  <a:latin typeface="Futura Std Medium" pitchFamily="34" charset="0"/>
                  <a:cs typeface="Futura Std Book"/>
                </a:rPr>
                <a:t>los principales cambios de la actualización del MECI.</a:t>
              </a:r>
              <a:endParaRPr lang="es-CO" sz="2200" dirty="0">
                <a:solidFill>
                  <a:schemeClr val="tx1">
                    <a:lumMod val="75000"/>
                    <a:lumOff val="25000"/>
                  </a:schemeClr>
                </a:solidFill>
                <a:latin typeface="Futura Std Medium" pitchFamily="34" charset="0"/>
                <a:cs typeface="Futura Std Book"/>
              </a:endParaRPr>
            </a:p>
          </p:txBody>
        </p:sp>
      </p:grpSp>
      <p:grpSp>
        <p:nvGrpSpPr>
          <p:cNvPr id="16" name="15 Grupo"/>
          <p:cNvGrpSpPr/>
          <p:nvPr/>
        </p:nvGrpSpPr>
        <p:grpSpPr>
          <a:xfrm>
            <a:off x="0" y="-27383"/>
            <a:ext cx="9144000" cy="6890884"/>
            <a:chOff x="0" y="-27383"/>
            <a:chExt cx="9144000" cy="6890884"/>
          </a:xfrm>
        </p:grpSpPr>
        <p:pic>
          <p:nvPicPr>
            <p:cNvPr id="17" name="Picture 4"/>
            <p:cNvPicPr>
              <a:picLocks noChangeAspect="1" noChangeArrowheads="1"/>
            </p:cNvPicPr>
            <p:nvPr/>
          </p:nvPicPr>
          <p:blipFill rotWithShape="1">
            <a:blip r:embed="rId8">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8" name="1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9" name="1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20" name="1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21" name="Picture 4"/>
            <p:cNvPicPr>
              <a:picLocks noChangeAspect="1" noChangeArrowheads="1"/>
            </p:cNvPicPr>
            <p:nvPr/>
          </p:nvPicPr>
          <p:blipFill rotWithShape="1">
            <a:blip r:embed="rId8">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Tree>
    <p:extLst>
      <p:ext uri="{BB962C8B-B14F-4D97-AF65-F5344CB8AC3E}">
        <p14:creationId xmlns:p14="http://schemas.microsoft.com/office/powerpoint/2010/main" val="126649911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3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sp>
        <p:nvSpPr>
          <p:cNvPr id="2" name="Rectangle 4"/>
          <p:cNvSpPr txBox="1">
            <a:spLocks noChangeArrowheads="1"/>
          </p:cNvSpPr>
          <p:nvPr/>
        </p:nvSpPr>
        <p:spPr>
          <a:xfrm>
            <a:off x="681037" y="1585119"/>
            <a:ext cx="7851775" cy="4306526"/>
          </a:xfrm>
          <a:prstGeom prst="rect">
            <a:avLst/>
          </a:prstGeom>
        </p:spPr>
        <p:txBody>
          <a:bodyPr/>
          <a:lstStyle/>
          <a:p>
            <a:pPr marL="609600" indent="-609600" algn="just">
              <a:lnSpc>
                <a:spcPct val="85000"/>
              </a:lnSpc>
              <a:spcBef>
                <a:spcPct val="20000"/>
              </a:spcBef>
              <a:buFontTx/>
              <a:buAutoNum type="arabicPeriod"/>
              <a:defRPr/>
            </a:pPr>
            <a:r>
              <a:rPr lang="es-CO" sz="2800" dirty="0" smtClean="0">
                <a:solidFill>
                  <a:schemeClr val="tx1">
                    <a:lumMod val="50000"/>
                  </a:schemeClr>
                </a:solidFill>
                <a:latin typeface="Futura Std Medium" pitchFamily="34" charset="0"/>
                <a:cs typeface="Futura Std Book"/>
              </a:rPr>
              <a:t>Objetivos de la Videoconferencia </a:t>
            </a:r>
          </a:p>
          <a:p>
            <a:pPr marL="609600" indent="-609600" algn="just">
              <a:lnSpc>
                <a:spcPct val="85000"/>
              </a:lnSpc>
              <a:spcBef>
                <a:spcPct val="20000"/>
              </a:spcBef>
              <a:buFontTx/>
              <a:buAutoNum type="arabicPeriod"/>
              <a:defRPr/>
            </a:pPr>
            <a:r>
              <a:rPr lang="es-CO" sz="2800" dirty="0" smtClean="0">
                <a:latin typeface="Futura Std Medium" pitchFamily="34" charset="0"/>
                <a:cs typeface="Futura Std Book"/>
              </a:rPr>
              <a:t>Marco legal del Sistema de Control Interno</a:t>
            </a:r>
          </a:p>
          <a:p>
            <a:pPr marL="609600" indent="-609600" algn="just">
              <a:lnSpc>
                <a:spcPct val="85000"/>
              </a:lnSpc>
              <a:spcBef>
                <a:spcPct val="20000"/>
              </a:spcBef>
              <a:buFontTx/>
              <a:buAutoNum type="arabicPeriod"/>
              <a:defRPr/>
            </a:pPr>
            <a:r>
              <a:rPr lang="es-ES" sz="2800" dirty="0" smtClean="0">
                <a:solidFill>
                  <a:schemeClr val="tx1">
                    <a:lumMod val="50000"/>
                  </a:schemeClr>
                </a:solidFill>
                <a:latin typeface="Futura Std Medium" pitchFamily="34" charset="0"/>
                <a:cs typeface="Futura Std Book"/>
              </a:rPr>
              <a:t>Justificación de la actualización</a:t>
            </a:r>
          </a:p>
          <a:p>
            <a:pPr marL="609600" indent="-609600" algn="just">
              <a:lnSpc>
                <a:spcPct val="85000"/>
              </a:lnSpc>
              <a:spcBef>
                <a:spcPct val="20000"/>
              </a:spcBef>
              <a:buFontTx/>
              <a:buAutoNum type="arabicPeriod"/>
              <a:defRPr/>
            </a:pPr>
            <a:r>
              <a:rPr lang="es-ES" sz="2800" dirty="0" smtClean="0">
                <a:solidFill>
                  <a:schemeClr val="tx1">
                    <a:lumMod val="50000"/>
                  </a:schemeClr>
                </a:solidFill>
                <a:latin typeface="Futura Std Medium" pitchFamily="34" charset="0"/>
                <a:cs typeface="Futura Std Book"/>
              </a:rPr>
              <a:t>Metodología utilizada para la actualización</a:t>
            </a:r>
          </a:p>
          <a:p>
            <a:pPr marL="609600" indent="-609600" algn="just">
              <a:lnSpc>
                <a:spcPct val="85000"/>
              </a:lnSpc>
              <a:spcBef>
                <a:spcPct val="20000"/>
              </a:spcBef>
              <a:buFontTx/>
              <a:buAutoNum type="arabicPeriod"/>
              <a:defRPr/>
            </a:pPr>
            <a:r>
              <a:rPr lang="es-ES" sz="2800" dirty="0">
                <a:solidFill>
                  <a:schemeClr val="tx1">
                    <a:lumMod val="50000"/>
                  </a:schemeClr>
                </a:solidFill>
                <a:latin typeface="Futura Std Medium" pitchFamily="34" charset="0"/>
                <a:cs typeface="Futura Std Book"/>
              </a:rPr>
              <a:t>Principales cambios</a:t>
            </a:r>
          </a:p>
          <a:p>
            <a:pPr marL="609600" indent="-609600" algn="just">
              <a:lnSpc>
                <a:spcPct val="85000"/>
              </a:lnSpc>
              <a:spcBef>
                <a:spcPct val="20000"/>
              </a:spcBef>
              <a:buFontTx/>
              <a:buAutoNum type="arabicPeriod"/>
              <a:defRPr/>
            </a:pPr>
            <a:r>
              <a:rPr lang="es-ES" sz="2800" dirty="0" smtClean="0">
                <a:solidFill>
                  <a:schemeClr val="tx1">
                    <a:lumMod val="50000"/>
                  </a:schemeClr>
                </a:solidFill>
                <a:latin typeface="Futura Std Medium" pitchFamily="34" charset="0"/>
                <a:cs typeface="Futura Std Book"/>
              </a:rPr>
              <a:t>Estructura general</a:t>
            </a:r>
          </a:p>
          <a:p>
            <a:pPr marL="609600" indent="-609600" algn="just">
              <a:lnSpc>
                <a:spcPct val="85000"/>
              </a:lnSpc>
              <a:spcBef>
                <a:spcPct val="20000"/>
              </a:spcBef>
              <a:buFontTx/>
              <a:buAutoNum type="arabicPeriod"/>
              <a:defRPr/>
            </a:pPr>
            <a:r>
              <a:rPr lang="es-ES" sz="2800" dirty="0" smtClean="0">
                <a:solidFill>
                  <a:schemeClr val="tx1">
                    <a:lumMod val="50000"/>
                  </a:schemeClr>
                </a:solidFill>
                <a:latin typeface="Futura Std Medium" pitchFamily="34" charset="0"/>
                <a:cs typeface="Futura Std Book"/>
              </a:rPr>
              <a:t>Fases de la actualización</a:t>
            </a:r>
          </a:p>
          <a:p>
            <a:pPr marL="609600" indent="-609600" algn="just">
              <a:lnSpc>
                <a:spcPct val="85000"/>
              </a:lnSpc>
              <a:spcBef>
                <a:spcPct val="20000"/>
              </a:spcBef>
              <a:buFontTx/>
              <a:buAutoNum type="arabicPeriod"/>
              <a:defRPr/>
            </a:pPr>
            <a:r>
              <a:rPr lang="es-ES" sz="2800" dirty="0" smtClean="0">
                <a:solidFill>
                  <a:schemeClr val="tx1">
                    <a:lumMod val="50000"/>
                  </a:schemeClr>
                </a:solidFill>
                <a:latin typeface="Futura Std Medium" pitchFamily="34" charset="0"/>
                <a:cs typeface="Futura Std Book"/>
              </a:rPr>
              <a:t>Roles y Responsabilidades</a:t>
            </a:r>
            <a:endParaRPr lang="es-CO" sz="2800" b="1" kern="0" dirty="0">
              <a:solidFill>
                <a:schemeClr val="tx1">
                  <a:lumMod val="50000"/>
                </a:schemeClr>
              </a:solidFill>
              <a:latin typeface="Futura Std Medium" pitchFamily="34" charset="0"/>
            </a:endParaRPr>
          </a:p>
          <a:p>
            <a:pPr marL="609600" indent="-609600" algn="just">
              <a:lnSpc>
                <a:spcPct val="85000"/>
              </a:lnSpc>
              <a:spcBef>
                <a:spcPct val="20000"/>
              </a:spcBef>
              <a:buFontTx/>
              <a:buAutoNum type="arabicPeriod"/>
              <a:defRPr/>
            </a:pPr>
            <a:endParaRPr lang="es-CO" sz="2500" b="1" kern="0" dirty="0">
              <a:latin typeface="Calibri" pitchFamily="34" charset="0"/>
              <a:cs typeface="+mn-cs"/>
            </a:endParaRPr>
          </a:p>
        </p:txBody>
      </p:sp>
      <p:sp>
        <p:nvSpPr>
          <p:cNvPr id="3" name="2 Rectángulo redondeado"/>
          <p:cNvSpPr/>
          <p:nvPr/>
        </p:nvSpPr>
        <p:spPr>
          <a:xfrm>
            <a:off x="5253049" y="287536"/>
            <a:ext cx="3279763" cy="578882"/>
          </a:xfrm>
          <a:prstGeom prst="roundRect">
            <a:avLst/>
          </a:prstGeom>
          <a:ln>
            <a:solidFill>
              <a:srgbClr val="632B00"/>
            </a:solidFill>
          </a:ln>
        </p:spPr>
        <p:txBody>
          <a:bodyPr wrap="square">
            <a:spAutoFit/>
          </a:bodyPr>
          <a:lstStyle/>
          <a:p>
            <a:pPr algn="ctr"/>
            <a:r>
              <a:rPr lang="es-CO" sz="2800" b="1" dirty="0" smtClean="0">
                <a:solidFill>
                  <a:srgbClr val="632B00"/>
                </a:solidFill>
                <a:latin typeface="Futura Std Medium"/>
                <a:cs typeface="Futura Std Medium"/>
              </a:rPr>
              <a:t>Agenda</a:t>
            </a:r>
            <a:endParaRPr lang="es-CO" sz="2800" dirty="0"/>
          </a:p>
        </p:txBody>
      </p:sp>
      <p:grpSp>
        <p:nvGrpSpPr>
          <p:cNvPr id="5" name="4 Grupo"/>
          <p:cNvGrpSpPr/>
          <p:nvPr/>
        </p:nvGrpSpPr>
        <p:grpSpPr>
          <a:xfrm>
            <a:off x="0" y="-27383"/>
            <a:ext cx="9144000" cy="6890884"/>
            <a:chOff x="0" y="-27383"/>
            <a:chExt cx="9144000" cy="6890884"/>
          </a:xfrm>
        </p:grpSpPr>
        <p:pic>
          <p:nvPicPr>
            <p:cNvPr id="6"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6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0"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Tree>
    <p:extLst>
      <p:ext uri="{BB962C8B-B14F-4D97-AF65-F5344CB8AC3E}">
        <p14:creationId xmlns:p14="http://schemas.microsoft.com/office/powerpoint/2010/main" val="3046776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10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12" name="11 Grupo"/>
          <p:cNvGrpSpPr/>
          <p:nvPr/>
        </p:nvGrpSpPr>
        <p:grpSpPr>
          <a:xfrm>
            <a:off x="0" y="-27383"/>
            <a:ext cx="9144000" cy="6890884"/>
            <a:chOff x="0" y="-27383"/>
            <a:chExt cx="9144000" cy="6890884"/>
          </a:xfrm>
        </p:grpSpPr>
        <p:pic>
          <p:nvPicPr>
            <p:cNvPr id="13"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7977013" y="459562"/>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4" name="13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5" name="14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6" name="15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7"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087154" y="962755"/>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2" name="1 Rectángulo redondeado"/>
          <p:cNvSpPr/>
          <p:nvPr/>
        </p:nvSpPr>
        <p:spPr>
          <a:xfrm>
            <a:off x="3134014" y="186221"/>
            <a:ext cx="4748645" cy="510778"/>
          </a:xfrm>
          <a:prstGeom prst="roundRect">
            <a:avLst/>
          </a:prstGeom>
          <a:ln>
            <a:solidFill>
              <a:srgbClr val="632B00"/>
            </a:solidFill>
          </a:ln>
        </p:spPr>
        <p:txBody>
          <a:bodyPr wrap="square">
            <a:spAutoFit/>
          </a:bodyPr>
          <a:lstStyle/>
          <a:p>
            <a:pPr algn="ctr"/>
            <a:r>
              <a:rPr lang="es-CO" sz="2400" b="1" dirty="0" smtClean="0">
                <a:latin typeface="Futura Std Medium"/>
              </a:rPr>
              <a:t>2. Marco Legal del Sistema</a:t>
            </a:r>
            <a:endParaRPr lang="es-CO" sz="2400" dirty="0"/>
          </a:p>
        </p:txBody>
      </p:sp>
      <p:graphicFrame>
        <p:nvGraphicFramePr>
          <p:cNvPr id="3" name="2 Diagrama"/>
          <p:cNvGraphicFramePr/>
          <p:nvPr>
            <p:extLst>
              <p:ext uri="{D42A27DB-BD31-4B8C-83A1-F6EECF244321}">
                <p14:modId xmlns:p14="http://schemas.microsoft.com/office/powerpoint/2010/main" val="3478498868"/>
              </p:ext>
            </p:extLst>
          </p:nvPr>
        </p:nvGraphicFramePr>
        <p:xfrm>
          <a:off x="259773" y="1030194"/>
          <a:ext cx="6591403" cy="523412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pSp>
        <p:nvGrpSpPr>
          <p:cNvPr id="5" name="4 Grupo"/>
          <p:cNvGrpSpPr/>
          <p:nvPr/>
        </p:nvGrpSpPr>
        <p:grpSpPr>
          <a:xfrm>
            <a:off x="0" y="6309320"/>
            <a:ext cx="9144000" cy="554181"/>
            <a:chOff x="0" y="6309320"/>
            <a:chExt cx="9144000" cy="554181"/>
          </a:xfrm>
        </p:grpSpPr>
        <p:sp>
          <p:nvSpPr>
            <p:cNvPr id="7" name="6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grpSp>
    </p:spTree>
    <p:extLst>
      <p:ext uri="{BB962C8B-B14F-4D97-AF65-F5344CB8AC3E}">
        <p14:creationId xmlns:p14="http://schemas.microsoft.com/office/powerpoint/2010/main" val="3732292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graphicEl>
                                              <a:dgm id="{54BCB98C-C557-4849-A898-37345E69C151}"/>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graphicEl>
                                              <a:dgm id="{3BA692DB-E1AE-4EA2-9B44-22068DF76769}"/>
                                            </p:graphic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graphicEl>
                                              <a:dgm id="{07143FF9-F08D-4263-9B39-2A55ADB4E1DC}"/>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graphicEl>
                                              <a:dgm id="{6FED2BBD-7D90-4CC9-B03A-A99AAF4BA207}"/>
                                            </p:graphic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graphicEl>
                                              <a:dgm id="{5C724653-6214-4834-B255-D45A3B6F3B9A}"/>
                                            </p:graphic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graphicEl>
                                              <a:dgm id="{39909A02-3538-4236-8116-B2970A05BA6B}"/>
                                            </p:graphic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graphicEl>
                                              <a:dgm id="{44C9AB53-EB8A-40CC-A7E3-4EAD9A4B9D53}"/>
                                            </p:graphic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graphicEl>
                                              <a:dgm id="{E038E99D-C0CA-4DCE-8B34-4E5A897041CD}"/>
                                            </p:graphic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graphicEl>
                                              <a:dgm id="{DEA75BFB-2518-4A99-A076-6EEA0B7523D3}"/>
                                            </p:graphic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graphicEl>
                                              <a:dgm id="{90092337-BDD3-4884-B61F-397DF32F9CEB}"/>
                                            </p:graphic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graphicEl>
                                              <a:dgm id="{DACEAA23-C445-4BCC-8DA6-9D730BE37D67}"/>
                                            </p:graphic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graphicEl>
                                              <a:dgm id="{877B12EC-1860-4A3B-9B80-555AC14B3A2D}"/>
                                            </p:graphic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graphicEl>
                                              <a:dgm id="{572E6915-6431-485C-AD6B-550D63D0E622}"/>
                                            </p:graphic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graphicEl>
                                              <a:dgm id="{FC5E6E87-0BFA-4D2D-968A-9519F6B09077}"/>
                                            </p:graphic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graphicEl>
                                              <a:dgm id="{3C9FFA66-97B2-4A75-8595-B785CDEE3E43}"/>
                                            </p:graphic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
                                            <p:graphicEl>
                                              <a:dgm id="{8E151538-1F69-4699-B98F-EA5CB1DEADE1}"/>
                                            </p:graphic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
                                            <p:graphicEl>
                                              <a:dgm id="{857763F7-5C2A-43A3-A8AE-A1F5709BC9AE}"/>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Sub>
          <a:bldDgm bld="lvlAtOnce"/>
        </p:bldSub>
      </p:bldGraphic>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9" name="18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38" name="37 Grupo"/>
          <p:cNvGrpSpPr/>
          <p:nvPr/>
        </p:nvGrpSpPr>
        <p:grpSpPr>
          <a:xfrm>
            <a:off x="91459" y="3207828"/>
            <a:ext cx="4464050" cy="2867149"/>
            <a:chOff x="91459" y="3207828"/>
            <a:chExt cx="4464050" cy="2867149"/>
          </a:xfrm>
        </p:grpSpPr>
        <p:pic>
          <p:nvPicPr>
            <p:cNvPr id="46101" name="Picture 53" descr="http://m1.paperblog.com/i/92/927607/branded-content-avanzando-el-marketing-conten-L-KRb4Wf.jpe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70091" y="3207828"/>
              <a:ext cx="1624036" cy="1358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 name="AutoShape 46"/>
            <p:cNvSpPr>
              <a:spLocks noChangeArrowheads="1"/>
            </p:cNvSpPr>
            <p:nvPr/>
          </p:nvSpPr>
          <p:spPr bwMode="blackWhite">
            <a:xfrm>
              <a:off x="91459" y="5138352"/>
              <a:ext cx="4464050" cy="936625"/>
            </a:xfrm>
            <a:prstGeom prst="roundRect">
              <a:avLst>
                <a:gd name="adj" fmla="val 16667"/>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wrap="none" lIns="92075" tIns="46038" rIns="92075" bIns="46038" anchor="ctr"/>
            <a:lstStyle>
              <a:defPPr>
                <a:defRPr lang="es-CO"/>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algn="ctr" hangingPunct="0">
                <a:lnSpc>
                  <a:spcPct val="80000"/>
                </a:lnSpc>
                <a:spcBef>
                  <a:spcPct val="50000"/>
                </a:spcBef>
                <a:defRPr/>
              </a:pPr>
              <a:r>
                <a:rPr kumimoji="1" lang="es-ES" sz="1700" b="1" dirty="0" smtClean="0">
                  <a:solidFill>
                    <a:schemeClr val="bg1"/>
                  </a:solidFill>
                  <a:latin typeface="Calibri" pitchFamily="34" charset="0"/>
                  <a:cs typeface="Calibri" pitchFamily="34" charset="0"/>
                </a:rPr>
                <a:t>RESPONSABLES DE IMPLEMENTAR  Y MANTENER</a:t>
              </a:r>
            </a:p>
            <a:p>
              <a:pPr algn="ctr" hangingPunct="0">
                <a:lnSpc>
                  <a:spcPct val="80000"/>
                </a:lnSpc>
                <a:spcBef>
                  <a:spcPct val="50000"/>
                </a:spcBef>
                <a:defRPr/>
              </a:pPr>
              <a:r>
                <a:rPr kumimoji="1" lang="es-ES" sz="1700" b="1" dirty="0" smtClean="0">
                  <a:solidFill>
                    <a:schemeClr val="bg1"/>
                  </a:solidFill>
                  <a:latin typeface="Calibri" pitchFamily="34" charset="0"/>
                  <a:cs typeface="Calibri" pitchFamily="34" charset="0"/>
                </a:rPr>
                <a:t>SUS SISTEMAS DE CONTROL</a:t>
              </a:r>
            </a:p>
            <a:p>
              <a:pPr algn="ctr" hangingPunct="0">
                <a:lnSpc>
                  <a:spcPct val="80000"/>
                </a:lnSpc>
                <a:spcBef>
                  <a:spcPct val="50000"/>
                </a:spcBef>
                <a:defRPr/>
              </a:pPr>
              <a:r>
                <a:rPr kumimoji="1" lang="es-ES" sz="1700" b="1" dirty="0" smtClean="0">
                  <a:solidFill>
                    <a:schemeClr val="bg1"/>
                  </a:solidFill>
                  <a:latin typeface="Calibri" pitchFamily="34" charset="0"/>
                  <a:cs typeface="Calibri" pitchFamily="34" charset="0"/>
                </a:rPr>
                <a:t>INTERNO</a:t>
              </a:r>
              <a:endParaRPr kumimoji="1" lang="es-ES" sz="1700" b="1" dirty="0">
                <a:solidFill>
                  <a:schemeClr val="bg1"/>
                </a:solidFill>
                <a:latin typeface="Calibri" pitchFamily="34" charset="0"/>
                <a:cs typeface="Calibri" pitchFamily="34" charset="0"/>
              </a:endParaRPr>
            </a:p>
          </p:txBody>
        </p:sp>
        <p:sp>
          <p:nvSpPr>
            <p:cNvPr id="21" name="41 Rectángulo"/>
            <p:cNvSpPr/>
            <p:nvPr/>
          </p:nvSpPr>
          <p:spPr bwMode="auto">
            <a:xfrm>
              <a:off x="1675998" y="4619625"/>
              <a:ext cx="1448202" cy="432542"/>
            </a:xfrm>
            <a:prstGeom prst="rect">
              <a:avLst/>
            </a:prstGeom>
            <a:solidFill>
              <a:schemeClr val="bg1">
                <a:lumMod val="85000"/>
              </a:schemeClr>
            </a:solidFill>
            <a:ln>
              <a:noFill/>
            </a:ln>
            <a:effectLst>
              <a:outerShdw blurRad="50800" dist="38100" dir="2700000" algn="tl" rotWithShape="0">
                <a:schemeClr val="bg1">
                  <a:alpha val="40000"/>
                </a:schemeClr>
              </a:outerShdw>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s-CO"/>
              </a:defPPr>
              <a:lvl1pPr algn="l" rtl="0" fontAlgn="base">
                <a:spcBef>
                  <a:spcPct val="0"/>
                </a:spcBef>
                <a:spcAft>
                  <a:spcPct val="0"/>
                </a:spcAft>
                <a:defRPr kern="1200">
                  <a:solidFill>
                    <a:schemeClr val="lt1"/>
                  </a:solidFill>
                  <a:latin typeface="+mn-lt"/>
                  <a:ea typeface="+mn-ea"/>
                  <a:cs typeface="+mn-cs"/>
                </a:defRPr>
              </a:lvl1pPr>
              <a:lvl2pPr marL="457200" algn="l" rtl="0" fontAlgn="base">
                <a:spcBef>
                  <a:spcPct val="0"/>
                </a:spcBef>
                <a:spcAft>
                  <a:spcPct val="0"/>
                </a:spcAft>
                <a:defRPr kern="1200">
                  <a:solidFill>
                    <a:schemeClr val="lt1"/>
                  </a:solidFill>
                  <a:latin typeface="+mn-lt"/>
                  <a:ea typeface="+mn-ea"/>
                  <a:cs typeface="+mn-cs"/>
                </a:defRPr>
              </a:lvl2pPr>
              <a:lvl3pPr marL="914400" algn="l" rtl="0" fontAlgn="base">
                <a:spcBef>
                  <a:spcPct val="0"/>
                </a:spcBef>
                <a:spcAft>
                  <a:spcPct val="0"/>
                </a:spcAft>
                <a:defRPr kern="1200">
                  <a:solidFill>
                    <a:schemeClr val="lt1"/>
                  </a:solidFill>
                  <a:latin typeface="+mn-lt"/>
                  <a:ea typeface="+mn-ea"/>
                  <a:cs typeface="+mn-cs"/>
                </a:defRPr>
              </a:lvl3pPr>
              <a:lvl4pPr marL="1371600" algn="l" rtl="0" fontAlgn="base">
                <a:spcBef>
                  <a:spcPct val="0"/>
                </a:spcBef>
                <a:spcAft>
                  <a:spcPct val="0"/>
                </a:spcAft>
                <a:defRPr kern="1200">
                  <a:solidFill>
                    <a:schemeClr val="lt1"/>
                  </a:solidFill>
                  <a:latin typeface="+mn-lt"/>
                  <a:ea typeface="+mn-ea"/>
                  <a:cs typeface="+mn-cs"/>
                </a:defRPr>
              </a:lvl4pPr>
              <a:lvl5pPr marL="1828800" algn="l" rtl="0" fontAlgn="base">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a:defRPr/>
              </a:pPr>
              <a:r>
                <a:rPr lang="en-US" sz="1600" b="1" dirty="0" smtClean="0">
                  <a:solidFill>
                    <a:srgbClr val="632B00"/>
                  </a:solidFill>
                  <a:latin typeface="Calibri" pitchFamily="34" charset="0"/>
                  <a:cs typeface="Calibri" pitchFamily="34" charset="0"/>
                </a:rPr>
                <a:t>ENTIDADES</a:t>
              </a:r>
              <a:endParaRPr lang="es-CO" b="1" dirty="0">
                <a:solidFill>
                  <a:srgbClr val="632B00"/>
                </a:solidFill>
                <a:latin typeface="Calibri" pitchFamily="34" charset="0"/>
                <a:cs typeface="Calibri" pitchFamily="34" charset="0"/>
              </a:endParaRPr>
            </a:p>
          </p:txBody>
        </p:sp>
      </p:grpSp>
      <p:grpSp>
        <p:nvGrpSpPr>
          <p:cNvPr id="37" name="36 Grupo"/>
          <p:cNvGrpSpPr/>
          <p:nvPr/>
        </p:nvGrpSpPr>
        <p:grpSpPr>
          <a:xfrm>
            <a:off x="243864" y="1420518"/>
            <a:ext cx="2277813" cy="1506420"/>
            <a:chOff x="114550" y="1280083"/>
            <a:chExt cx="2277813" cy="1506420"/>
          </a:xfrm>
        </p:grpSpPr>
        <p:sp>
          <p:nvSpPr>
            <p:cNvPr id="24" name="AutoShape 46"/>
            <p:cNvSpPr>
              <a:spLocks noChangeArrowheads="1"/>
            </p:cNvSpPr>
            <p:nvPr/>
          </p:nvSpPr>
          <p:spPr bwMode="blackWhite">
            <a:xfrm>
              <a:off x="137823" y="2173728"/>
              <a:ext cx="2212975" cy="612775"/>
            </a:xfrm>
            <a:prstGeom prst="roundRect">
              <a:avLst>
                <a:gd name="adj" fmla="val 16667"/>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wrap="none" lIns="92075" tIns="46038" rIns="92075" bIns="46038" anchor="ctr"/>
            <a:lstStyle>
              <a:defPPr>
                <a:defRPr lang="es-CO"/>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algn="ctr" hangingPunct="0">
                <a:lnSpc>
                  <a:spcPct val="80000"/>
                </a:lnSpc>
                <a:spcBef>
                  <a:spcPct val="50000"/>
                </a:spcBef>
                <a:defRPr/>
              </a:pPr>
              <a:r>
                <a:rPr kumimoji="1" lang="es-ES" b="1" dirty="0" smtClean="0">
                  <a:solidFill>
                    <a:schemeClr val="bg1"/>
                  </a:solidFill>
                  <a:latin typeface="Calibri" pitchFamily="34" charset="0"/>
                  <a:cs typeface="Calibri" pitchFamily="34" charset="0"/>
                </a:rPr>
                <a:t>SEGUIMIENTO Y</a:t>
              </a:r>
            </a:p>
            <a:p>
              <a:pPr algn="ctr" hangingPunct="0">
                <a:lnSpc>
                  <a:spcPct val="80000"/>
                </a:lnSpc>
                <a:spcBef>
                  <a:spcPct val="50000"/>
                </a:spcBef>
                <a:defRPr/>
              </a:pPr>
              <a:r>
                <a:rPr kumimoji="1" lang="es-ES" b="1" dirty="0" smtClean="0">
                  <a:solidFill>
                    <a:schemeClr val="bg1"/>
                  </a:solidFill>
                  <a:latin typeface="Calibri" pitchFamily="34" charset="0"/>
                  <a:cs typeface="Calibri" pitchFamily="34" charset="0"/>
                </a:rPr>
                <a:t> EVALUACIÓN</a:t>
              </a:r>
              <a:endParaRPr kumimoji="1" lang="es-ES" b="1" dirty="0">
                <a:solidFill>
                  <a:schemeClr val="bg1"/>
                </a:solidFill>
                <a:latin typeface="Calibri" pitchFamily="34" charset="0"/>
                <a:cs typeface="Calibri" pitchFamily="34" charset="0"/>
              </a:endParaRPr>
            </a:p>
          </p:txBody>
        </p:sp>
        <p:sp>
          <p:nvSpPr>
            <p:cNvPr id="25" name="51 Rectángulo"/>
            <p:cNvSpPr/>
            <p:nvPr/>
          </p:nvSpPr>
          <p:spPr bwMode="auto">
            <a:xfrm>
              <a:off x="114550" y="1280083"/>
              <a:ext cx="2277813" cy="806546"/>
            </a:xfrm>
            <a:prstGeom prst="rect">
              <a:avLst/>
            </a:prstGeom>
            <a:solidFill>
              <a:schemeClr val="bg1">
                <a:lumMod val="85000"/>
              </a:schemeClr>
            </a:solidFill>
            <a:ln>
              <a:noFill/>
            </a:ln>
            <a:effectLst>
              <a:outerShdw blurRad="50800" dist="38100" dir="2700000" algn="tl" rotWithShape="0">
                <a:schemeClr val="bg1">
                  <a:alpha val="40000"/>
                </a:schemeClr>
              </a:outerShdw>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s-CO"/>
              </a:defPPr>
              <a:lvl1pPr algn="l" rtl="0" fontAlgn="base">
                <a:spcBef>
                  <a:spcPct val="0"/>
                </a:spcBef>
                <a:spcAft>
                  <a:spcPct val="0"/>
                </a:spcAft>
                <a:defRPr kern="1200">
                  <a:solidFill>
                    <a:schemeClr val="lt1"/>
                  </a:solidFill>
                  <a:latin typeface="+mn-lt"/>
                  <a:ea typeface="+mn-ea"/>
                  <a:cs typeface="+mn-cs"/>
                </a:defRPr>
              </a:lvl1pPr>
              <a:lvl2pPr marL="457200" algn="l" rtl="0" fontAlgn="base">
                <a:spcBef>
                  <a:spcPct val="0"/>
                </a:spcBef>
                <a:spcAft>
                  <a:spcPct val="0"/>
                </a:spcAft>
                <a:defRPr kern="1200">
                  <a:solidFill>
                    <a:schemeClr val="lt1"/>
                  </a:solidFill>
                  <a:latin typeface="+mn-lt"/>
                  <a:ea typeface="+mn-ea"/>
                  <a:cs typeface="+mn-cs"/>
                </a:defRPr>
              </a:lvl2pPr>
              <a:lvl3pPr marL="914400" algn="l" rtl="0" fontAlgn="base">
                <a:spcBef>
                  <a:spcPct val="0"/>
                </a:spcBef>
                <a:spcAft>
                  <a:spcPct val="0"/>
                </a:spcAft>
                <a:defRPr kern="1200">
                  <a:solidFill>
                    <a:schemeClr val="lt1"/>
                  </a:solidFill>
                  <a:latin typeface="+mn-lt"/>
                  <a:ea typeface="+mn-ea"/>
                  <a:cs typeface="+mn-cs"/>
                </a:defRPr>
              </a:lvl3pPr>
              <a:lvl4pPr marL="1371600" algn="l" rtl="0" fontAlgn="base">
                <a:spcBef>
                  <a:spcPct val="0"/>
                </a:spcBef>
                <a:spcAft>
                  <a:spcPct val="0"/>
                </a:spcAft>
                <a:defRPr kern="1200">
                  <a:solidFill>
                    <a:schemeClr val="lt1"/>
                  </a:solidFill>
                  <a:latin typeface="+mn-lt"/>
                  <a:ea typeface="+mn-ea"/>
                  <a:cs typeface="+mn-cs"/>
                </a:defRPr>
              </a:lvl4pPr>
              <a:lvl5pPr marL="1828800" algn="l" rtl="0" fontAlgn="base">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a:defRPr/>
              </a:pPr>
              <a:r>
                <a:rPr lang="es-CO" sz="1600" b="1" dirty="0" smtClean="0">
                  <a:solidFill>
                    <a:srgbClr val="632B00"/>
                  </a:solidFill>
                  <a:latin typeface="Calibri" pitchFamily="34" charset="0"/>
                  <a:cs typeface="Calibri" pitchFamily="34" charset="0"/>
                </a:rPr>
                <a:t>CONTRALORIA</a:t>
              </a:r>
            </a:p>
            <a:p>
              <a:pPr algn="ctr">
                <a:defRPr/>
              </a:pPr>
              <a:r>
                <a:rPr lang="es-CO" sz="1600" b="1" dirty="0" smtClean="0">
                  <a:solidFill>
                    <a:srgbClr val="632B00"/>
                  </a:solidFill>
                  <a:latin typeface="Calibri" pitchFamily="34" charset="0"/>
                  <a:cs typeface="Calibri" pitchFamily="34" charset="0"/>
                </a:rPr>
                <a:t>PROCURADURIA</a:t>
              </a:r>
            </a:p>
            <a:p>
              <a:pPr algn="ctr">
                <a:defRPr/>
              </a:pPr>
              <a:r>
                <a:rPr lang="es-CO" sz="1600" b="1" dirty="0" smtClean="0">
                  <a:solidFill>
                    <a:srgbClr val="632B00"/>
                  </a:solidFill>
                  <a:latin typeface="Calibri" pitchFamily="34" charset="0"/>
                  <a:cs typeface="Calibri" pitchFamily="34" charset="0"/>
                </a:rPr>
                <a:t>CONTADURIA</a:t>
              </a:r>
            </a:p>
          </p:txBody>
        </p:sp>
      </p:grpSp>
      <p:sp>
        <p:nvSpPr>
          <p:cNvPr id="6" name="53 Flecha derecha"/>
          <p:cNvSpPr/>
          <p:nvPr/>
        </p:nvSpPr>
        <p:spPr>
          <a:xfrm>
            <a:off x="4711701" y="3321050"/>
            <a:ext cx="431800" cy="72072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s-CO"/>
            </a:defPPr>
            <a:lvl1pPr algn="l" rtl="0" fontAlgn="base">
              <a:spcBef>
                <a:spcPct val="0"/>
              </a:spcBef>
              <a:spcAft>
                <a:spcPct val="0"/>
              </a:spcAft>
              <a:defRPr kern="1200">
                <a:solidFill>
                  <a:schemeClr val="lt1"/>
                </a:solidFill>
                <a:latin typeface="+mn-lt"/>
                <a:ea typeface="+mn-ea"/>
                <a:cs typeface="+mn-cs"/>
              </a:defRPr>
            </a:lvl1pPr>
            <a:lvl2pPr marL="457200" algn="l" rtl="0" fontAlgn="base">
              <a:spcBef>
                <a:spcPct val="0"/>
              </a:spcBef>
              <a:spcAft>
                <a:spcPct val="0"/>
              </a:spcAft>
              <a:defRPr kern="1200">
                <a:solidFill>
                  <a:schemeClr val="lt1"/>
                </a:solidFill>
                <a:latin typeface="+mn-lt"/>
                <a:ea typeface="+mn-ea"/>
                <a:cs typeface="+mn-cs"/>
              </a:defRPr>
            </a:lvl2pPr>
            <a:lvl3pPr marL="914400" algn="l" rtl="0" fontAlgn="base">
              <a:spcBef>
                <a:spcPct val="0"/>
              </a:spcBef>
              <a:spcAft>
                <a:spcPct val="0"/>
              </a:spcAft>
              <a:defRPr kern="1200">
                <a:solidFill>
                  <a:schemeClr val="lt1"/>
                </a:solidFill>
                <a:latin typeface="+mn-lt"/>
                <a:ea typeface="+mn-ea"/>
                <a:cs typeface="+mn-cs"/>
              </a:defRPr>
            </a:lvl3pPr>
            <a:lvl4pPr marL="1371600" algn="l" rtl="0" fontAlgn="base">
              <a:spcBef>
                <a:spcPct val="0"/>
              </a:spcBef>
              <a:spcAft>
                <a:spcPct val="0"/>
              </a:spcAft>
              <a:defRPr kern="1200">
                <a:solidFill>
                  <a:schemeClr val="lt1"/>
                </a:solidFill>
                <a:latin typeface="+mn-lt"/>
                <a:ea typeface="+mn-ea"/>
                <a:cs typeface="+mn-cs"/>
              </a:defRPr>
            </a:lvl4pPr>
            <a:lvl5pPr marL="1828800" algn="l" rtl="0" fontAlgn="base">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a:defRPr/>
            </a:pPr>
            <a:endParaRPr lang="es-CO"/>
          </a:p>
        </p:txBody>
      </p:sp>
      <p:graphicFrame>
        <p:nvGraphicFramePr>
          <p:cNvPr id="7" name="3 Marcador de contenido"/>
          <p:cNvGraphicFramePr>
            <a:graphicFrameLocks noGrp="1"/>
          </p:cNvGraphicFramePr>
          <p:nvPr/>
        </p:nvGraphicFramePr>
        <p:xfrm>
          <a:off x="5128760" y="1754497"/>
          <a:ext cx="3641164" cy="432048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6086" name="63 CuadroTexto"/>
          <p:cNvSpPr txBox="1">
            <a:spLocks noChangeArrowheads="1"/>
          </p:cNvSpPr>
          <p:nvPr/>
        </p:nvSpPr>
        <p:spPr bwMode="auto">
          <a:xfrm>
            <a:off x="5759347" y="1361971"/>
            <a:ext cx="2661214"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1" hangingPunct="1"/>
            <a:r>
              <a:rPr lang="en-US" b="1" dirty="0">
                <a:solidFill>
                  <a:srgbClr val="632B00"/>
                </a:solidFill>
                <a:latin typeface="Futura Std Book" pitchFamily="34" charset="0"/>
                <a:cs typeface="Calibri" pitchFamily="34" charset="0"/>
              </a:rPr>
              <a:t>MECANISMOS DE</a:t>
            </a:r>
          </a:p>
          <a:p>
            <a:pPr algn="ctr" eaLnBrk="1" hangingPunct="1"/>
            <a:r>
              <a:rPr lang="en-US" b="1" dirty="0">
                <a:solidFill>
                  <a:srgbClr val="632B00"/>
                </a:solidFill>
                <a:latin typeface="Futura Std Book" pitchFamily="34" charset="0"/>
                <a:cs typeface="Calibri" pitchFamily="34" charset="0"/>
              </a:rPr>
              <a:t>COORDINACIÓN</a:t>
            </a:r>
            <a:endParaRPr lang="es-CO" b="1" dirty="0">
              <a:solidFill>
                <a:srgbClr val="632B00"/>
              </a:solidFill>
              <a:latin typeface="Futura Std Book" pitchFamily="34" charset="0"/>
              <a:cs typeface="Calibri" pitchFamily="34" charset="0"/>
            </a:endParaRPr>
          </a:p>
        </p:txBody>
      </p:sp>
      <p:sp>
        <p:nvSpPr>
          <p:cNvPr id="46087" name="63 CuadroTexto"/>
          <p:cNvSpPr txBox="1">
            <a:spLocks noChangeArrowheads="1"/>
          </p:cNvSpPr>
          <p:nvPr/>
        </p:nvSpPr>
        <p:spPr bwMode="auto">
          <a:xfrm>
            <a:off x="2046987" y="897469"/>
            <a:ext cx="155818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1" hangingPunct="1"/>
            <a:r>
              <a:rPr lang="en-US" sz="2200" b="1" dirty="0">
                <a:latin typeface="Futura Std Book" pitchFamily="34" charset="0"/>
                <a:cs typeface="Calibri" pitchFamily="34" charset="0"/>
              </a:rPr>
              <a:t>ACTORES</a:t>
            </a:r>
            <a:endParaRPr lang="es-CO" sz="2200" b="1" dirty="0">
              <a:latin typeface="Futura Std Book" pitchFamily="34" charset="0"/>
              <a:cs typeface="Calibri" pitchFamily="34" charset="0"/>
            </a:endParaRPr>
          </a:p>
        </p:txBody>
      </p:sp>
      <p:sp>
        <p:nvSpPr>
          <p:cNvPr id="35" name="Title 1"/>
          <p:cNvSpPr txBox="1">
            <a:spLocks/>
          </p:cNvSpPr>
          <p:nvPr/>
        </p:nvSpPr>
        <p:spPr>
          <a:xfrm>
            <a:off x="3838244" y="432395"/>
            <a:ext cx="4000500" cy="555095"/>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r"/>
            <a:r>
              <a:rPr lang="es-CO" sz="3200" b="1" dirty="0" smtClean="0">
                <a:latin typeface="Futura Std Medium"/>
                <a:cs typeface="Futura Std Medium"/>
              </a:rPr>
              <a:t>Institucionalidad y Coordinación</a:t>
            </a:r>
            <a:endParaRPr lang="es-CO" sz="3200" b="1" dirty="0">
              <a:latin typeface="Futura Std Medium"/>
              <a:cs typeface="Futura Std Medium"/>
            </a:endParaRPr>
          </a:p>
        </p:txBody>
      </p:sp>
      <p:sp>
        <p:nvSpPr>
          <p:cNvPr id="2" name="1 Flecha izquierda">
            <a:hlinkClick r:id="rId9" action="ppaction://hlinksldjump"/>
          </p:cNvPr>
          <p:cNvSpPr/>
          <p:nvPr/>
        </p:nvSpPr>
        <p:spPr>
          <a:xfrm>
            <a:off x="8311800" y="5912065"/>
            <a:ext cx="772390" cy="325823"/>
          </a:xfrm>
          <a:prstGeom prst="lef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s-CO"/>
          </a:p>
        </p:txBody>
      </p:sp>
      <p:grpSp>
        <p:nvGrpSpPr>
          <p:cNvPr id="36" name="35 Grupo"/>
          <p:cNvGrpSpPr/>
          <p:nvPr/>
        </p:nvGrpSpPr>
        <p:grpSpPr>
          <a:xfrm>
            <a:off x="3059113" y="1446032"/>
            <a:ext cx="2439987" cy="1206984"/>
            <a:chOff x="3056411" y="1664804"/>
            <a:chExt cx="2439987" cy="1206984"/>
          </a:xfrm>
        </p:grpSpPr>
        <p:sp>
          <p:nvSpPr>
            <p:cNvPr id="18" name="AutoShape 46"/>
            <p:cNvSpPr>
              <a:spLocks noChangeArrowheads="1"/>
            </p:cNvSpPr>
            <p:nvPr/>
          </p:nvSpPr>
          <p:spPr bwMode="blackWhite">
            <a:xfrm>
              <a:off x="3248025" y="2476501"/>
              <a:ext cx="2183286" cy="395287"/>
            </a:xfrm>
            <a:prstGeom prst="roundRect">
              <a:avLst>
                <a:gd name="adj" fmla="val 16667"/>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wrap="none" lIns="92075" tIns="46038" rIns="92075" bIns="46038" anchor="ctr"/>
            <a:lstStyle>
              <a:defPPr>
                <a:defRPr lang="es-CO"/>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algn="ctr" hangingPunct="0">
                <a:lnSpc>
                  <a:spcPct val="80000"/>
                </a:lnSpc>
                <a:spcBef>
                  <a:spcPct val="50000"/>
                </a:spcBef>
                <a:defRPr/>
              </a:pPr>
              <a:r>
                <a:rPr kumimoji="1" lang="es-ES" b="1" dirty="0" smtClean="0">
                  <a:solidFill>
                    <a:schemeClr val="bg1"/>
                  </a:solidFill>
                  <a:latin typeface="Calibri" pitchFamily="34" charset="0"/>
                  <a:cs typeface="Calibri" pitchFamily="34" charset="0"/>
                </a:rPr>
                <a:t>REGULADOR</a:t>
              </a:r>
              <a:endParaRPr kumimoji="1" lang="es-ES" b="1" dirty="0">
                <a:solidFill>
                  <a:schemeClr val="bg1"/>
                </a:solidFill>
                <a:latin typeface="Calibri" pitchFamily="34" charset="0"/>
                <a:cs typeface="Calibri" pitchFamily="34" charset="0"/>
              </a:endParaRPr>
            </a:p>
          </p:txBody>
        </p:sp>
        <p:pic>
          <p:nvPicPr>
            <p:cNvPr id="34" name="33 Imagen" descr="dafp.jpg"/>
            <p:cNvPicPr>
              <a:picLocks noChangeAspect="1"/>
            </p:cNvPicPr>
            <p:nvPr/>
          </p:nvPicPr>
          <p:blipFill>
            <a:blip r:embed="rId10"/>
            <a:srcRect l="1753" t="7879" r="71563" b="81334"/>
            <a:stretch>
              <a:fillRect/>
            </a:stretch>
          </p:blipFill>
          <p:spPr>
            <a:xfrm>
              <a:off x="3056411" y="1664804"/>
              <a:ext cx="2439987" cy="739756"/>
            </a:xfrm>
            <a:prstGeom prst="rect">
              <a:avLst/>
            </a:prstGeom>
          </p:spPr>
        </p:pic>
      </p:grpSp>
      <p:grpSp>
        <p:nvGrpSpPr>
          <p:cNvPr id="22" name="21 Grupo"/>
          <p:cNvGrpSpPr/>
          <p:nvPr/>
        </p:nvGrpSpPr>
        <p:grpSpPr>
          <a:xfrm>
            <a:off x="0" y="-27383"/>
            <a:ext cx="9144000" cy="6890884"/>
            <a:chOff x="0" y="-27383"/>
            <a:chExt cx="9144000" cy="6890884"/>
          </a:xfrm>
        </p:grpSpPr>
        <p:pic>
          <p:nvPicPr>
            <p:cNvPr id="23" name="Picture 4"/>
            <p:cNvPicPr>
              <a:picLocks noChangeAspect="1" noChangeArrowheads="1"/>
            </p:cNvPicPr>
            <p:nvPr/>
          </p:nvPicPr>
          <p:blipFill rotWithShape="1">
            <a:blip r:embed="rId11">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6" name="25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27" name="26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28" name="27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29" name="Picture 4"/>
            <p:cNvPicPr>
              <a:picLocks noChangeAspect="1" noChangeArrowheads="1"/>
            </p:cNvPicPr>
            <p:nvPr/>
          </p:nvPicPr>
          <p:blipFill rotWithShape="1">
            <a:blip r:embed="rId11">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Tree>
    <p:extLst>
      <p:ext uri="{BB962C8B-B14F-4D97-AF65-F5344CB8AC3E}">
        <p14:creationId xmlns:p14="http://schemas.microsoft.com/office/powerpoint/2010/main" val="33268423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6087"/>
                                        </p:tgtEl>
                                        <p:attrNameLst>
                                          <p:attrName>style.visibility</p:attrName>
                                        </p:attrNameLst>
                                      </p:cBhvr>
                                      <p:to>
                                        <p:strVal val="visible"/>
                                      </p:to>
                                    </p:set>
                                    <p:anim calcmode="lin" valueType="num">
                                      <p:cBhvr additive="base">
                                        <p:cTn id="7" dur="500" fill="hold"/>
                                        <p:tgtEl>
                                          <p:spTgt spid="46087"/>
                                        </p:tgtEl>
                                        <p:attrNameLst>
                                          <p:attrName>ppt_x</p:attrName>
                                        </p:attrNameLst>
                                      </p:cBhvr>
                                      <p:tavLst>
                                        <p:tav tm="0">
                                          <p:val>
                                            <p:strVal val="#ppt_x"/>
                                          </p:val>
                                        </p:tav>
                                        <p:tav tm="100000">
                                          <p:val>
                                            <p:strVal val="#ppt_x"/>
                                          </p:val>
                                        </p:tav>
                                      </p:tavLst>
                                    </p:anim>
                                    <p:anim calcmode="lin" valueType="num">
                                      <p:cBhvr additive="base">
                                        <p:cTn id="8" dur="500" fill="hold"/>
                                        <p:tgtEl>
                                          <p:spTgt spid="4608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nodeType="clickEffect">
                                  <p:stCondLst>
                                    <p:cond delay="0"/>
                                  </p:stCondLst>
                                  <p:childTnLst>
                                    <p:set>
                                      <p:cBhvr>
                                        <p:cTn id="12" dur="1" fill="hold">
                                          <p:stCondLst>
                                            <p:cond delay="0"/>
                                          </p:stCondLst>
                                        </p:cTn>
                                        <p:tgtEl>
                                          <p:spTgt spid="36"/>
                                        </p:tgtEl>
                                        <p:attrNameLst>
                                          <p:attrName>style.visibility</p:attrName>
                                        </p:attrNameLst>
                                      </p:cBhvr>
                                      <p:to>
                                        <p:strVal val="visible"/>
                                      </p:to>
                                    </p:set>
                                    <p:animEffect transition="in" filter="slide(fromBottom)">
                                      <p:cBhvr>
                                        <p:cTn id="13" dur="500"/>
                                        <p:tgtEl>
                                          <p:spTgt spid="36"/>
                                        </p:tgtEl>
                                      </p:cBhvr>
                                    </p:animEffect>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nodeType="clickEffect">
                                  <p:stCondLst>
                                    <p:cond delay="0"/>
                                  </p:stCondLst>
                                  <p:childTnLst>
                                    <p:set>
                                      <p:cBhvr>
                                        <p:cTn id="17" dur="1" fill="hold">
                                          <p:stCondLst>
                                            <p:cond delay="0"/>
                                          </p:stCondLst>
                                        </p:cTn>
                                        <p:tgtEl>
                                          <p:spTgt spid="37"/>
                                        </p:tgtEl>
                                        <p:attrNameLst>
                                          <p:attrName>style.visibility</p:attrName>
                                        </p:attrNameLst>
                                      </p:cBhvr>
                                      <p:to>
                                        <p:strVal val="visible"/>
                                      </p:to>
                                    </p:set>
                                    <p:anim calcmode="lin" valueType="num">
                                      <p:cBhvr additive="base">
                                        <p:cTn id="18" dur="500" fill="hold"/>
                                        <p:tgtEl>
                                          <p:spTgt spid="37"/>
                                        </p:tgtEl>
                                        <p:attrNameLst>
                                          <p:attrName>ppt_x</p:attrName>
                                        </p:attrNameLst>
                                      </p:cBhvr>
                                      <p:tavLst>
                                        <p:tav tm="0">
                                          <p:val>
                                            <p:strVal val="#ppt_x"/>
                                          </p:val>
                                        </p:tav>
                                        <p:tav tm="100000">
                                          <p:val>
                                            <p:strVal val="#ppt_x"/>
                                          </p:val>
                                        </p:tav>
                                      </p:tavLst>
                                    </p:anim>
                                    <p:anim calcmode="lin" valueType="num">
                                      <p:cBhvr additive="base">
                                        <p:cTn id="19" dur="500" fill="hold"/>
                                        <p:tgtEl>
                                          <p:spTgt spid="37"/>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38"/>
                                        </p:tgtEl>
                                        <p:attrNameLst>
                                          <p:attrName>style.visibility</p:attrName>
                                        </p:attrNameLst>
                                      </p:cBhvr>
                                      <p:to>
                                        <p:strVal val="visible"/>
                                      </p:to>
                                    </p:set>
                                    <p:anim calcmode="lin" valueType="num">
                                      <p:cBhvr additive="base">
                                        <p:cTn id="24" dur="500" fill="hold"/>
                                        <p:tgtEl>
                                          <p:spTgt spid="38"/>
                                        </p:tgtEl>
                                        <p:attrNameLst>
                                          <p:attrName>ppt_x</p:attrName>
                                        </p:attrNameLst>
                                      </p:cBhvr>
                                      <p:tavLst>
                                        <p:tav tm="0">
                                          <p:val>
                                            <p:strVal val="#ppt_x"/>
                                          </p:val>
                                        </p:tav>
                                        <p:tav tm="100000">
                                          <p:val>
                                            <p:strVal val="#ppt_x"/>
                                          </p:val>
                                        </p:tav>
                                      </p:tavLst>
                                    </p:anim>
                                    <p:anim calcmode="lin" valueType="num">
                                      <p:cBhvr additive="base">
                                        <p:cTn id="25" dur="500" fill="hold"/>
                                        <p:tgtEl>
                                          <p:spTgt spid="38"/>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blinds(horizontal)">
                                      <p:cBhvr>
                                        <p:cTn id="30" dur="500"/>
                                        <p:tgtEl>
                                          <p:spTgt spid="6"/>
                                        </p:tgtEl>
                                      </p:cBhvr>
                                    </p:animEffect>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46086"/>
                                        </p:tgtEl>
                                        <p:attrNameLst>
                                          <p:attrName>style.visibility</p:attrName>
                                        </p:attrNameLst>
                                      </p:cBhvr>
                                      <p:to>
                                        <p:strVal val="visible"/>
                                      </p:to>
                                    </p:set>
                                    <p:anim calcmode="lin" valueType="num">
                                      <p:cBhvr additive="base">
                                        <p:cTn id="35" dur="500" fill="hold"/>
                                        <p:tgtEl>
                                          <p:spTgt spid="46086"/>
                                        </p:tgtEl>
                                        <p:attrNameLst>
                                          <p:attrName>ppt_x</p:attrName>
                                        </p:attrNameLst>
                                      </p:cBhvr>
                                      <p:tavLst>
                                        <p:tav tm="0">
                                          <p:val>
                                            <p:strVal val="#ppt_x"/>
                                          </p:val>
                                        </p:tav>
                                        <p:tav tm="100000">
                                          <p:val>
                                            <p:strVal val="#ppt_x"/>
                                          </p:val>
                                        </p:tav>
                                      </p:tavLst>
                                    </p:anim>
                                    <p:anim calcmode="lin" valueType="num">
                                      <p:cBhvr additive="base">
                                        <p:cTn id="36" dur="500" fill="hold"/>
                                        <p:tgtEl>
                                          <p:spTgt spid="46086"/>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7"/>
                                        </p:tgtEl>
                                        <p:attrNameLst>
                                          <p:attrName>style.visibility</p:attrName>
                                        </p:attrNameLst>
                                      </p:cBhvr>
                                      <p:to>
                                        <p:strVal val="visible"/>
                                      </p:to>
                                    </p:set>
                                    <p:anim calcmode="lin" valueType="num">
                                      <p:cBhvr additive="base">
                                        <p:cTn id="41" dur="500" fill="hold"/>
                                        <p:tgtEl>
                                          <p:spTgt spid="7"/>
                                        </p:tgtEl>
                                        <p:attrNameLst>
                                          <p:attrName>ppt_x</p:attrName>
                                        </p:attrNameLst>
                                      </p:cBhvr>
                                      <p:tavLst>
                                        <p:tav tm="0">
                                          <p:val>
                                            <p:strVal val="#ppt_x"/>
                                          </p:val>
                                        </p:tav>
                                        <p:tav tm="100000">
                                          <p:val>
                                            <p:strVal val="#ppt_x"/>
                                          </p:val>
                                        </p:tav>
                                      </p:tavLst>
                                    </p:anim>
                                    <p:anim calcmode="lin" valueType="num">
                                      <p:cBhvr additive="base">
                                        <p:cTn id="42"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46086" grpId="0"/>
      <p:bldP spid="46087" grpId="0"/>
    </p:bld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4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6" name="5 Grupo"/>
          <p:cNvGrpSpPr/>
          <p:nvPr/>
        </p:nvGrpSpPr>
        <p:grpSpPr>
          <a:xfrm>
            <a:off x="0" y="-27383"/>
            <a:ext cx="9144000" cy="6890884"/>
            <a:chOff x="0" y="-27383"/>
            <a:chExt cx="9144000" cy="6890884"/>
          </a:xfrm>
        </p:grpSpPr>
        <p:pic>
          <p:nvPicPr>
            <p:cNvPr id="7"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1"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graphicFrame>
        <p:nvGraphicFramePr>
          <p:cNvPr id="3" name="2 Diagrama"/>
          <p:cNvGraphicFramePr/>
          <p:nvPr>
            <p:extLst>
              <p:ext uri="{D42A27DB-BD31-4B8C-83A1-F6EECF244321}">
                <p14:modId xmlns:p14="http://schemas.microsoft.com/office/powerpoint/2010/main" val="576727399"/>
              </p:ext>
            </p:extLst>
          </p:nvPr>
        </p:nvGraphicFramePr>
        <p:xfrm>
          <a:off x="238992" y="1521691"/>
          <a:ext cx="7622118" cy="430590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3 Rectángulo redondeado"/>
          <p:cNvSpPr/>
          <p:nvPr/>
        </p:nvSpPr>
        <p:spPr>
          <a:xfrm>
            <a:off x="3324662" y="287536"/>
            <a:ext cx="4682836" cy="919401"/>
          </a:xfrm>
          <a:prstGeom prst="roundRect">
            <a:avLst/>
          </a:prstGeom>
          <a:ln>
            <a:solidFill>
              <a:srgbClr val="632B00"/>
            </a:solidFill>
          </a:ln>
        </p:spPr>
        <p:txBody>
          <a:bodyPr wrap="square">
            <a:spAutoFit/>
          </a:bodyPr>
          <a:lstStyle/>
          <a:p>
            <a:pPr algn="ctr"/>
            <a:r>
              <a:rPr lang="es-CO" sz="2400" b="1" dirty="0" smtClean="0">
                <a:latin typeface="Futura Std Medium"/>
              </a:rPr>
              <a:t>Exposición de Motivos</a:t>
            </a:r>
          </a:p>
          <a:p>
            <a:pPr algn="ctr"/>
            <a:r>
              <a:rPr lang="es-CO" sz="2400" b="1" dirty="0" smtClean="0">
                <a:latin typeface="Futura Std Medium"/>
              </a:rPr>
              <a:t>Ley 87 de 1993</a:t>
            </a:r>
            <a:endParaRPr lang="es-CO" sz="2400" dirty="0"/>
          </a:p>
        </p:txBody>
      </p:sp>
    </p:spTree>
    <p:extLst>
      <p:ext uri="{BB962C8B-B14F-4D97-AF65-F5344CB8AC3E}">
        <p14:creationId xmlns:p14="http://schemas.microsoft.com/office/powerpoint/2010/main" val="36534859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3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5" name="4 Grupo"/>
          <p:cNvGrpSpPr/>
          <p:nvPr/>
        </p:nvGrpSpPr>
        <p:grpSpPr>
          <a:xfrm>
            <a:off x="0" y="-27383"/>
            <a:ext cx="9144000" cy="6890884"/>
            <a:chOff x="0" y="-27383"/>
            <a:chExt cx="9144000" cy="6890884"/>
          </a:xfrm>
        </p:grpSpPr>
        <p:pic>
          <p:nvPicPr>
            <p:cNvPr id="6"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6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0"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2" name="1 Rectángulo redondeado"/>
          <p:cNvSpPr/>
          <p:nvPr/>
        </p:nvSpPr>
        <p:spPr>
          <a:xfrm>
            <a:off x="2905320" y="287536"/>
            <a:ext cx="4682836" cy="919401"/>
          </a:xfrm>
          <a:prstGeom prst="roundRect">
            <a:avLst/>
          </a:prstGeom>
          <a:ln>
            <a:solidFill>
              <a:srgbClr val="632B00"/>
            </a:solidFill>
          </a:ln>
        </p:spPr>
        <p:txBody>
          <a:bodyPr wrap="square">
            <a:spAutoFit/>
          </a:bodyPr>
          <a:lstStyle/>
          <a:p>
            <a:pPr algn="ctr"/>
            <a:r>
              <a:rPr lang="es-CO" sz="2400" b="1" dirty="0" smtClean="0">
                <a:latin typeface="Futura Std Medium"/>
              </a:rPr>
              <a:t>Exposición de Motivos</a:t>
            </a:r>
          </a:p>
          <a:p>
            <a:pPr algn="ctr"/>
            <a:r>
              <a:rPr lang="es-CO" sz="2400" b="1" dirty="0" smtClean="0">
                <a:latin typeface="Futura Std Medium"/>
              </a:rPr>
              <a:t>Ley 87 de 1993</a:t>
            </a:r>
            <a:endParaRPr lang="es-CO" sz="2400" dirty="0"/>
          </a:p>
        </p:txBody>
      </p:sp>
      <p:graphicFrame>
        <p:nvGraphicFramePr>
          <p:cNvPr id="3" name="2 Diagrama"/>
          <p:cNvGraphicFramePr/>
          <p:nvPr>
            <p:extLst>
              <p:ext uri="{D42A27DB-BD31-4B8C-83A1-F6EECF244321}">
                <p14:modId xmlns:p14="http://schemas.microsoft.com/office/powerpoint/2010/main" val="3436106111"/>
              </p:ext>
            </p:extLst>
          </p:nvPr>
        </p:nvGraphicFramePr>
        <p:xfrm>
          <a:off x="238992" y="1549483"/>
          <a:ext cx="7349164" cy="459154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63407362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050" name="Picture 2" descr="https://encrypted-tbn2.gstatic.com/images?q=tbn:ANd9GcRCXPVi--aAcYSGhyYHSrHmn3EV5UHaJnrWTiMIHCbUIuM2Hi6P"/>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5067" y="55520"/>
            <a:ext cx="2332470" cy="2332470"/>
          </a:xfrm>
          <a:prstGeom prst="rect">
            <a:avLst/>
          </a:prstGeom>
          <a:noFill/>
          <a:extLst>
            <a:ext uri="{909E8E84-426E-40DD-AFC4-6F175D3DCCD1}">
              <a14:hiddenFill xmlns:a14="http://schemas.microsoft.com/office/drawing/2010/main">
                <a:solidFill>
                  <a:srgbClr val="FFFFFF"/>
                </a:solidFill>
              </a14:hiddenFill>
            </a:ext>
          </a:extLst>
        </p:spPr>
      </p:pic>
      <p:pic>
        <p:nvPicPr>
          <p:cNvPr id="6" name="5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7" name="6 Grupo"/>
          <p:cNvGrpSpPr/>
          <p:nvPr/>
        </p:nvGrpSpPr>
        <p:grpSpPr>
          <a:xfrm>
            <a:off x="0" y="-27383"/>
            <a:ext cx="9144000" cy="6890884"/>
            <a:chOff x="0" y="-27383"/>
            <a:chExt cx="9144000" cy="6890884"/>
          </a:xfrm>
        </p:grpSpPr>
        <p:pic>
          <p:nvPicPr>
            <p:cNvPr id="8" name="Picture 4"/>
            <p:cNvPicPr>
              <a:picLocks noChangeAspect="1" noChangeArrowheads="1"/>
            </p:cNvPicPr>
            <p:nvPr/>
          </p:nvPicPr>
          <p:blipFill rotWithShape="1">
            <a:blip r:embed="rId4">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8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1" name="10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2" name="Picture 4"/>
            <p:cNvPicPr>
              <a:picLocks noChangeAspect="1" noChangeArrowheads="1"/>
            </p:cNvPicPr>
            <p:nvPr/>
          </p:nvPicPr>
          <p:blipFill rotWithShape="1">
            <a:blip r:embed="rId4">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2" name="1 Rectángulo redondeado"/>
          <p:cNvSpPr/>
          <p:nvPr/>
        </p:nvSpPr>
        <p:spPr>
          <a:xfrm>
            <a:off x="355067" y="2368640"/>
            <a:ext cx="7556982" cy="311804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es-CO" sz="2000" b="1" dirty="0">
                <a:solidFill>
                  <a:schemeClr val="bg1"/>
                </a:solidFill>
                <a:latin typeface="Futura Std Medium" pitchFamily="34" charset="0"/>
              </a:rPr>
              <a:t>Responsabilidad del control interno. </a:t>
            </a:r>
          </a:p>
          <a:p>
            <a:pPr algn="just"/>
            <a:r>
              <a:rPr lang="es-CO" sz="2000" dirty="0" smtClean="0">
                <a:solidFill>
                  <a:schemeClr val="bg1"/>
                </a:solidFill>
                <a:latin typeface="Futura Std Medium" pitchFamily="34" charset="0"/>
              </a:rPr>
              <a:t>a) La </a:t>
            </a:r>
            <a:r>
              <a:rPr lang="es-CO" sz="2000" dirty="0">
                <a:solidFill>
                  <a:schemeClr val="bg1"/>
                </a:solidFill>
                <a:latin typeface="Futura Std Medium" pitchFamily="34" charset="0"/>
              </a:rPr>
              <a:t>que asiste a los representantes legales de las entidades respecto de la creación y puesta en marcha de sistemas eficientes de control interno, </a:t>
            </a:r>
            <a:r>
              <a:rPr lang="es-CO" sz="2000" dirty="0" smtClean="0">
                <a:solidFill>
                  <a:schemeClr val="bg1"/>
                </a:solidFill>
                <a:latin typeface="Futura Std Medium" pitchFamily="34" charset="0"/>
              </a:rPr>
              <a:t>(…) </a:t>
            </a:r>
          </a:p>
          <a:p>
            <a:pPr algn="just"/>
            <a:r>
              <a:rPr lang="es-CO" sz="2000" dirty="0" smtClean="0">
                <a:solidFill>
                  <a:schemeClr val="bg1"/>
                </a:solidFill>
                <a:latin typeface="Futura Std Medium" pitchFamily="34" charset="0"/>
              </a:rPr>
              <a:t>b</a:t>
            </a:r>
            <a:r>
              <a:rPr lang="es-CO" sz="2000" dirty="0">
                <a:solidFill>
                  <a:schemeClr val="bg1"/>
                </a:solidFill>
                <a:latin typeface="Futura Std Medium" pitchFamily="34" charset="0"/>
              </a:rPr>
              <a:t>) Los jefes de cada una de las dependencias que conforman el respectivo organismo o entidad deben responder porque todos los mecanismos de control interno que se establezcan sean aplicados en la dependencia a su cargo. </a:t>
            </a:r>
          </a:p>
        </p:txBody>
      </p:sp>
      <p:sp>
        <p:nvSpPr>
          <p:cNvPr id="3" name="2 Rectángulo redondeado"/>
          <p:cNvSpPr/>
          <p:nvPr/>
        </p:nvSpPr>
        <p:spPr>
          <a:xfrm>
            <a:off x="2966509" y="464960"/>
            <a:ext cx="5029200" cy="1055608"/>
          </a:xfrm>
          <a:prstGeom prst="roundRect">
            <a:avLst/>
          </a:prstGeom>
          <a:ln>
            <a:solidFill>
              <a:srgbClr val="632B00"/>
            </a:solidFill>
          </a:ln>
        </p:spPr>
        <p:txBody>
          <a:bodyPr wrap="square">
            <a:spAutoFit/>
          </a:bodyPr>
          <a:lstStyle/>
          <a:p>
            <a:pPr algn="ctr"/>
            <a:r>
              <a:rPr lang="es-CO" sz="2800" b="1" dirty="0" smtClean="0">
                <a:latin typeface="Futura Std Medium"/>
              </a:rPr>
              <a:t>Exposición de Motivos	Ley 87 de 1993</a:t>
            </a:r>
            <a:endParaRPr lang="es-CO" sz="2800" dirty="0"/>
          </a:p>
        </p:txBody>
      </p:sp>
      <p:sp>
        <p:nvSpPr>
          <p:cNvPr id="4" name="3 Flecha izquierda">
            <a:hlinkClick r:id="rId5" action="ppaction://hlinksldjump"/>
          </p:cNvPr>
          <p:cNvSpPr/>
          <p:nvPr/>
        </p:nvSpPr>
        <p:spPr>
          <a:xfrm>
            <a:off x="8198427" y="6213763"/>
            <a:ext cx="820882" cy="353290"/>
          </a:xfrm>
          <a:prstGeom prst="lef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107443630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3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sp>
        <p:nvSpPr>
          <p:cNvPr id="2" name="Rectangle 4"/>
          <p:cNvSpPr txBox="1">
            <a:spLocks noChangeArrowheads="1"/>
          </p:cNvSpPr>
          <p:nvPr/>
        </p:nvSpPr>
        <p:spPr>
          <a:xfrm>
            <a:off x="681037" y="1595752"/>
            <a:ext cx="7851775" cy="4306526"/>
          </a:xfrm>
          <a:prstGeom prst="rect">
            <a:avLst/>
          </a:prstGeom>
        </p:spPr>
        <p:txBody>
          <a:bodyPr/>
          <a:lstStyle/>
          <a:p>
            <a:pPr marL="609600" indent="-609600" algn="just">
              <a:lnSpc>
                <a:spcPct val="85000"/>
              </a:lnSpc>
              <a:spcBef>
                <a:spcPct val="20000"/>
              </a:spcBef>
              <a:buFontTx/>
              <a:buAutoNum type="arabicPeriod"/>
              <a:defRPr/>
            </a:pPr>
            <a:r>
              <a:rPr lang="es-CO" sz="2800" dirty="0" smtClean="0">
                <a:latin typeface="Futura Std Medium" pitchFamily="34" charset="0"/>
                <a:cs typeface="Futura Std Book"/>
              </a:rPr>
              <a:t>Objetivos de la sesión </a:t>
            </a:r>
          </a:p>
          <a:p>
            <a:pPr marL="609600" indent="-609600" algn="just">
              <a:lnSpc>
                <a:spcPct val="85000"/>
              </a:lnSpc>
              <a:spcBef>
                <a:spcPct val="20000"/>
              </a:spcBef>
              <a:buFontTx/>
              <a:buAutoNum type="arabicPeriod"/>
              <a:defRPr/>
            </a:pPr>
            <a:r>
              <a:rPr lang="es-CO" sz="2800" dirty="0" smtClean="0">
                <a:latin typeface="Futura Std Medium" pitchFamily="34" charset="0"/>
                <a:cs typeface="Futura Std Book"/>
              </a:rPr>
              <a:t>Marco legal del Sistema de Control Interno</a:t>
            </a:r>
          </a:p>
          <a:p>
            <a:pPr marL="609600" indent="-609600" algn="just">
              <a:lnSpc>
                <a:spcPct val="85000"/>
              </a:lnSpc>
              <a:spcBef>
                <a:spcPct val="20000"/>
              </a:spcBef>
              <a:buFontTx/>
              <a:buAutoNum type="arabicPeriod"/>
              <a:defRPr/>
            </a:pPr>
            <a:r>
              <a:rPr lang="es-ES" sz="2800" dirty="0" smtClean="0">
                <a:latin typeface="Futura Std Medium" pitchFamily="34" charset="0"/>
                <a:cs typeface="Futura Std Book"/>
              </a:rPr>
              <a:t>Justificación de la actualización</a:t>
            </a:r>
          </a:p>
          <a:p>
            <a:pPr marL="609600" indent="-609600" algn="just">
              <a:lnSpc>
                <a:spcPct val="85000"/>
              </a:lnSpc>
              <a:spcBef>
                <a:spcPct val="20000"/>
              </a:spcBef>
              <a:buFontTx/>
              <a:buAutoNum type="arabicPeriod"/>
              <a:defRPr/>
            </a:pPr>
            <a:r>
              <a:rPr lang="es-ES" sz="2800" dirty="0" smtClean="0">
                <a:latin typeface="Futura Std Medium" pitchFamily="34" charset="0"/>
                <a:cs typeface="Futura Std Book"/>
              </a:rPr>
              <a:t>Metodología utilizada para la actualización</a:t>
            </a:r>
          </a:p>
          <a:p>
            <a:pPr marL="609600" indent="-609600" algn="just">
              <a:lnSpc>
                <a:spcPct val="85000"/>
              </a:lnSpc>
              <a:spcBef>
                <a:spcPct val="20000"/>
              </a:spcBef>
              <a:buFontTx/>
              <a:buAutoNum type="arabicPeriod"/>
              <a:defRPr/>
            </a:pPr>
            <a:r>
              <a:rPr lang="es-ES" sz="2800" dirty="0">
                <a:latin typeface="Futura Std Medium" pitchFamily="34" charset="0"/>
                <a:cs typeface="Futura Std Book"/>
              </a:rPr>
              <a:t>Estructura general</a:t>
            </a:r>
          </a:p>
          <a:p>
            <a:pPr marL="609600" indent="-609600" algn="just">
              <a:lnSpc>
                <a:spcPct val="85000"/>
              </a:lnSpc>
              <a:spcBef>
                <a:spcPct val="20000"/>
              </a:spcBef>
              <a:buFontTx/>
              <a:buAutoNum type="arabicPeriod"/>
              <a:defRPr/>
            </a:pPr>
            <a:r>
              <a:rPr lang="es-ES" sz="2800" dirty="0" smtClean="0">
                <a:latin typeface="Futura Std Medium" pitchFamily="34" charset="0"/>
                <a:cs typeface="Futura Std Book"/>
              </a:rPr>
              <a:t>Principales cambios</a:t>
            </a:r>
            <a:endParaRPr lang="es-ES" sz="2800" dirty="0">
              <a:latin typeface="Futura Std Medium" pitchFamily="34" charset="0"/>
              <a:cs typeface="Futura Std Book"/>
            </a:endParaRPr>
          </a:p>
          <a:p>
            <a:pPr marL="609600" indent="-609600" algn="just">
              <a:lnSpc>
                <a:spcPct val="85000"/>
              </a:lnSpc>
              <a:spcBef>
                <a:spcPct val="20000"/>
              </a:spcBef>
              <a:buFontTx/>
              <a:buAutoNum type="arabicPeriod"/>
              <a:defRPr/>
            </a:pPr>
            <a:r>
              <a:rPr lang="es-ES" sz="2800" dirty="0" smtClean="0">
                <a:latin typeface="Futura Std Medium" pitchFamily="34" charset="0"/>
                <a:cs typeface="Futura Std Book"/>
              </a:rPr>
              <a:t>Fases de la actualización</a:t>
            </a:r>
          </a:p>
          <a:p>
            <a:pPr marL="609600" indent="-609600" algn="just">
              <a:lnSpc>
                <a:spcPct val="85000"/>
              </a:lnSpc>
              <a:spcBef>
                <a:spcPct val="20000"/>
              </a:spcBef>
              <a:buFontTx/>
              <a:buAutoNum type="arabicPeriod"/>
              <a:defRPr/>
            </a:pPr>
            <a:r>
              <a:rPr lang="es-CO" sz="2800" dirty="0" smtClean="0">
                <a:latin typeface="Futura Std Medium" pitchFamily="34" charset="0"/>
                <a:cs typeface="Futura Std Book"/>
              </a:rPr>
              <a:t>Roles y Responsabilidades</a:t>
            </a:r>
            <a:endParaRPr lang="es-CO" sz="2800" b="1" kern="0" dirty="0">
              <a:latin typeface="Futura Std Medium" pitchFamily="34" charset="0"/>
            </a:endParaRPr>
          </a:p>
          <a:p>
            <a:pPr marL="609600" indent="-609600" algn="just">
              <a:lnSpc>
                <a:spcPct val="85000"/>
              </a:lnSpc>
              <a:spcBef>
                <a:spcPct val="20000"/>
              </a:spcBef>
              <a:buFontTx/>
              <a:buAutoNum type="arabicPeriod"/>
              <a:defRPr/>
            </a:pPr>
            <a:endParaRPr lang="es-CO" sz="2500" b="1" kern="0" dirty="0">
              <a:latin typeface="Calibri" pitchFamily="34" charset="0"/>
              <a:cs typeface="+mn-cs"/>
            </a:endParaRPr>
          </a:p>
        </p:txBody>
      </p:sp>
      <p:sp>
        <p:nvSpPr>
          <p:cNvPr id="3" name="2 Rectángulo redondeado"/>
          <p:cNvSpPr/>
          <p:nvPr/>
        </p:nvSpPr>
        <p:spPr>
          <a:xfrm>
            <a:off x="4588066" y="298169"/>
            <a:ext cx="3279763"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Agenda</a:t>
            </a:r>
            <a:endParaRPr lang="es-CO" sz="2800" dirty="0"/>
          </a:p>
        </p:txBody>
      </p:sp>
      <p:grpSp>
        <p:nvGrpSpPr>
          <p:cNvPr id="5" name="4 Grupo"/>
          <p:cNvGrpSpPr/>
          <p:nvPr/>
        </p:nvGrpSpPr>
        <p:grpSpPr>
          <a:xfrm>
            <a:off x="0" y="-27383"/>
            <a:ext cx="9144000" cy="6890884"/>
            <a:chOff x="0" y="-27383"/>
            <a:chExt cx="9144000" cy="6890884"/>
          </a:xfrm>
        </p:grpSpPr>
        <p:pic>
          <p:nvPicPr>
            <p:cNvPr id="6"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6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0"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Tree>
    <p:extLst>
      <p:ext uri="{BB962C8B-B14F-4D97-AF65-F5344CB8AC3E}">
        <p14:creationId xmlns:p14="http://schemas.microsoft.com/office/powerpoint/2010/main" val="424983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16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sp>
        <p:nvSpPr>
          <p:cNvPr id="6" name="3 Rectángulo"/>
          <p:cNvSpPr>
            <a:spLocks noChangeArrowheads="1"/>
          </p:cNvSpPr>
          <p:nvPr/>
        </p:nvSpPr>
        <p:spPr bwMode="auto">
          <a:xfrm>
            <a:off x="249748" y="1255648"/>
            <a:ext cx="7594871" cy="707886"/>
          </a:xfrm>
          <a:prstGeom prst="rect">
            <a:avLst/>
          </a:prstGeom>
          <a:solidFill>
            <a:srgbClr val="3898B2"/>
          </a:solidFill>
          <a:ln>
            <a:noFill/>
          </a:ln>
          <a:extLst/>
        </p:spPr>
        <p:txBody>
          <a:bodyPr wrap="square">
            <a:spAutoFit/>
          </a:bodyPr>
          <a:lstStyle>
            <a:lvl1pPr eaLnBrk="0" hangingPunct="0">
              <a:spcBef>
                <a:spcPct val="20000"/>
              </a:spcBef>
              <a:buFont typeface="Arial" charset="0"/>
              <a:buChar char="•"/>
              <a:defRPr sz="3200">
                <a:solidFill>
                  <a:schemeClr val="tx1"/>
                </a:solidFill>
                <a:latin typeface="Calibri" pitchFamily="34" charset="0"/>
              </a:defRPr>
            </a:lvl1pPr>
            <a:lvl2pPr marL="742950" indent="-285750" eaLnBrk="0" hangingPunct="0">
              <a:spcBef>
                <a:spcPct val="20000"/>
              </a:spcBef>
              <a:buFont typeface="Arial" charset="0"/>
              <a:buChar char="–"/>
              <a:defRPr sz="2800">
                <a:solidFill>
                  <a:schemeClr val="tx1"/>
                </a:solidFill>
                <a:latin typeface="Calibri" pitchFamily="34" charset="0"/>
              </a:defRPr>
            </a:lvl2pPr>
            <a:lvl3pPr marL="1143000" indent="-228600" eaLnBrk="0" hangingPunct="0">
              <a:spcBef>
                <a:spcPct val="20000"/>
              </a:spcBef>
              <a:buFont typeface="Arial" charset="0"/>
              <a:buChar char="•"/>
              <a:defRPr sz="2400">
                <a:solidFill>
                  <a:schemeClr val="tx1"/>
                </a:solidFill>
                <a:latin typeface="Calibri" pitchFamily="34" charset="0"/>
              </a:defRPr>
            </a:lvl3pPr>
            <a:lvl4pPr marL="1600200" indent="-228600" eaLnBrk="0" hangingPunct="0">
              <a:spcBef>
                <a:spcPct val="20000"/>
              </a:spcBef>
              <a:buFont typeface="Arial" charset="0"/>
              <a:buChar char="–"/>
              <a:defRPr sz="2000">
                <a:solidFill>
                  <a:schemeClr val="tx1"/>
                </a:solidFill>
                <a:latin typeface="Calibri" pitchFamily="34" charset="0"/>
              </a:defRPr>
            </a:lvl4pPr>
            <a:lvl5pPr marL="2057400" indent="-228600" eaLnBrk="0" hangingPunct="0">
              <a:spcBef>
                <a:spcPct val="20000"/>
              </a:spcBef>
              <a:buFont typeface="Arial" charset="0"/>
              <a:buChar char="»"/>
              <a:defRPr sz="2000">
                <a:solidFill>
                  <a:schemeClr val="tx1"/>
                </a:solidFill>
                <a:latin typeface="Calibri" pitchFamily="34" charset="0"/>
              </a:defRPr>
            </a:lvl5pPr>
            <a:lvl6pPr marL="25146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6pPr>
            <a:lvl7pPr marL="29718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7pPr>
            <a:lvl8pPr marL="34290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8pPr>
            <a:lvl9pPr marL="38862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9pPr>
          </a:lstStyle>
          <a:p>
            <a:pPr algn="just" eaLnBrk="1" hangingPunct="1">
              <a:spcBef>
                <a:spcPct val="0"/>
              </a:spcBef>
              <a:buFontTx/>
              <a:buNone/>
            </a:pPr>
            <a:r>
              <a:rPr lang="es-ES_tradnl" altLang="es-CO" sz="2000" b="1" dirty="0">
                <a:latin typeface="Futura Std Medium" pitchFamily="34" charset="0"/>
              </a:rPr>
              <a:t>El Gobierno Nacional, en </a:t>
            </a:r>
            <a:r>
              <a:rPr lang="es-CO" altLang="es-CO" sz="2000" b="1" dirty="0">
                <a:latin typeface="Futura Std Medium" pitchFamily="34" charset="0"/>
              </a:rPr>
              <a:t>procura del </a:t>
            </a:r>
            <a:r>
              <a:rPr lang="es-ES_tradnl" altLang="es-CO" sz="2000" b="1" dirty="0">
                <a:latin typeface="Futura Std Medium" pitchFamily="34" charset="0"/>
              </a:rPr>
              <a:t>mejoramiento continuo, consideró necesario actualizar el MECI, con el fin de:</a:t>
            </a:r>
            <a:endParaRPr lang="es-CO" altLang="es-CO" sz="2000" b="1" dirty="0">
              <a:latin typeface="Futura Std Medium" pitchFamily="34" charset="0"/>
            </a:endParaRPr>
          </a:p>
        </p:txBody>
      </p:sp>
      <p:grpSp>
        <p:nvGrpSpPr>
          <p:cNvPr id="7" name="6 Grupo"/>
          <p:cNvGrpSpPr/>
          <p:nvPr/>
        </p:nvGrpSpPr>
        <p:grpSpPr>
          <a:xfrm>
            <a:off x="249748" y="2232809"/>
            <a:ext cx="7768209" cy="1754326"/>
            <a:chOff x="857250" y="2392739"/>
            <a:chExt cx="6931025" cy="1754326"/>
          </a:xfrm>
        </p:grpSpPr>
        <p:sp>
          <p:nvSpPr>
            <p:cNvPr id="8" name="2 CuadroTexto"/>
            <p:cNvSpPr txBox="1">
              <a:spLocks noChangeArrowheads="1"/>
            </p:cNvSpPr>
            <p:nvPr/>
          </p:nvSpPr>
          <p:spPr bwMode="auto">
            <a:xfrm>
              <a:off x="1341438" y="2392739"/>
              <a:ext cx="6446837" cy="1754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Font typeface="Arial" charset="0"/>
                <a:buChar char="•"/>
                <a:defRPr sz="3200">
                  <a:solidFill>
                    <a:schemeClr val="tx1"/>
                  </a:solidFill>
                  <a:latin typeface="Calibri" pitchFamily="34" charset="0"/>
                </a:defRPr>
              </a:lvl1pPr>
              <a:lvl2pPr marL="742950" indent="-285750" eaLnBrk="0" hangingPunct="0">
                <a:spcBef>
                  <a:spcPct val="20000"/>
                </a:spcBef>
                <a:buFont typeface="Arial" charset="0"/>
                <a:buChar char="–"/>
                <a:defRPr sz="2800">
                  <a:solidFill>
                    <a:schemeClr val="tx1"/>
                  </a:solidFill>
                  <a:latin typeface="Calibri" pitchFamily="34" charset="0"/>
                </a:defRPr>
              </a:lvl2pPr>
              <a:lvl3pPr marL="1143000" indent="-228600" eaLnBrk="0" hangingPunct="0">
                <a:spcBef>
                  <a:spcPct val="20000"/>
                </a:spcBef>
                <a:buFont typeface="Arial" charset="0"/>
                <a:buChar char="•"/>
                <a:defRPr sz="2400">
                  <a:solidFill>
                    <a:schemeClr val="tx1"/>
                  </a:solidFill>
                  <a:latin typeface="Calibri" pitchFamily="34" charset="0"/>
                </a:defRPr>
              </a:lvl3pPr>
              <a:lvl4pPr marL="1600200" indent="-228600" eaLnBrk="0" hangingPunct="0">
                <a:spcBef>
                  <a:spcPct val="20000"/>
                </a:spcBef>
                <a:buFont typeface="Arial" charset="0"/>
                <a:buChar char="–"/>
                <a:defRPr sz="2000">
                  <a:solidFill>
                    <a:schemeClr val="tx1"/>
                  </a:solidFill>
                  <a:latin typeface="Calibri" pitchFamily="34" charset="0"/>
                </a:defRPr>
              </a:lvl4pPr>
              <a:lvl5pPr marL="2057400" indent="-228600" eaLnBrk="0" hangingPunct="0">
                <a:spcBef>
                  <a:spcPct val="20000"/>
                </a:spcBef>
                <a:buFont typeface="Arial" charset="0"/>
                <a:buChar char="»"/>
                <a:defRPr sz="2000">
                  <a:solidFill>
                    <a:schemeClr val="tx1"/>
                  </a:solidFill>
                  <a:latin typeface="Calibri" pitchFamily="34" charset="0"/>
                </a:defRPr>
              </a:lvl5pPr>
              <a:lvl6pPr marL="25146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6pPr>
              <a:lvl7pPr marL="29718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7pPr>
              <a:lvl8pPr marL="34290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8pPr>
              <a:lvl9pPr marL="38862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9pPr>
            </a:lstStyle>
            <a:p>
              <a:pPr algn="just" eaLnBrk="1" hangingPunct="1">
                <a:spcBef>
                  <a:spcPct val="0"/>
                </a:spcBef>
                <a:buFontTx/>
                <a:buNone/>
              </a:pPr>
              <a:r>
                <a:rPr lang="es-CO" altLang="es-CO" sz="1800" dirty="0">
                  <a:latin typeface="Futura Std Medium" pitchFamily="34" charset="0"/>
                  <a:cs typeface="Segoe UI" pitchFamily="34" charset="0"/>
                </a:rPr>
                <a:t>Modernizar</a:t>
              </a:r>
              <a:r>
                <a:rPr lang="es-ES_tradnl" altLang="es-CO" sz="1800" dirty="0">
                  <a:latin typeface="Futura Std Medium" pitchFamily="34" charset="0"/>
                  <a:cs typeface="Segoe UI" pitchFamily="34" charset="0"/>
                </a:rPr>
                <a:t> y adecuar la herramienta de control de la Administración Pública, a las normas y estándares internacionales, teniendo en cuenta en otros aspectos que el modelo COSO </a:t>
              </a:r>
              <a:r>
                <a:rPr lang="es-ES_tradnl" altLang="es-CO" sz="1800" dirty="0" smtClean="0">
                  <a:latin typeface="Futura Std Medium" pitchFamily="34" charset="0"/>
                  <a:cs typeface="Segoe UI" pitchFamily="34" charset="0"/>
                </a:rPr>
                <a:t>“</a:t>
              </a:r>
              <a:r>
                <a:rPr lang="en-US" altLang="es-CO" sz="1800" dirty="0">
                  <a:latin typeface="Futura Std Medium" pitchFamily="34" charset="0"/>
                  <a:cs typeface="Segoe UI" pitchFamily="34" charset="0"/>
                </a:rPr>
                <a:t>Committee of Sponsoring Organizations of the </a:t>
              </a:r>
              <a:r>
                <a:rPr lang="en-US" altLang="es-CO" sz="1800" dirty="0" err="1" smtClean="0">
                  <a:latin typeface="Futura Std Medium" pitchFamily="34" charset="0"/>
                  <a:cs typeface="Segoe UI" pitchFamily="34" charset="0"/>
                </a:rPr>
                <a:t>Treadway</a:t>
              </a:r>
              <a:r>
                <a:rPr lang="en-US" altLang="es-CO" sz="1800" dirty="0" smtClean="0">
                  <a:latin typeface="Futura Std Medium" pitchFamily="34" charset="0"/>
                  <a:cs typeface="Segoe UI" pitchFamily="34" charset="0"/>
                </a:rPr>
                <a:t> Commission”</a:t>
              </a:r>
              <a:r>
                <a:rPr lang="es-ES_tradnl" altLang="es-CO" sz="1800" dirty="0" smtClean="0">
                  <a:latin typeface="Futura Std Medium" pitchFamily="34" charset="0"/>
                  <a:cs typeface="Segoe UI" pitchFamily="34" charset="0"/>
                </a:rPr>
                <a:t>(referente Internacional) tuvo </a:t>
              </a:r>
              <a:r>
                <a:rPr lang="es-ES_tradnl" altLang="es-CO" sz="1800" dirty="0">
                  <a:latin typeface="Futura Std Medium" pitchFamily="34" charset="0"/>
                  <a:cs typeface="Segoe UI" pitchFamily="34" charset="0"/>
                </a:rPr>
                <a:t>modificaciones COSO II  - 2004 y COSO III -2006</a:t>
              </a:r>
              <a:r>
                <a:rPr lang="es-ES_tradnl" altLang="es-CO" sz="1800" dirty="0" smtClean="0">
                  <a:latin typeface="Futura Std Medium" pitchFamily="34" charset="0"/>
                  <a:cs typeface="Segoe UI" pitchFamily="34" charset="0"/>
                </a:rPr>
                <a:t>.</a:t>
              </a:r>
              <a:endParaRPr lang="es-CO" altLang="es-CO" sz="1800" dirty="0">
                <a:latin typeface="Futura Std Medium" pitchFamily="34" charset="0"/>
              </a:endParaRPr>
            </a:p>
          </p:txBody>
        </p:sp>
        <p:pic>
          <p:nvPicPr>
            <p:cNvPr id="9" name="Picture 10" descr="C:\Users\Carlos Mario\Documents\Mario\Presentación Consejo Asesor Control Interno\1.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7250" y="2922588"/>
              <a:ext cx="225425" cy="395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 name="9 Grupo"/>
          <p:cNvGrpSpPr/>
          <p:nvPr/>
        </p:nvGrpSpPr>
        <p:grpSpPr>
          <a:xfrm>
            <a:off x="230088" y="3944848"/>
            <a:ext cx="7230269" cy="646331"/>
            <a:chOff x="1180306" y="4129088"/>
            <a:chExt cx="7230269" cy="646331"/>
          </a:xfrm>
        </p:grpSpPr>
        <p:sp>
          <p:nvSpPr>
            <p:cNvPr id="11" name="Text Box 7"/>
            <p:cNvSpPr txBox="1">
              <a:spLocks noChangeArrowheads="1"/>
            </p:cNvSpPr>
            <p:nvPr/>
          </p:nvSpPr>
          <p:spPr bwMode="auto">
            <a:xfrm>
              <a:off x="1646238" y="4129088"/>
              <a:ext cx="6764337" cy="6463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spAutoFit/>
            </a:bodyPr>
            <a:lstStyle>
              <a:lvl1pPr eaLnBrk="0" hangingPunct="0">
                <a:spcBef>
                  <a:spcPct val="20000"/>
                </a:spcBef>
                <a:buFont typeface="Arial" charset="0"/>
                <a:buChar char="•"/>
                <a:defRPr sz="3200">
                  <a:solidFill>
                    <a:schemeClr val="tx1"/>
                  </a:solidFill>
                  <a:latin typeface="Calibri" pitchFamily="34" charset="0"/>
                </a:defRPr>
              </a:lvl1pPr>
              <a:lvl2pPr marL="742950" indent="-285750" eaLnBrk="0" hangingPunct="0">
                <a:spcBef>
                  <a:spcPct val="20000"/>
                </a:spcBef>
                <a:buFont typeface="Arial" charset="0"/>
                <a:buChar char="–"/>
                <a:defRPr sz="2800">
                  <a:solidFill>
                    <a:schemeClr val="tx1"/>
                  </a:solidFill>
                  <a:latin typeface="Calibri" pitchFamily="34" charset="0"/>
                </a:defRPr>
              </a:lvl2pPr>
              <a:lvl3pPr marL="1143000" indent="-228600" eaLnBrk="0" hangingPunct="0">
                <a:spcBef>
                  <a:spcPct val="20000"/>
                </a:spcBef>
                <a:buFont typeface="Arial" charset="0"/>
                <a:buChar char="•"/>
                <a:defRPr sz="2400">
                  <a:solidFill>
                    <a:schemeClr val="tx1"/>
                  </a:solidFill>
                  <a:latin typeface="Calibri" pitchFamily="34" charset="0"/>
                </a:defRPr>
              </a:lvl3pPr>
              <a:lvl4pPr marL="1600200" indent="-228600" eaLnBrk="0" hangingPunct="0">
                <a:spcBef>
                  <a:spcPct val="20000"/>
                </a:spcBef>
                <a:buFont typeface="Arial" charset="0"/>
                <a:buChar char="–"/>
                <a:defRPr sz="2000">
                  <a:solidFill>
                    <a:schemeClr val="tx1"/>
                  </a:solidFill>
                  <a:latin typeface="Calibri" pitchFamily="34" charset="0"/>
                </a:defRPr>
              </a:lvl4pPr>
              <a:lvl5pPr marL="2057400" indent="-228600" eaLnBrk="0" hangingPunct="0">
                <a:spcBef>
                  <a:spcPct val="20000"/>
                </a:spcBef>
                <a:buFont typeface="Arial" charset="0"/>
                <a:buChar char="»"/>
                <a:defRPr sz="2000">
                  <a:solidFill>
                    <a:schemeClr val="tx1"/>
                  </a:solidFill>
                  <a:latin typeface="Calibri" pitchFamily="34" charset="0"/>
                </a:defRPr>
              </a:lvl5pPr>
              <a:lvl6pPr marL="25146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6pPr>
              <a:lvl7pPr marL="29718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7pPr>
              <a:lvl8pPr marL="34290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8pPr>
              <a:lvl9pPr marL="38862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9pPr>
            </a:lstStyle>
            <a:p>
              <a:pPr algn="just" eaLnBrk="1" hangingPunct="1">
                <a:spcBef>
                  <a:spcPct val="0"/>
                </a:spcBef>
                <a:buFontTx/>
                <a:buNone/>
              </a:pPr>
              <a:r>
                <a:rPr lang="es-CO" altLang="es-CO" sz="1800" dirty="0" smtClean="0">
                  <a:latin typeface="Futura Std Medium" pitchFamily="34" charset="0"/>
                  <a:cs typeface="Segoe UI" pitchFamily="34" charset="0"/>
                </a:rPr>
                <a:t>Adoptar los lineamientos </a:t>
              </a:r>
              <a:r>
                <a:rPr lang="es-CO" altLang="es-CO" sz="1800" dirty="0">
                  <a:latin typeface="Futura Std Medium" pitchFamily="34" charset="0"/>
                  <a:cs typeface="Segoe UI" pitchFamily="34" charset="0"/>
                </a:rPr>
                <a:t>internacionales frente a la revisión y actualización de las normas técnicas</a:t>
              </a:r>
              <a:r>
                <a:rPr lang="es-CO" altLang="es-CO" sz="1800" dirty="0" smtClean="0">
                  <a:latin typeface="Futura Std Medium" pitchFamily="34" charset="0"/>
                  <a:cs typeface="Segoe UI" pitchFamily="34" charset="0"/>
                </a:rPr>
                <a:t>.</a:t>
              </a:r>
              <a:endParaRPr lang="es-ES" altLang="es-CO" sz="1800" dirty="0">
                <a:latin typeface="Futura Std Medium" pitchFamily="34" charset="0"/>
                <a:cs typeface="Segoe UI" pitchFamily="34" charset="0"/>
              </a:endParaRPr>
            </a:p>
          </p:txBody>
        </p:sp>
        <p:pic>
          <p:nvPicPr>
            <p:cNvPr id="12" name="Picture 11" descr="C:\Users\Carlos Mario\Documents\Mario\Presentación Consejo Asesor Control Interno\2.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0306" y="4256196"/>
              <a:ext cx="322263" cy="392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3" name="12 Grupo"/>
          <p:cNvGrpSpPr/>
          <p:nvPr/>
        </p:nvGrpSpPr>
        <p:grpSpPr>
          <a:xfrm>
            <a:off x="230088" y="4855079"/>
            <a:ext cx="6662031" cy="1200329"/>
            <a:chOff x="1854200" y="5027327"/>
            <a:chExt cx="6805304" cy="1200329"/>
          </a:xfrm>
        </p:grpSpPr>
        <p:sp>
          <p:nvSpPr>
            <p:cNvPr id="14" name="Text Box 8"/>
            <p:cNvSpPr txBox="1">
              <a:spLocks noChangeArrowheads="1"/>
            </p:cNvSpPr>
            <p:nvPr/>
          </p:nvSpPr>
          <p:spPr bwMode="auto">
            <a:xfrm>
              <a:off x="2272992" y="5027327"/>
              <a:ext cx="6386512" cy="12003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spAutoFit/>
            </a:bodyPr>
            <a:lstStyle>
              <a:lvl1pPr eaLnBrk="0" hangingPunct="0">
                <a:spcBef>
                  <a:spcPct val="20000"/>
                </a:spcBef>
                <a:buFont typeface="Arial" charset="0"/>
                <a:buChar char="•"/>
                <a:defRPr sz="3200">
                  <a:solidFill>
                    <a:schemeClr val="tx1"/>
                  </a:solidFill>
                  <a:latin typeface="Calibri" pitchFamily="34" charset="0"/>
                </a:defRPr>
              </a:lvl1pPr>
              <a:lvl2pPr marL="742950" indent="-285750" eaLnBrk="0" hangingPunct="0">
                <a:spcBef>
                  <a:spcPct val="20000"/>
                </a:spcBef>
                <a:buFont typeface="Arial" charset="0"/>
                <a:buChar char="–"/>
                <a:defRPr sz="2800">
                  <a:solidFill>
                    <a:schemeClr val="tx1"/>
                  </a:solidFill>
                  <a:latin typeface="Calibri" pitchFamily="34" charset="0"/>
                </a:defRPr>
              </a:lvl2pPr>
              <a:lvl3pPr marL="1143000" indent="-228600" eaLnBrk="0" hangingPunct="0">
                <a:spcBef>
                  <a:spcPct val="20000"/>
                </a:spcBef>
                <a:buFont typeface="Arial" charset="0"/>
                <a:buChar char="•"/>
                <a:defRPr sz="2400">
                  <a:solidFill>
                    <a:schemeClr val="tx1"/>
                  </a:solidFill>
                  <a:latin typeface="Calibri" pitchFamily="34" charset="0"/>
                </a:defRPr>
              </a:lvl3pPr>
              <a:lvl4pPr marL="1600200" indent="-228600" eaLnBrk="0" hangingPunct="0">
                <a:spcBef>
                  <a:spcPct val="20000"/>
                </a:spcBef>
                <a:buFont typeface="Arial" charset="0"/>
                <a:buChar char="–"/>
                <a:defRPr sz="2000">
                  <a:solidFill>
                    <a:schemeClr val="tx1"/>
                  </a:solidFill>
                  <a:latin typeface="Calibri" pitchFamily="34" charset="0"/>
                </a:defRPr>
              </a:lvl4pPr>
              <a:lvl5pPr marL="2057400" indent="-228600" eaLnBrk="0" hangingPunct="0">
                <a:spcBef>
                  <a:spcPct val="20000"/>
                </a:spcBef>
                <a:buFont typeface="Arial" charset="0"/>
                <a:buChar char="»"/>
                <a:defRPr sz="2000">
                  <a:solidFill>
                    <a:schemeClr val="tx1"/>
                  </a:solidFill>
                  <a:latin typeface="Calibri" pitchFamily="34" charset="0"/>
                </a:defRPr>
              </a:lvl5pPr>
              <a:lvl6pPr marL="25146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6pPr>
              <a:lvl7pPr marL="29718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7pPr>
              <a:lvl8pPr marL="34290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8pPr>
              <a:lvl9pPr marL="38862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9pPr>
            </a:lstStyle>
            <a:p>
              <a:pPr algn="just" eaLnBrk="1" hangingPunct="1">
                <a:spcBef>
                  <a:spcPct val="0"/>
                </a:spcBef>
                <a:buFontTx/>
                <a:buNone/>
              </a:pPr>
              <a:r>
                <a:rPr lang="es-ES_tradnl" altLang="es-CO" sz="1800" dirty="0">
                  <a:latin typeface="Futura Std Medium" pitchFamily="34" charset="0"/>
                  <a:cs typeface="Segoe UI" pitchFamily="34" charset="0"/>
                </a:rPr>
                <a:t>P</a:t>
              </a:r>
              <a:r>
                <a:rPr lang="es-ES_tradnl" altLang="es-CO" sz="1800" dirty="0" smtClean="0">
                  <a:latin typeface="Futura Std Medium" pitchFamily="34" charset="0"/>
                  <a:cs typeface="Segoe UI" pitchFamily="34" charset="0"/>
                </a:rPr>
                <a:t>roducto </a:t>
              </a:r>
              <a:r>
                <a:rPr lang="es-ES_tradnl" altLang="es-CO" sz="1800" dirty="0">
                  <a:latin typeface="Futura Std Medium" pitchFamily="34" charset="0"/>
                  <a:cs typeface="Segoe UI" pitchFamily="34" charset="0"/>
                </a:rPr>
                <a:t>de las evaluaciones realizadas a la política, y teniendo en cuenta las  inquietudes y sugerencias de las Entidades con respecto a la implementación y fortalecimiento del </a:t>
              </a:r>
              <a:r>
                <a:rPr lang="es-ES_tradnl" altLang="es-CO" sz="1800" dirty="0" smtClean="0">
                  <a:latin typeface="Futura Std Medium" pitchFamily="34" charset="0"/>
                  <a:cs typeface="Segoe UI" pitchFamily="34" charset="0"/>
                </a:rPr>
                <a:t>modelo, se decide actualizar el MECI</a:t>
              </a:r>
            </a:p>
          </p:txBody>
        </p:sp>
        <p:pic>
          <p:nvPicPr>
            <p:cNvPr id="15" name="Picture 12" descr="C:\Users\Carlos Mario\Documents\Mario\Presentación Consejo Asesor Control Interno\3.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4200" y="5340350"/>
              <a:ext cx="322263"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6" name="15 Rectángulo redondeado"/>
          <p:cNvSpPr/>
          <p:nvPr/>
        </p:nvSpPr>
        <p:spPr>
          <a:xfrm>
            <a:off x="4564856" y="418618"/>
            <a:ext cx="3279763"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Justificación</a:t>
            </a:r>
            <a:endParaRPr lang="es-CO" sz="2800" dirty="0"/>
          </a:p>
        </p:txBody>
      </p:sp>
      <p:grpSp>
        <p:nvGrpSpPr>
          <p:cNvPr id="18" name="17 Grupo"/>
          <p:cNvGrpSpPr/>
          <p:nvPr/>
        </p:nvGrpSpPr>
        <p:grpSpPr>
          <a:xfrm>
            <a:off x="0" y="-27383"/>
            <a:ext cx="9144000" cy="6890884"/>
            <a:chOff x="0" y="-27383"/>
            <a:chExt cx="9144000" cy="6890884"/>
          </a:xfrm>
        </p:grpSpPr>
        <p:pic>
          <p:nvPicPr>
            <p:cNvPr id="19" name="Picture 4"/>
            <p:cNvPicPr>
              <a:picLocks noChangeAspect="1" noChangeArrowheads="1"/>
            </p:cNvPicPr>
            <p:nvPr/>
          </p:nvPicPr>
          <p:blipFill rotWithShape="1">
            <a:blip r:embed="rId6">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0" name="19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21" name="20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22" name="21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23" name="Picture 4"/>
            <p:cNvPicPr>
              <a:picLocks noChangeAspect="1" noChangeArrowheads="1"/>
            </p:cNvPicPr>
            <p:nvPr/>
          </p:nvPicPr>
          <p:blipFill rotWithShape="1">
            <a:blip r:embed="rId6">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4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6" name="5 Grupo"/>
          <p:cNvGrpSpPr/>
          <p:nvPr/>
        </p:nvGrpSpPr>
        <p:grpSpPr>
          <a:xfrm>
            <a:off x="0" y="-27383"/>
            <a:ext cx="9144000" cy="6890884"/>
            <a:chOff x="0" y="-27383"/>
            <a:chExt cx="9144000" cy="6890884"/>
          </a:xfrm>
        </p:grpSpPr>
        <p:pic>
          <p:nvPicPr>
            <p:cNvPr id="7"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1"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2" name="Picture 8" descr="C:\Users\Carlos Mario\Documents\Mario\Presentación Consejo Asesor Control Interno\A1.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1816" y="2460189"/>
            <a:ext cx="8013443" cy="2835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2 Rectángulo redondeado"/>
          <p:cNvSpPr/>
          <p:nvPr/>
        </p:nvSpPr>
        <p:spPr>
          <a:xfrm>
            <a:off x="2931322" y="662361"/>
            <a:ext cx="3279763" cy="1055608"/>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Objetivo de la actualización</a:t>
            </a:r>
            <a:endParaRPr lang="es-CO" sz="2800" dirty="0"/>
          </a:p>
        </p:txBody>
      </p:sp>
    </p:spTree>
    <p:extLst>
      <p:ext uri="{BB962C8B-B14F-4D97-AF65-F5344CB8AC3E}">
        <p14:creationId xmlns:p14="http://schemas.microsoft.com/office/powerpoint/2010/main" val="1689839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6" presetClass="entr" presetSubtype="21"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barn(inVertical)">
                                      <p:cBhvr>
                                        <p:cTn id="1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3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5" name="4 Grupo"/>
          <p:cNvGrpSpPr/>
          <p:nvPr/>
        </p:nvGrpSpPr>
        <p:grpSpPr>
          <a:xfrm>
            <a:off x="0" y="-27383"/>
            <a:ext cx="9144000" cy="6890884"/>
            <a:chOff x="0" y="-27383"/>
            <a:chExt cx="9144000" cy="6890884"/>
          </a:xfrm>
        </p:grpSpPr>
        <p:pic>
          <p:nvPicPr>
            <p:cNvPr id="6"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6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0"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2" name="Rectangle 4"/>
          <p:cNvSpPr txBox="1">
            <a:spLocks noChangeArrowheads="1"/>
          </p:cNvSpPr>
          <p:nvPr/>
        </p:nvSpPr>
        <p:spPr>
          <a:xfrm>
            <a:off x="681037" y="1585119"/>
            <a:ext cx="7851775" cy="4306526"/>
          </a:xfrm>
          <a:prstGeom prst="rect">
            <a:avLst/>
          </a:prstGeom>
        </p:spPr>
        <p:txBody>
          <a:bodyPr/>
          <a:lstStyle/>
          <a:p>
            <a:pPr marL="609600" indent="-609600" algn="just">
              <a:lnSpc>
                <a:spcPct val="85000"/>
              </a:lnSpc>
              <a:spcBef>
                <a:spcPct val="20000"/>
              </a:spcBef>
              <a:buFontTx/>
              <a:buAutoNum type="arabicPeriod"/>
              <a:defRPr/>
            </a:pPr>
            <a:r>
              <a:rPr lang="es-CO" sz="2800" dirty="0" smtClean="0">
                <a:solidFill>
                  <a:schemeClr val="bg1">
                    <a:lumMod val="85000"/>
                  </a:schemeClr>
                </a:solidFill>
                <a:latin typeface="Futura Std Medium" pitchFamily="34" charset="0"/>
                <a:cs typeface="Futura Std Book"/>
              </a:rPr>
              <a:t>Objetivos de la sesión</a:t>
            </a:r>
          </a:p>
          <a:p>
            <a:pPr marL="609600" indent="-609600" algn="just">
              <a:lnSpc>
                <a:spcPct val="85000"/>
              </a:lnSpc>
              <a:spcBef>
                <a:spcPct val="20000"/>
              </a:spcBef>
              <a:buFontTx/>
              <a:buAutoNum type="arabicPeriod"/>
              <a:defRPr/>
            </a:pPr>
            <a:r>
              <a:rPr lang="es-CO" sz="2800" dirty="0" smtClean="0">
                <a:solidFill>
                  <a:schemeClr val="bg1">
                    <a:lumMod val="85000"/>
                  </a:schemeClr>
                </a:solidFill>
                <a:latin typeface="Futura Std Medium" pitchFamily="34" charset="0"/>
                <a:cs typeface="Futura Std Book"/>
              </a:rPr>
              <a:t>Marco legal del Sistema de Control Interno</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Justificación de la actualización</a:t>
            </a:r>
          </a:p>
          <a:p>
            <a:pPr marL="609600" indent="-609600" algn="just">
              <a:lnSpc>
                <a:spcPct val="85000"/>
              </a:lnSpc>
              <a:spcBef>
                <a:spcPct val="20000"/>
              </a:spcBef>
              <a:buFontTx/>
              <a:buAutoNum type="arabicPeriod"/>
              <a:defRPr/>
            </a:pPr>
            <a:r>
              <a:rPr lang="es-ES" sz="2800" dirty="0" smtClean="0">
                <a:latin typeface="Futura Std Medium" pitchFamily="34" charset="0"/>
                <a:cs typeface="Futura Std Book"/>
              </a:rPr>
              <a:t>Metodología utilizada para la actualización</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Estructura general</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Principales cambios.</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Fases de la actualización</a:t>
            </a:r>
          </a:p>
          <a:p>
            <a:pPr marL="609600" indent="-609600" algn="just">
              <a:lnSpc>
                <a:spcPct val="85000"/>
              </a:lnSpc>
              <a:spcBef>
                <a:spcPct val="20000"/>
              </a:spcBef>
              <a:buFontTx/>
              <a:buAutoNum type="arabicPeriod"/>
              <a:defRPr/>
            </a:pPr>
            <a:r>
              <a:rPr lang="es-CO" sz="2800" dirty="0" smtClean="0">
                <a:solidFill>
                  <a:schemeClr val="bg1">
                    <a:lumMod val="85000"/>
                  </a:schemeClr>
                </a:solidFill>
                <a:latin typeface="Futura Std Medium" pitchFamily="34" charset="0"/>
                <a:cs typeface="Futura Std Book"/>
              </a:rPr>
              <a:t>Roles y Responsabilidades</a:t>
            </a:r>
            <a:endParaRPr lang="es-CO" sz="2800" b="1" kern="0" dirty="0">
              <a:solidFill>
                <a:schemeClr val="bg1">
                  <a:lumMod val="85000"/>
                </a:schemeClr>
              </a:solidFill>
              <a:latin typeface="Futura Std Medium" pitchFamily="34" charset="0"/>
            </a:endParaRPr>
          </a:p>
          <a:p>
            <a:pPr marL="609600" indent="-609600" algn="just">
              <a:lnSpc>
                <a:spcPct val="85000"/>
              </a:lnSpc>
              <a:spcBef>
                <a:spcPct val="20000"/>
              </a:spcBef>
              <a:buFontTx/>
              <a:buAutoNum type="arabicPeriod"/>
              <a:defRPr/>
            </a:pPr>
            <a:endParaRPr lang="es-CO" sz="2500" b="1" kern="0" dirty="0">
              <a:solidFill>
                <a:srgbClr val="0000FF"/>
              </a:solidFill>
              <a:latin typeface="Calibri" pitchFamily="34" charset="0"/>
              <a:cs typeface="+mn-cs"/>
            </a:endParaRPr>
          </a:p>
        </p:txBody>
      </p:sp>
      <p:sp>
        <p:nvSpPr>
          <p:cNvPr id="3" name="2 Rectángulo redondeado"/>
          <p:cNvSpPr/>
          <p:nvPr/>
        </p:nvSpPr>
        <p:spPr>
          <a:xfrm>
            <a:off x="4738194" y="287536"/>
            <a:ext cx="3279763"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Agenda</a:t>
            </a:r>
            <a:endParaRPr lang="es-CO" sz="2800" dirty="0"/>
          </a:p>
        </p:txBody>
      </p:sp>
    </p:spTree>
    <p:extLst>
      <p:ext uri="{BB962C8B-B14F-4D97-AF65-F5344CB8AC3E}">
        <p14:creationId xmlns:p14="http://schemas.microsoft.com/office/powerpoint/2010/main" val="424983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3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sp>
        <p:nvSpPr>
          <p:cNvPr id="2" name="1 Rectángulo redondeado"/>
          <p:cNvSpPr/>
          <p:nvPr/>
        </p:nvSpPr>
        <p:spPr>
          <a:xfrm>
            <a:off x="3263207" y="260241"/>
            <a:ext cx="4640238" cy="987504"/>
          </a:xfrm>
          <a:prstGeom prst="roundRect">
            <a:avLst/>
          </a:prstGeom>
          <a:ln>
            <a:solidFill>
              <a:srgbClr val="632B00"/>
            </a:solidFill>
          </a:ln>
        </p:spPr>
        <p:txBody>
          <a:bodyPr wrap="square">
            <a:spAutoFit/>
          </a:bodyPr>
          <a:lstStyle/>
          <a:p>
            <a:pPr algn="ctr"/>
            <a:r>
              <a:rPr lang="es-CO" sz="2600" b="1" dirty="0" smtClean="0">
                <a:latin typeface="Futura Std Medium"/>
                <a:cs typeface="Futura Std Medium"/>
              </a:rPr>
              <a:t>Metodología Utilizada para </a:t>
            </a:r>
          </a:p>
          <a:p>
            <a:pPr algn="ctr"/>
            <a:r>
              <a:rPr lang="es-CO" sz="2600" b="1" dirty="0" smtClean="0">
                <a:latin typeface="Futura Std Medium"/>
                <a:cs typeface="Futura Std Medium"/>
              </a:rPr>
              <a:t>la Actualización</a:t>
            </a:r>
            <a:endParaRPr lang="es-CO" sz="2600" dirty="0"/>
          </a:p>
        </p:txBody>
      </p:sp>
      <p:graphicFrame>
        <p:nvGraphicFramePr>
          <p:cNvPr id="3" name="2 Diagrama"/>
          <p:cNvGraphicFramePr/>
          <p:nvPr>
            <p:extLst>
              <p:ext uri="{D42A27DB-BD31-4B8C-83A1-F6EECF244321}">
                <p14:modId xmlns:p14="http://schemas.microsoft.com/office/powerpoint/2010/main" val="1589321316"/>
              </p:ext>
            </p:extLst>
          </p:nvPr>
        </p:nvGraphicFramePr>
        <p:xfrm>
          <a:off x="155911" y="1396999"/>
          <a:ext cx="7964503" cy="436995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5" name="4 Grupo"/>
          <p:cNvGrpSpPr/>
          <p:nvPr/>
        </p:nvGrpSpPr>
        <p:grpSpPr>
          <a:xfrm>
            <a:off x="0" y="-27383"/>
            <a:ext cx="9144000" cy="6890884"/>
            <a:chOff x="0" y="-27383"/>
            <a:chExt cx="9144000" cy="6890884"/>
          </a:xfrm>
        </p:grpSpPr>
        <p:pic>
          <p:nvPicPr>
            <p:cNvPr id="6" name="Picture 4"/>
            <p:cNvPicPr>
              <a:picLocks noChangeAspect="1" noChangeArrowheads="1"/>
            </p:cNvPicPr>
            <p:nvPr/>
          </p:nvPicPr>
          <p:blipFill rotWithShape="1">
            <a:blip r:embed="rId8">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6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0" name="Picture 4"/>
            <p:cNvPicPr>
              <a:picLocks noChangeAspect="1" noChangeArrowheads="1"/>
            </p:cNvPicPr>
            <p:nvPr/>
          </p:nvPicPr>
          <p:blipFill rotWithShape="1">
            <a:blip r:embed="rId8">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Tree>
    <p:extLst>
      <p:ext uri="{BB962C8B-B14F-4D97-AF65-F5344CB8AC3E}">
        <p14:creationId xmlns:p14="http://schemas.microsoft.com/office/powerpoint/2010/main" val="1572046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graphicEl>
                                              <a:dgm id="{B63F9A8B-F335-4541-8EF1-73EE3FD51390}"/>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graphicEl>
                                              <a:dgm id="{D04D0EA0-41DA-46BE-B17C-078C329DF4EE}"/>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graphicEl>
                                              <a:dgm id="{32A79EF1-4CD8-43F5-9700-4318CABEB2AC}"/>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graphicEl>
                                              <a:dgm id="{0BC72365-565C-4ED2-9F35-168CA660DDF1}"/>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graphicEl>
                                              <a:dgm id="{D28237B5-0AF2-41B9-860A-A84C7C137BC8}"/>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graphicEl>
                                              <a:dgm id="{C5AA1CF9-463B-41C4-9ABA-DB10084630D1}"/>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Sub>
          <a:bldDgm bld="one"/>
        </p:bldSub>
      </p:bldGraphic>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3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sp>
        <p:nvSpPr>
          <p:cNvPr id="2" name="1 Rectángulo redondeado"/>
          <p:cNvSpPr/>
          <p:nvPr/>
        </p:nvSpPr>
        <p:spPr>
          <a:xfrm>
            <a:off x="3343684" y="260241"/>
            <a:ext cx="4640238" cy="987504"/>
          </a:xfrm>
          <a:prstGeom prst="roundRect">
            <a:avLst/>
          </a:prstGeom>
          <a:ln>
            <a:solidFill>
              <a:srgbClr val="632B00"/>
            </a:solidFill>
          </a:ln>
        </p:spPr>
        <p:txBody>
          <a:bodyPr wrap="square">
            <a:spAutoFit/>
          </a:bodyPr>
          <a:lstStyle/>
          <a:p>
            <a:pPr algn="ctr"/>
            <a:r>
              <a:rPr lang="es-CO" sz="2600" b="1" dirty="0" smtClean="0">
                <a:latin typeface="Futura Std Medium"/>
                <a:cs typeface="Futura Std Medium"/>
              </a:rPr>
              <a:t>Metodología Utilizada para </a:t>
            </a:r>
          </a:p>
          <a:p>
            <a:pPr algn="ctr"/>
            <a:r>
              <a:rPr lang="es-CO" sz="2600" b="1" dirty="0" smtClean="0">
                <a:latin typeface="Futura Std Medium"/>
                <a:cs typeface="Futura Std Medium"/>
              </a:rPr>
              <a:t>la Actualización</a:t>
            </a:r>
            <a:endParaRPr lang="es-CO" sz="2600" dirty="0"/>
          </a:p>
        </p:txBody>
      </p:sp>
      <p:graphicFrame>
        <p:nvGraphicFramePr>
          <p:cNvPr id="3" name="2 Diagrama"/>
          <p:cNvGraphicFramePr/>
          <p:nvPr>
            <p:extLst>
              <p:ext uri="{D42A27DB-BD31-4B8C-83A1-F6EECF244321}">
                <p14:modId xmlns:p14="http://schemas.microsoft.com/office/powerpoint/2010/main" val="3505528896"/>
              </p:ext>
            </p:extLst>
          </p:nvPr>
        </p:nvGraphicFramePr>
        <p:xfrm>
          <a:off x="141022" y="1532080"/>
          <a:ext cx="7904232" cy="436995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5" name="4 Grupo"/>
          <p:cNvGrpSpPr/>
          <p:nvPr/>
        </p:nvGrpSpPr>
        <p:grpSpPr>
          <a:xfrm>
            <a:off x="0" y="-27383"/>
            <a:ext cx="9144000" cy="6890884"/>
            <a:chOff x="0" y="-27383"/>
            <a:chExt cx="9144000" cy="6890884"/>
          </a:xfrm>
        </p:grpSpPr>
        <p:pic>
          <p:nvPicPr>
            <p:cNvPr id="6" name="Picture 4"/>
            <p:cNvPicPr>
              <a:picLocks noChangeAspect="1" noChangeArrowheads="1"/>
            </p:cNvPicPr>
            <p:nvPr/>
          </p:nvPicPr>
          <p:blipFill rotWithShape="1">
            <a:blip r:embed="rId8">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6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0" name="Picture 4"/>
            <p:cNvPicPr>
              <a:picLocks noChangeAspect="1" noChangeArrowheads="1"/>
            </p:cNvPicPr>
            <p:nvPr/>
          </p:nvPicPr>
          <p:blipFill rotWithShape="1">
            <a:blip r:embed="rId8">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Tree>
    <p:extLst>
      <p:ext uri="{BB962C8B-B14F-4D97-AF65-F5344CB8AC3E}">
        <p14:creationId xmlns:p14="http://schemas.microsoft.com/office/powerpoint/2010/main" val="391861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graphicEl>
                                              <a:dgm id="{B63F9A8B-F335-4541-8EF1-73EE3FD51390}"/>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graphicEl>
                                              <a:dgm id="{D04D0EA0-41DA-46BE-B17C-078C329DF4EE}"/>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graphicEl>
                                              <a:dgm id="{32A79EF1-4CD8-43F5-9700-4318CABEB2AC}"/>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graphicEl>
                                              <a:dgm id="{0BC72365-565C-4ED2-9F35-168CA660DDF1}"/>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graphicEl>
                                              <a:dgm id="{D28237B5-0AF2-41B9-860A-A84C7C137BC8}"/>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graphicEl>
                                              <a:dgm id="{C5AA1CF9-463B-41C4-9ABA-DB10084630D1}"/>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Sub>
          <a:bldDgm bld="one"/>
        </p:bldSub>
      </p:bldGraphic>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3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17107" y="2189536"/>
            <a:ext cx="3612799" cy="4396966"/>
          </a:xfrm>
          <a:prstGeom prst="rect">
            <a:avLst/>
          </a:prstGeom>
        </p:spPr>
      </p:pic>
      <p:grpSp>
        <p:nvGrpSpPr>
          <p:cNvPr id="5" name="4 Grupo"/>
          <p:cNvGrpSpPr/>
          <p:nvPr/>
        </p:nvGrpSpPr>
        <p:grpSpPr>
          <a:xfrm>
            <a:off x="-13662" y="-42711"/>
            <a:ext cx="9144000" cy="6890884"/>
            <a:chOff x="0" y="-27383"/>
            <a:chExt cx="9144000" cy="6890884"/>
          </a:xfrm>
        </p:grpSpPr>
        <p:pic>
          <p:nvPicPr>
            <p:cNvPr id="6"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6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0"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2" name="Rectangle 4"/>
          <p:cNvSpPr txBox="1">
            <a:spLocks noChangeArrowheads="1"/>
          </p:cNvSpPr>
          <p:nvPr/>
        </p:nvSpPr>
        <p:spPr>
          <a:xfrm>
            <a:off x="681037" y="1585119"/>
            <a:ext cx="7851775" cy="4306526"/>
          </a:xfrm>
          <a:prstGeom prst="rect">
            <a:avLst/>
          </a:prstGeom>
        </p:spPr>
        <p:txBody>
          <a:bodyPr/>
          <a:lstStyle/>
          <a:p>
            <a:pPr marL="609600" indent="-609600" algn="just">
              <a:lnSpc>
                <a:spcPct val="85000"/>
              </a:lnSpc>
              <a:spcBef>
                <a:spcPct val="20000"/>
              </a:spcBef>
              <a:buFontTx/>
              <a:buAutoNum type="arabicPeriod"/>
              <a:defRPr/>
            </a:pPr>
            <a:r>
              <a:rPr lang="es-CO" sz="2800" dirty="0" smtClean="0">
                <a:solidFill>
                  <a:schemeClr val="bg1">
                    <a:lumMod val="85000"/>
                  </a:schemeClr>
                </a:solidFill>
                <a:latin typeface="Futura Std Medium" pitchFamily="34" charset="0"/>
                <a:cs typeface="Futura Std Book"/>
              </a:rPr>
              <a:t>Objetivos de la sesión</a:t>
            </a:r>
          </a:p>
          <a:p>
            <a:pPr marL="609600" indent="-609600" algn="just">
              <a:lnSpc>
                <a:spcPct val="85000"/>
              </a:lnSpc>
              <a:spcBef>
                <a:spcPct val="20000"/>
              </a:spcBef>
              <a:buFontTx/>
              <a:buAutoNum type="arabicPeriod"/>
              <a:defRPr/>
            </a:pPr>
            <a:r>
              <a:rPr lang="es-CO" sz="2800" dirty="0" smtClean="0">
                <a:solidFill>
                  <a:schemeClr val="bg1">
                    <a:lumMod val="85000"/>
                  </a:schemeClr>
                </a:solidFill>
                <a:latin typeface="Futura Std Medium" pitchFamily="34" charset="0"/>
                <a:cs typeface="Futura Std Book"/>
              </a:rPr>
              <a:t>Marco legal del Sistema de Control Interno</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Justificación de la actualización</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Metodología utilizada para la actualización</a:t>
            </a:r>
          </a:p>
          <a:p>
            <a:pPr marL="609600" indent="-609600" algn="just">
              <a:lnSpc>
                <a:spcPct val="85000"/>
              </a:lnSpc>
              <a:spcBef>
                <a:spcPct val="20000"/>
              </a:spcBef>
              <a:buFontTx/>
              <a:buAutoNum type="arabicPeriod"/>
              <a:defRPr/>
            </a:pPr>
            <a:r>
              <a:rPr lang="es-ES" sz="2800" dirty="0">
                <a:latin typeface="Futura Std Medium" pitchFamily="34" charset="0"/>
                <a:cs typeface="Futura Std Book"/>
              </a:rPr>
              <a:t>Estructura general</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Principales cambios</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Fases de la actualización</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Roles y Responsabilidades.</a:t>
            </a:r>
            <a:endParaRPr lang="es-CO" sz="2800" b="1" kern="0" dirty="0">
              <a:solidFill>
                <a:schemeClr val="bg1">
                  <a:lumMod val="85000"/>
                </a:schemeClr>
              </a:solidFill>
              <a:latin typeface="Futura Std Medium" pitchFamily="34" charset="0"/>
            </a:endParaRPr>
          </a:p>
          <a:p>
            <a:pPr marL="609600" indent="-609600" algn="just">
              <a:lnSpc>
                <a:spcPct val="85000"/>
              </a:lnSpc>
              <a:spcBef>
                <a:spcPct val="20000"/>
              </a:spcBef>
              <a:buFontTx/>
              <a:buAutoNum type="arabicPeriod"/>
              <a:defRPr/>
            </a:pPr>
            <a:endParaRPr lang="es-CO" sz="2500" b="1" kern="0" dirty="0">
              <a:solidFill>
                <a:srgbClr val="0000FF"/>
              </a:solidFill>
              <a:latin typeface="Calibri" pitchFamily="34" charset="0"/>
              <a:cs typeface="+mn-cs"/>
            </a:endParaRPr>
          </a:p>
        </p:txBody>
      </p:sp>
      <p:sp>
        <p:nvSpPr>
          <p:cNvPr id="3" name="2 Rectángulo redondeado"/>
          <p:cNvSpPr/>
          <p:nvPr/>
        </p:nvSpPr>
        <p:spPr>
          <a:xfrm>
            <a:off x="4561713" y="287536"/>
            <a:ext cx="3279763"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Agenda</a:t>
            </a:r>
            <a:endParaRPr lang="es-CO" sz="2800" dirty="0"/>
          </a:p>
        </p:txBody>
      </p:sp>
    </p:spTree>
    <p:extLst>
      <p:ext uri="{BB962C8B-B14F-4D97-AF65-F5344CB8AC3E}">
        <p14:creationId xmlns:p14="http://schemas.microsoft.com/office/powerpoint/2010/main" val="424983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4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6" name="5 Grupo"/>
          <p:cNvGrpSpPr/>
          <p:nvPr/>
        </p:nvGrpSpPr>
        <p:grpSpPr>
          <a:xfrm>
            <a:off x="0" y="-27383"/>
            <a:ext cx="9144000" cy="6890884"/>
            <a:chOff x="0" y="-27383"/>
            <a:chExt cx="9144000" cy="6890884"/>
          </a:xfrm>
        </p:grpSpPr>
        <p:pic>
          <p:nvPicPr>
            <p:cNvPr id="7"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1"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12290" name="Text Box 129"/>
          <p:cNvSpPr txBox="1">
            <a:spLocks noChangeArrowheads="1"/>
          </p:cNvSpPr>
          <p:nvPr/>
        </p:nvSpPr>
        <p:spPr bwMode="auto">
          <a:xfrm>
            <a:off x="63500" y="831734"/>
            <a:ext cx="7954457" cy="4270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spcBef>
                <a:spcPct val="20000"/>
              </a:spcBef>
              <a:buFont typeface="Arial" charset="0"/>
              <a:buChar char="•"/>
              <a:defRPr sz="3200">
                <a:solidFill>
                  <a:schemeClr val="tx1"/>
                </a:solidFill>
                <a:latin typeface="Calibri" pitchFamily="34" charset="0"/>
              </a:defRPr>
            </a:lvl1pPr>
            <a:lvl2pPr marL="742950" indent="-285750" eaLnBrk="0" hangingPunct="0">
              <a:spcBef>
                <a:spcPct val="20000"/>
              </a:spcBef>
              <a:buFont typeface="Arial" charset="0"/>
              <a:buChar char="–"/>
              <a:defRPr sz="2800">
                <a:solidFill>
                  <a:schemeClr val="tx1"/>
                </a:solidFill>
                <a:latin typeface="Calibri" pitchFamily="34" charset="0"/>
              </a:defRPr>
            </a:lvl2pPr>
            <a:lvl3pPr marL="1143000" indent="-228600" eaLnBrk="0" hangingPunct="0">
              <a:spcBef>
                <a:spcPct val="20000"/>
              </a:spcBef>
              <a:buFont typeface="Arial" charset="0"/>
              <a:buChar char="•"/>
              <a:defRPr sz="2400">
                <a:solidFill>
                  <a:schemeClr val="tx1"/>
                </a:solidFill>
                <a:latin typeface="Calibri" pitchFamily="34" charset="0"/>
              </a:defRPr>
            </a:lvl3pPr>
            <a:lvl4pPr marL="1600200" indent="-228600" eaLnBrk="0" hangingPunct="0">
              <a:spcBef>
                <a:spcPct val="20000"/>
              </a:spcBef>
              <a:buFont typeface="Arial" charset="0"/>
              <a:buChar char="–"/>
              <a:defRPr sz="2000">
                <a:solidFill>
                  <a:schemeClr val="tx1"/>
                </a:solidFill>
                <a:latin typeface="Calibri" pitchFamily="34" charset="0"/>
              </a:defRPr>
            </a:lvl4pPr>
            <a:lvl5pPr marL="2057400" indent="-228600" eaLnBrk="0" hangingPunct="0">
              <a:spcBef>
                <a:spcPct val="20000"/>
              </a:spcBef>
              <a:buFont typeface="Arial" charset="0"/>
              <a:buChar char="»"/>
              <a:defRPr sz="2000">
                <a:solidFill>
                  <a:schemeClr val="tx1"/>
                </a:solidFill>
                <a:latin typeface="Calibri" pitchFamily="34" charset="0"/>
              </a:defRPr>
            </a:lvl5pPr>
            <a:lvl6pPr marL="25146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6pPr>
            <a:lvl7pPr marL="29718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7pPr>
            <a:lvl8pPr marL="34290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8pPr>
            <a:lvl9pPr marL="38862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9pPr>
          </a:lstStyle>
          <a:p>
            <a:pPr algn="ctr" eaLnBrk="1" hangingPunct="1">
              <a:spcBef>
                <a:spcPct val="50000"/>
              </a:spcBef>
              <a:buFontTx/>
              <a:buNone/>
            </a:pPr>
            <a:r>
              <a:rPr lang="es-CO" altLang="es-CO" sz="2200" dirty="0">
                <a:latin typeface="Futura Std Medium" pitchFamily="34" charset="0"/>
              </a:rPr>
              <a:t>Estructura del Modelo – MECI INICIAL y MECI Actualizado</a:t>
            </a:r>
            <a:endParaRPr lang="es-ES" altLang="es-CO" sz="2200" dirty="0">
              <a:latin typeface="Futura Std Medium" pitchFamily="34" charset="0"/>
            </a:endParaRPr>
          </a:p>
        </p:txBody>
      </p:sp>
      <p:pic>
        <p:nvPicPr>
          <p:cNvPr id="27653" name="Picture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4950" y="1397000"/>
            <a:ext cx="4217988" cy="4810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0" name="Picture 2" descr="cid:3479128801_1749866"/>
          <p:cNvPicPr>
            <a:picLocks noChangeAspect="1" noChangeArrowheads="1"/>
          </p:cNvPicPr>
          <p:nvPr/>
        </p:nvPicPr>
        <p:blipFill>
          <a:blip r:embed="rId5" r:link="rId6">
            <a:extLst>
              <a:ext uri="{28A0092B-C50C-407E-A947-70E740481C1C}">
                <a14:useLocalDpi xmlns:a14="http://schemas.microsoft.com/office/drawing/2010/main" val="0"/>
              </a:ext>
            </a:extLst>
          </a:blip>
          <a:srcRect/>
          <a:stretch>
            <a:fillRect/>
          </a:stretch>
        </p:blipFill>
        <p:spPr bwMode="auto">
          <a:xfrm>
            <a:off x="4452938" y="1806575"/>
            <a:ext cx="4591050" cy="4400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5139640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nodeType="clickEffect">
                                  <p:stCondLst>
                                    <p:cond delay="0"/>
                                  </p:stCondLst>
                                  <p:childTnLst>
                                    <p:set>
                                      <p:cBhvr>
                                        <p:cTn id="6" dur="1" fill="hold">
                                          <p:stCondLst>
                                            <p:cond delay="0"/>
                                          </p:stCondLst>
                                        </p:cTn>
                                        <p:tgtEl>
                                          <p:spTgt spid="27653"/>
                                        </p:tgtEl>
                                        <p:attrNameLst>
                                          <p:attrName>style.visibility</p:attrName>
                                        </p:attrNameLst>
                                      </p:cBhvr>
                                      <p:to>
                                        <p:strVal val="visible"/>
                                      </p:to>
                                    </p:set>
                                    <p:animEffect transition="in" filter="wipe(down)">
                                      <p:cBhvr>
                                        <p:cTn id="7" dur="580">
                                          <p:stCondLst>
                                            <p:cond delay="0"/>
                                          </p:stCondLst>
                                        </p:cTn>
                                        <p:tgtEl>
                                          <p:spTgt spid="27653"/>
                                        </p:tgtEl>
                                      </p:cBhvr>
                                    </p:animEffect>
                                    <p:anim calcmode="lin" valueType="num">
                                      <p:cBhvr>
                                        <p:cTn id="8" dur="1822" tmFilter="0,0; 0.14,0.36; 0.43,0.73; 0.71,0.91; 1.0,1.0">
                                          <p:stCondLst>
                                            <p:cond delay="0"/>
                                          </p:stCondLst>
                                        </p:cTn>
                                        <p:tgtEl>
                                          <p:spTgt spid="27653"/>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7653"/>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7653"/>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7653"/>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7653"/>
                                        </p:tgtEl>
                                        <p:attrNameLst>
                                          <p:attrName>ppt_y</p:attrName>
                                        </p:attrNameLst>
                                      </p:cBhvr>
                                      <p:tavLst>
                                        <p:tav tm="0" fmla="#ppt_y-sin(pi*$)/81">
                                          <p:val>
                                            <p:fltVal val="0"/>
                                          </p:val>
                                        </p:tav>
                                        <p:tav tm="100000">
                                          <p:val>
                                            <p:fltVal val="1"/>
                                          </p:val>
                                        </p:tav>
                                      </p:tavLst>
                                    </p:anim>
                                    <p:animScale>
                                      <p:cBhvr>
                                        <p:cTn id="13" dur="26">
                                          <p:stCondLst>
                                            <p:cond delay="650"/>
                                          </p:stCondLst>
                                        </p:cTn>
                                        <p:tgtEl>
                                          <p:spTgt spid="27653"/>
                                        </p:tgtEl>
                                      </p:cBhvr>
                                      <p:to x="100000" y="60000"/>
                                    </p:animScale>
                                    <p:animScale>
                                      <p:cBhvr>
                                        <p:cTn id="14" dur="166" decel="50000">
                                          <p:stCondLst>
                                            <p:cond delay="676"/>
                                          </p:stCondLst>
                                        </p:cTn>
                                        <p:tgtEl>
                                          <p:spTgt spid="27653"/>
                                        </p:tgtEl>
                                      </p:cBhvr>
                                      <p:to x="100000" y="100000"/>
                                    </p:animScale>
                                    <p:animScale>
                                      <p:cBhvr>
                                        <p:cTn id="15" dur="26">
                                          <p:stCondLst>
                                            <p:cond delay="1312"/>
                                          </p:stCondLst>
                                        </p:cTn>
                                        <p:tgtEl>
                                          <p:spTgt spid="27653"/>
                                        </p:tgtEl>
                                      </p:cBhvr>
                                      <p:to x="100000" y="80000"/>
                                    </p:animScale>
                                    <p:animScale>
                                      <p:cBhvr>
                                        <p:cTn id="16" dur="166" decel="50000">
                                          <p:stCondLst>
                                            <p:cond delay="1338"/>
                                          </p:stCondLst>
                                        </p:cTn>
                                        <p:tgtEl>
                                          <p:spTgt spid="27653"/>
                                        </p:tgtEl>
                                      </p:cBhvr>
                                      <p:to x="100000" y="100000"/>
                                    </p:animScale>
                                    <p:animScale>
                                      <p:cBhvr>
                                        <p:cTn id="17" dur="26">
                                          <p:stCondLst>
                                            <p:cond delay="1642"/>
                                          </p:stCondLst>
                                        </p:cTn>
                                        <p:tgtEl>
                                          <p:spTgt spid="27653"/>
                                        </p:tgtEl>
                                      </p:cBhvr>
                                      <p:to x="100000" y="90000"/>
                                    </p:animScale>
                                    <p:animScale>
                                      <p:cBhvr>
                                        <p:cTn id="18" dur="166" decel="50000">
                                          <p:stCondLst>
                                            <p:cond delay="1668"/>
                                          </p:stCondLst>
                                        </p:cTn>
                                        <p:tgtEl>
                                          <p:spTgt spid="27653"/>
                                        </p:tgtEl>
                                      </p:cBhvr>
                                      <p:to x="100000" y="100000"/>
                                    </p:animScale>
                                    <p:animScale>
                                      <p:cBhvr>
                                        <p:cTn id="19" dur="26">
                                          <p:stCondLst>
                                            <p:cond delay="1808"/>
                                          </p:stCondLst>
                                        </p:cTn>
                                        <p:tgtEl>
                                          <p:spTgt spid="27653"/>
                                        </p:tgtEl>
                                      </p:cBhvr>
                                      <p:to x="100000" y="95000"/>
                                    </p:animScale>
                                    <p:animScale>
                                      <p:cBhvr>
                                        <p:cTn id="20" dur="166" decel="50000">
                                          <p:stCondLst>
                                            <p:cond delay="1834"/>
                                          </p:stCondLst>
                                        </p:cTn>
                                        <p:tgtEl>
                                          <p:spTgt spid="27653"/>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21" presetClass="entr" presetSubtype="1" fill="hold" nodeType="clickEffect">
                                  <p:stCondLst>
                                    <p:cond delay="0"/>
                                  </p:stCondLst>
                                  <p:childTnLst>
                                    <p:set>
                                      <p:cBhvr>
                                        <p:cTn id="24" dur="1" fill="hold">
                                          <p:stCondLst>
                                            <p:cond delay="0"/>
                                          </p:stCondLst>
                                        </p:cTn>
                                        <p:tgtEl>
                                          <p:spTgt spid="2050"/>
                                        </p:tgtEl>
                                        <p:attrNameLst>
                                          <p:attrName>style.visibility</p:attrName>
                                        </p:attrNameLst>
                                      </p:cBhvr>
                                      <p:to>
                                        <p:strVal val="visible"/>
                                      </p:to>
                                    </p:set>
                                    <p:animEffect transition="in" filter="wheel(1)">
                                      <p:cBhvr>
                                        <p:cTn id="25" dur="2000"/>
                                        <p:tgtEl>
                                          <p:spTgt spid="20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4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6" name="5 Grupo"/>
          <p:cNvGrpSpPr/>
          <p:nvPr/>
        </p:nvGrpSpPr>
        <p:grpSpPr>
          <a:xfrm>
            <a:off x="0" y="-27383"/>
            <a:ext cx="9144000" cy="6890884"/>
            <a:chOff x="0" y="-27383"/>
            <a:chExt cx="9144000" cy="6890884"/>
          </a:xfrm>
        </p:grpSpPr>
        <p:pic>
          <p:nvPicPr>
            <p:cNvPr id="7"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1"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332818" y="905235"/>
              <a:ext cx="729299" cy="102625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12290" name="Text Box 129"/>
          <p:cNvSpPr txBox="1">
            <a:spLocks noChangeArrowheads="1"/>
          </p:cNvSpPr>
          <p:nvPr/>
        </p:nvSpPr>
        <p:spPr bwMode="auto">
          <a:xfrm>
            <a:off x="36207" y="576492"/>
            <a:ext cx="7954457" cy="4270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spcBef>
                <a:spcPct val="20000"/>
              </a:spcBef>
              <a:buFont typeface="Arial" charset="0"/>
              <a:buChar char="•"/>
              <a:defRPr sz="3200">
                <a:solidFill>
                  <a:schemeClr val="tx1"/>
                </a:solidFill>
                <a:latin typeface="Calibri" pitchFamily="34" charset="0"/>
              </a:defRPr>
            </a:lvl1pPr>
            <a:lvl2pPr marL="742950" indent="-285750" eaLnBrk="0" hangingPunct="0">
              <a:spcBef>
                <a:spcPct val="20000"/>
              </a:spcBef>
              <a:buFont typeface="Arial" charset="0"/>
              <a:buChar char="–"/>
              <a:defRPr sz="2800">
                <a:solidFill>
                  <a:schemeClr val="tx1"/>
                </a:solidFill>
                <a:latin typeface="Calibri" pitchFamily="34" charset="0"/>
              </a:defRPr>
            </a:lvl2pPr>
            <a:lvl3pPr marL="1143000" indent="-228600" eaLnBrk="0" hangingPunct="0">
              <a:spcBef>
                <a:spcPct val="20000"/>
              </a:spcBef>
              <a:buFont typeface="Arial" charset="0"/>
              <a:buChar char="•"/>
              <a:defRPr sz="2400">
                <a:solidFill>
                  <a:schemeClr val="tx1"/>
                </a:solidFill>
                <a:latin typeface="Calibri" pitchFamily="34" charset="0"/>
              </a:defRPr>
            </a:lvl3pPr>
            <a:lvl4pPr marL="1600200" indent="-228600" eaLnBrk="0" hangingPunct="0">
              <a:spcBef>
                <a:spcPct val="20000"/>
              </a:spcBef>
              <a:buFont typeface="Arial" charset="0"/>
              <a:buChar char="–"/>
              <a:defRPr sz="2000">
                <a:solidFill>
                  <a:schemeClr val="tx1"/>
                </a:solidFill>
                <a:latin typeface="Calibri" pitchFamily="34" charset="0"/>
              </a:defRPr>
            </a:lvl4pPr>
            <a:lvl5pPr marL="2057400" indent="-228600" eaLnBrk="0" hangingPunct="0">
              <a:spcBef>
                <a:spcPct val="20000"/>
              </a:spcBef>
              <a:buFont typeface="Arial" charset="0"/>
              <a:buChar char="»"/>
              <a:defRPr sz="2000">
                <a:solidFill>
                  <a:schemeClr val="tx1"/>
                </a:solidFill>
                <a:latin typeface="Calibri" pitchFamily="34" charset="0"/>
              </a:defRPr>
            </a:lvl5pPr>
            <a:lvl6pPr marL="25146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6pPr>
            <a:lvl7pPr marL="29718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7pPr>
            <a:lvl8pPr marL="34290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8pPr>
            <a:lvl9pPr marL="3886200" indent="-228600" defTabSz="457200" eaLnBrk="0" fontAlgn="base" hangingPunct="0">
              <a:spcBef>
                <a:spcPct val="20000"/>
              </a:spcBef>
              <a:spcAft>
                <a:spcPct val="0"/>
              </a:spcAft>
              <a:buFont typeface="Arial" charset="0"/>
              <a:buChar char="»"/>
              <a:defRPr sz="2000">
                <a:solidFill>
                  <a:schemeClr val="tx1"/>
                </a:solidFill>
                <a:latin typeface="Calibri" pitchFamily="34" charset="0"/>
              </a:defRPr>
            </a:lvl9pPr>
          </a:lstStyle>
          <a:p>
            <a:pPr algn="ctr" eaLnBrk="1" hangingPunct="1">
              <a:spcBef>
                <a:spcPct val="50000"/>
              </a:spcBef>
              <a:buFontTx/>
              <a:buNone/>
            </a:pPr>
            <a:r>
              <a:rPr lang="es-CO" altLang="es-CO" sz="2200" dirty="0">
                <a:latin typeface="Futura Std Medium" pitchFamily="34" charset="0"/>
              </a:rPr>
              <a:t>Estructura del Modelo – MECI INICIAL y MECI Actualizado</a:t>
            </a:r>
            <a:endParaRPr lang="es-ES" altLang="es-CO" sz="2200" dirty="0">
              <a:latin typeface="Futura Std Medium" pitchFamily="34" charset="0"/>
            </a:endParaRPr>
          </a:p>
        </p:txBody>
      </p:sp>
      <p:pic>
        <p:nvPicPr>
          <p:cNvPr id="27653" name="Picture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3062" y="1397000"/>
            <a:ext cx="4124532" cy="47035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5" name="Picture 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23610" y="1931492"/>
            <a:ext cx="4258812" cy="45102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6967288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nodeType="clickEffect">
                                  <p:stCondLst>
                                    <p:cond delay="0"/>
                                  </p:stCondLst>
                                  <p:childTnLst>
                                    <p:set>
                                      <p:cBhvr>
                                        <p:cTn id="6" dur="1" fill="hold">
                                          <p:stCondLst>
                                            <p:cond delay="0"/>
                                          </p:stCondLst>
                                        </p:cTn>
                                        <p:tgtEl>
                                          <p:spTgt spid="27653"/>
                                        </p:tgtEl>
                                        <p:attrNameLst>
                                          <p:attrName>style.visibility</p:attrName>
                                        </p:attrNameLst>
                                      </p:cBhvr>
                                      <p:to>
                                        <p:strVal val="visible"/>
                                      </p:to>
                                    </p:set>
                                    <p:animEffect transition="in" filter="wipe(down)">
                                      <p:cBhvr>
                                        <p:cTn id="7" dur="580">
                                          <p:stCondLst>
                                            <p:cond delay="0"/>
                                          </p:stCondLst>
                                        </p:cTn>
                                        <p:tgtEl>
                                          <p:spTgt spid="27653"/>
                                        </p:tgtEl>
                                      </p:cBhvr>
                                    </p:animEffect>
                                    <p:anim calcmode="lin" valueType="num">
                                      <p:cBhvr>
                                        <p:cTn id="8" dur="1822" tmFilter="0,0; 0.14,0.36; 0.43,0.73; 0.71,0.91; 1.0,1.0">
                                          <p:stCondLst>
                                            <p:cond delay="0"/>
                                          </p:stCondLst>
                                        </p:cTn>
                                        <p:tgtEl>
                                          <p:spTgt spid="27653"/>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7653"/>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7653"/>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7653"/>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7653"/>
                                        </p:tgtEl>
                                        <p:attrNameLst>
                                          <p:attrName>ppt_y</p:attrName>
                                        </p:attrNameLst>
                                      </p:cBhvr>
                                      <p:tavLst>
                                        <p:tav tm="0" fmla="#ppt_y-sin(pi*$)/81">
                                          <p:val>
                                            <p:fltVal val="0"/>
                                          </p:val>
                                        </p:tav>
                                        <p:tav tm="100000">
                                          <p:val>
                                            <p:fltVal val="1"/>
                                          </p:val>
                                        </p:tav>
                                      </p:tavLst>
                                    </p:anim>
                                    <p:animScale>
                                      <p:cBhvr>
                                        <p:cTn id="13" dur="26">
                                          <p:stCondLst>
                                            <p:cond delay="650"/>
                                          </p:stCondLst>
                                        </p:cTn>
                                        <p:tgtEl>
                                          <p:spTgt spid="27653"/>
                                        </p:tgtEl>
                                      </p:cBhvr>
                                      <p:to x="100000" y="60000"/>
                                    </p:animScale>
                                    <p:animScale>
                                      <p:cBhvr>
                                        <p:cTn id="14" dur="166" decel="50000">
                                          <p:stCondLst>
                                            <p:cond delay="676"/>
                                          </p:stCondLst>
                                        </p:cTn>
                                        <p:tgtEl>
                                          <p:spTgt spid="27653"/>
                                        </p:tgtEl>
                                      </p:cBhvr>
                                      <p:to x="100000" y="100000"/>
                                    </p:animScale>
                                    <p:animScale>
                                      <p:cBhvr>
                                        <p:cTn id="15" dur="26">
                                          <p:stCondLst>
                                            <p:cond delay="1312"/>
                                          </p:stCondLst>
                                        </p:cTn>
                                        <p:tgtEl>
                                          <p:spTgt spid="27653"/>
                                        </p:tgtEl>
                                      </p:cBhvr>
                                      <p:to x="100000" y="80000"/>
                                    </p:animScale>
                                    <p:animScale>
                                      <p:cBhvr>
                                        <p:cTn id="16" dur="166" decel="50000">
                                          <p:stCondLst>
                                            <p:cond delay="1338"/>
                                          </p:stCondLst>
                                        </p:cTn>
                                        <p:tgtEl>
                                          <p:spTgt spid="27653"/>
                                        </p:tgtEl>
                                      </p:cBhvr>
                                      <p:to x="100000" y="100000"/>
                                    </p:animScale>
                                    <p:animScale>
                                      <p:cBhvr>
                                        <p:cTn id="17" dur="26">
                                          <p:stCondLst>
                                            <p:cond delay="1642"/>
                                          </p:stCondLst>
                                        </p:cTn>
                                        <p:tgtEl>
                                          <p:spTgt spid="27653"/>
                                        </p:tgtEl>
                                      </p:cBhvr>
                                      <p:to x="100000" y="90000"/>
                                    </p:animScale>
                                    <p:animScale>
                                      <p:cBhvr>
                                        <p:cTn id="18" dur="166" decel="50000">
                                          <p:stCondLst>
                                            <p:cond delay="1668"/>
                                          </p:stCondLst>
                                        </p:cTn>
                                        <p:tgtEl>
                                          <p:spTgt spid="27653"/>
                                        </p:tgtEl>
                                      </p:cBhvr>
                                      <p:to x="100000" y="100000"/>
                                    </p:animScale>
                                    <p:animScale>
                                      <p:cBhvr>
                                        <p:cTn id="19" dur="26">
                                          <p:stCondLst>
                                            <p:cond delay="1808"/>
                                          </p:stCondLst>
                                        </p:cTn>
                                        <p:tgtEl>
                                          <p:spTgt spid="27653"/>
                                        </p:tgtEl>
                                      </p:cBhvr>
                                      <p:to x="100000" y="95000"/>
                                    </p:animScale>
                                    <p:animScale>
                                      <p:cBhvr>
                                        <p:cTn id="20" dur="166" decel="50000">
                                          <p:stCondLst>
                                            <p:cond delay="1834"/>
                                          </p:stCondLst>
                                        </p:cTn>
                                        <p:tgtEl>
                                          <p:spTgt spid="27653"/>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3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5" name="4 Grupo"/>
          <p:cNvGrpSpPr/>
          <p:nvPr/>
        </p:nvGrpSpPr>
        <p:grpSpPr>
          <a:xfrm>
            <a:off x="0" y="-27383"/>
            <a:ext cx="9144000" cy="6890884"/>
            <a:chOff x="0" y="-27383"/>
            <a:chExt cx="9144000" cy="6890884"/>
          </a:xfrm>
        </p:grpSpPr>
        <p:pic>
          <p:nvPicPr>
            <p:cNvPr id="7"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1"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3315" name="4 Marcador de contenido"/>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0148" y="1476362"/>
            <a:ext cx="7727950" cy="410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5 Rectángulo redondeado"/>
          <p:cNvSpPr/>
          <p:nvPr/>
        </p:nvSpPr>
        <p:spPr>
          <a:xfrm>
            <a:off x="3924481" y="287536"/>
            <a:ext cx="4062412"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Cambios estructura</a:t>
            </a:r>
            <a:endParaRPr lang="es-CO" sz="2800" dirty="0"/>
          </a:p>
        </p:txBody>
      </p:sp>
    </p:spTree>
    <p:extLst>
      <p:ext uri="{BB962C8B-B14F-4D97-AF65-F5344CB8AC3E}">
        <p14:creationId xmlns:p14="http://schemas.microsoft.com/office/powerpoint/2010/main" val="137947593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3315"/>
                                        </p:tgtEl>
                                        <p:attrNameLst>
                                          <p:attrName>style.visibility</p:attrName>
                                        </p:attrNameLst>
                                      </p:cBhvr>
                                      <p:to>
                                        <p:strVal val="visible"/>
                                      </p:to>
                                    </p:set>
                                    <p:animEffect transition="in" filter="wipe(down)">
                                      <p:cBhvr>
                                        <p:cTn id="7" dur="500"/>
                                        <p:tgtEl>
                                          <p:spTgt spid="133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7" name="76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82" name="81 Grupo"/>
          <p:cNvGrpSpPr/>
          <p:nvPr/>
        </p:nvGrpSpPr>
        <p:grpSpPr>
          <a:xfrm>
            <a:off x="0" y="-27383"/>
            <a:ext cx="9144000" cy="6890884"/>
            <a:chOff x="0" y="-27383"/>
            <a:chExt cx="9144000" cy="6890884"/>
          </a:xfrm>
        </p:grpSpPr>
        <p:pic>
          <p:nvPicPr>
            <p:cNvPr id="83"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4" name="83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5" name="84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6" name="85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87"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20" name="Rectangle 4"/>
          <p:cNvSpPr>
            <a:spLocks noChangeArrowheads="1"/>
          </p:cNvSpPr>
          <p:nvPr/>
        </p:nvSpPr>
        <p:spPr bwMode="auto">
          <a:xfrm>
            <a:off x="6173090" y="373507"/>
            <a:ext cx="1631950" cy="236326"/>
          </a:xfrm>
          <a:prstGeom prst="rect">
            <a:avLst/>
          </a:prstGeom>
          <a:noFill/>
          <a:ln w="9525">
            <a:noFill/>
            <a:miter lim="800000"/>
            <a:headEnd/>
            <a:tailEnd/>
          </a:ln>
        </p:spPr>
        <p:txBody>
          <a:bodyPr/>
          <a:lstStyle/>
          <a:p>
            <a:endParaRPr lang="es-CO" sz="2000"/>
          </a:p>
        </p:txBody>
      </p:sp>
      <p:sp>
        <p:nvSpPr>
          <p:cNvPr id="22" name="Rectangle 6"/>
          <p:cNvSpPr>
            <a:spLocks noChangeArrowheads="1"/>
          </p:cNvSpPr>
          <p:nvPr/>
        </p:nvSpPr>
        <p:spPr bwMode="auto">
          <a:xfrm>
            <a:off x="6173090" y="373507"/>
            <a:ext cx="1631950" cy="236326"/>
          </a:xfrm>
          <a:prstGeom prst="rect">
            <a:avLst/>
          </a:prstGeom>
          <a:noFill/>
          <a:ln w="9525">
            <a:noFill/>
            <a:miter lim="800000"/>
            <a:headEnd/>
            <a:tailEnd/>
          </a:ln>
        </p:spPr>
        <p:txBody>
          <a:bodyPr/>
          <a:lstStyle/>
          <a:p>
            <a:endParaRPr lang="es-CO" sz="2000"/>
          </a:p>
        </p:txBody>
      </p:sp>
      <p:sp>
        <p:nvSpPr>
          <p:cNvPr id="24" name="Rectangle 8"/>
          <p:cNvSpPr>
            <a:spLocks noChangeArrowheads="1"/>
          </p:cNvSpPr>
          <p:nvPr/>
        </p:nvSpPr>
        <p:spPr bwMode="auto">
          <a:xfrm>
            <a:off x="3950590" y="741807"/>
            <a:ext cx="1682750" cy="394388"/>
          </a:xfrm>
          <a:prstGeom prst="rect">
            <a:avLst/>
          </a:prstGeom>
          <a:solidFill>
            <a:srgbClr val="000099"/>
          </a:solidFill>
          <a:ln w="9525">
            <a:noFill/>
            <a:miter lim="800000"/>
            <a:headEnd/>
            <a:tailEnd/>
          </a:ln>
        </p:spPr>
        <p:txBody>
          <a:bodyPr/>
          <a:lstStyle/>
          <a:p>
            <a:endParaRPr lang="es-CO" sz="2000"/>
          </a:p>
        </p:txBody>
      </p:sp>
      <p:sp>
        <p:nvSpPr>
          <p:cNvPr id="25" name="Rectangle 9"/>
          <p:cNvSpPr>
            <a:spLocks noChangeArrowheads="1"/>
          </p:cNvSpPr>
          <p:nvPr/>
        </p:nvSpPr>
        <p:spPr bwMode="auto">
          <a:xfrm>
            <a:off x="4315715" y="497808"/>
            <a:ext cx="1466850" cy="236326"/>
          </a:xfrm>
          <a:prstGeom prst="rect">
            <a:avLst/>
          </a:prstGeom>
          <a:noFill/>
          <a:ln w="9525">
            <a:noFill/>
            <a:miter lim="800000"/>
            <a:headEnd/>
            <a:tailEnd/>
          </a:ln>
        </p:spPr>
        <p:txBody>
          <a:bodyPr/>
          <a:lstStyle/>
          <a:p>
            <a:endParaRPr lang="es-CO" sz="2000"/>
          </a:p>
        </p:txBody>
      </p:sp>
      <p:sp>
        <p:nvSpPr>
          <p:cNvPr id="26" name="Rectangle 10"/>
          <p:cNvSpPr>
            <a:spLocks noChangeArrowheads="1"/>
          </p:cNvSpPr>
          <p:nvPr/>
        </p:nvSpPr>
        <p:spPr bwMode="auto">
          <a:xfrm>
            <a:off x="4315715" y="497808"/>
            <a:ext cx="1466850" cy="236326"/>
          </a:xfrm>
          <a:prstGeom prst="rect">
            <a:avLst/>
          </a:prstGeom>
          <a:noFill/>
          <a:ln w="9525">
            <a:noFill/>
            <a:miter lim="800000"/>
            <a:headEnd/>
            <a:tailEnd/>
          </a:ln>
        </p:spPr>
        <p:txBody>
          <a:bodyPr/>
          <a:lstStyle/>
          <a:p>
            <a:endParaRPr lang="es-CO" sz="2000"/>
          </a:p>
        </p:txBody>
      </p:sp>
      <p:sp>
        <p:nvSpPr>
          <p:cNvPr id="27" name="Rectangle 11"/>
          <p:cNvSpPr>
            <a:spLocks noChangeArrowheads="1"/>
          </p:cNvSpPr>
          <p:nvPr/>
        </p:nvSpPr>
        <p:spPr bwMode="auto">
          <a:xfrm>
            <a:off x="5958778" y="474789"/>
            <a:ext cx="3128963" cy="687493"/>
          </a:xfrm>
          <a:prstGeom prst="rect">
            <a:avLst/>
          </a:prstGeom>
          <a:solidFill>
            <a:srgbClr val="FFCC00"/>
          </a:solidFill>
          <a:ln w="9525">
            <a:noFill/>
            <a:miter lim="800000"/>
            <a:headEnd/>
            <a:tailEnd/>
          </a:ln>
        </p:spPr>
        <p:txBody>
          <a:bodyPr/>
          <a:lstStyle/>
          <a:p>
            <a:endParaRPr lang="es-CO" sz="2000"/>
          </a:p>
        </p:txBody>
      </p:sp>
      <p:sp>
        <p:nvSpPr>
          <p:cNvPr id="28" name="Rectangle 12"/>
          <p:cNvSpPr>
            <a:spLocks noChangeArrowheads="1"/>
          </p:cNvSpPr>
          <p:nvPr/>
        </p:nvSpPr>
        <p:spPr bwMode="auto">
          <a:xfrm>
            <a:off x="5919090" y="543846"/>
            <a:ext cx="3128963" cy="589280"/>
          </a:xfrm>
          <a:prstGeom prst="rect">
            <a:avLst/>
          </a:prstGeom>
          <a:noFill/>
          <a:ln w="9525">
            <a:noFill/>
            <a:miter lim="800000"/>
            <a:headEnd/>
            <a:tailEnd/>
          </a:ln>
        </p:spPr>
        <p:txBody>
          <a:bodyPr lIns="0" tIns="0" rIns="0" bIns="0">
            <a:spAutoFit/>
          </a:bodyPr>
          <a:lstStyle/>
          <a:p>
            <a:pPr marL="171450" indent="-84138" algn="just">
              <a:buFontTx/>
              <a:buChar char="•"/>
            </a:pPr>
            <a:r>
              <a:rPr lang="es-ES" sz="1000" dirty="0">
                <a:solidFill>
                  <a:srgbClr val="000099"/>
                </a:solidFill>
                <a:latin typeface="Century Gothic" pitchFamily="34" charset="0"/>
              </a:rPr>
              <a:t>ACUERDOS, COMPROMISOS O PROTOCOLOS  </a:t>
            </a:r>
            <a:r>
              <a:rPr lang="es-CO" sz="1000" dirty="0">
                <a:solidFill>
                  <a:srgbClr val="000099"/>
                </a:solidFill>
                <a:latin typeface="Century Gothic" pitchFamily="34" charset="0"/>
              </a:rPr>
              <a:t>É</a:t>
            </a:r>
            <a:r>
              <a:rPr lang="es-ES" sz="1000" dirty="0">
                <a:solidFill>
                  <a:srgbClr val="000099"/>
                </a:solidFill>
                <a:latin typeface="Century Gothic" pitchFamily="34" charset="0"/>
              </a:rPr>
              <a:t>TICOS. </a:t>
            </a:r>
            <a:endParaRPr lang="es-CO" sz="1000" dirty="0">
              <a:solidFill>
                <a:srgbClr val="000099"/>
              </a:solidFill>
              <a:latin typeface="Century Gothic" pitchFamily="34" charset="0"/>
            </a:endParaRPr>
          </a:p>
          <a:p>
            <a:pPr marL="171450" indent="-84138" algn="just">
              <a:buFontTx/>
              <a:buChar char="•"/>
            </a:pPr>
            <a:r>
              <a:rPr lang="es-ES" sz="1000" dirty="0">
                <a:solidFill>
                  <a:srgbClr val="000099"/>
                </a:solidFill>
                <a:latin typeface="Century Gothic" pitchFamily="34" charset="0"/>
              </a:rPr>
              <a:t>DESARROLLO DEL TALENTO HUMANO.</a:t>
            </a:r>
            <a:endParaRPr lang="es-CO" sz="1000" dirty="0">
              <a:solidFill>
                <a:srgbClr val="000099"/>
              </a:solidFill>
              <a:latin typeface="Century Gothic" pitchFamily="34" charset="0"/>
            </a:endParaRPr>
          </a:p>
          <a:p>
            <a:pPr marL="171450" indent="-84138" algn="just">
              <a:buFontTx/>
              <a:buChar char="•"/>
            </a:pPr>
            <a:r>
              <a:rPr lang="es-ES" sz="1000" dirty="0">
                <a:solidFill>
                  <a:srgbClr val="000099"/>
                </a:solidFill>
                <a:latin typeface="Century Gothic" pitchFamily="34" charset="0"/>
              </a:rPr>
              <a:t>ESTILO DE DIRECCI</a:t>
            </a:r>
            <a:r>
              <a:rPr lang="es-CO" sz="1000" dirty="0">
                <a:solidFill>
                  <a:srgbClr val="000099"/>
                </a:solidFill>
                <a:latin typeface="Century Gothic" pitchFamily="34" charset="0"/>
              </a:rPr>
              <a:t>Ó</a:t>
            </a:r>
            <a:r>
              <a:rPr lang="es-ES" sz="1000" dirty="0">
                <a:solidFill>
                  <a:srgbClr val="000099"/>
                </a:solidFill>
                <a:latin typeface="Century Gothic" pitchFamily="34" charset="0"/>
              </a:rPr>
              <a:t>N.</a:t>
            </a:r>
          </a:p>
        </p:txBody>
      </p:sp>
      <p:sp>
        <p:nvSpPr>
          <p:cNvPr id="29" name="Rectangle 13"/>
          <p:cNvSpPr>
            <a:spLocks noChangeArrowheads="1"/>
          </p:cNvSpPr>
          <p:nvPr/>
        </p:nvSpPr>
        <p:spPr bwMode="auto">
          <a:xfrm>
            <a:off x="5958778" y="1211390"/>
            <a:ext cx="3128963" cy="515620"/>
          </a:xfrm>
          <a:prstGeom prst="rect">
            <a:avLst/>
          </a:prstGeom>
          <a:solidFill>
            <a:srgbClr val="FFCC00"/>
          </a:solidFill>
          <a:ln w="9525">
            <a:noFill/>
            <a:miter lim="800000"/>
            <a:headEnd/>
            <a:tailEnd/>
          </a:ln>
        </p:spPr>
        <p:txBody>
          <a:bodyPr/>
          <a:lstStyle/>
          <a:p>
            <a:endParaRPr lang="es-CO" sz="2000"/>
          </a:p>
        </p:txBody>
      </p:sp>
      <p:sp>
        <p:nvSpPr>
          <p:cNvPr id="30" name="Rectangle 14"/>
          <p:cNvSpPr>
            <a:spLocks noChangeArrowheads="1"/>
          </p:cNvSpPr>
          <p:nvPr/>
        </p:nvSpPr>
        <p:spPr bwMode="auto">
          <a:xfrm>
            <a:off x="5938140" y="1773047"/>
            <a:ext cx="3128963" cy="883920"/>
          </a:xfrm>
          <a:prstGeom prst="rect">
            <a:avLst/>
          </a:prstGeom>
          <a:solidFill>
            <a:srgbClr val="FFCC00"/>
          </a:solidFill>
          <a:ln w="9525">
            <a:noFill/>
            <a:miter lim="800000"/>
            <a:headEnd/>
            <a:tailEnd/>
          </a:ln>
        </p:spPr>
        <p:txBody>
          <a:bodyPr/>
          <a:lstStyle/>
          <a:p>
            <a:endParaRPr lang="es-CO" sz="2000"/>
          </a:p>
        </p:txBody>
      </p:sp>
      <p:sp>
        <p:nvSpPr>
          <p:cNvPr id="31" name="Line 22"/>
          <p:cNvSpPr>
            <a:spLocks noChangeShapeType="1"/>
          </p:cNvSpPr>
          <p:nvPr/>
        </p:nvSpPr>
        <p:spPr bwMode="auto">
          <a:xfrm flipV="1">
            <a:off x="5633340" y="892196"/>
            <a:ext cx="325438" cy="0"/>
          </a:xfrm>
          <a:prstGeom prst="line">
            <a:avLst/>
          </a:prstGeom>
          <a:noFill/>
          <a:ln w="9525">
            <a:solidFill>
              <a:schemeClr val="tx1"/>
            </a:solidFill>
            <a:round/>
            <a:headEnd/>
            <a:tailEnd type="triangle" w="med" len="med"/>
          </a:ln>
        </p:spPr>
        <p:txBody>
          <a:bodyPr/>
          <a:lstStyle/>
          <a:p>
            <a:endParaRPr lang="es-CO"/>
          </a:p>
        </p:txBody>
      </p:sp>
      <p:sp>
        <p:nvSpPr>
          <p:cNvPr id="32" name="Rectangle 24"/>
          <p:cNvSpPr>
            <a:spLocks noChangeArrowheads="1"/>
          </p:cNvSpPr>
          <p:nvPr/>
        </p:nvSpPr>
        <p:spPr bwMode="auto">
          <a:xfrm>
            <a:off x="1645683" y="1169956"/>
            <a:ext cx="1609725" cy="695166"/>
          </a:xfrm>
          <a:prstGeom prst="rect">
            <a:avLst/>
          </a:prstGeom>
          <a:solidFill>
            <a:srgbClr val="FFCC00"/>
          </a:solidFill>
          <a:ln w="9525">
            <a:noFill/>
            <a:miter lim="800000"/>
            <a:headEnd/>
            <a:tailEnd/>
          </a:ln>
        </p:spPr>
        <p:txBody>
          <a:bodyPr/>
          <a:lstStyle/>
          <a:p>
            <a:endParaRPr lang="es-CO" sz="2000"/>
          </a:p>
        </p:txBody>
      </p:sp>
      <p:sp>
        <p:nvSpPr>
          <p:cNvPr id="33" name="Rectangle 25"/>
          <p:cNvSpPr>
            <a:spLocks noChangeArrowheads="1"/>
          </p:cNvSpPr>
          <p:nvPr/>
        </p:nvSpPr>
        <p:spPr bwMode="auto">
          <a:xfrm>
            <a:off x="1659538" y="1257427"/>
            <a:ext cx="1576388" cy="487998"/>
          </a:xfrm>
          <a:prstGeom prst="rect">
            <a:avLst/>
          </a:prstGeom>
          <a:noFill/>
          <a:ln w="9525">
            <a:noFill/>
            <a:miter lim="800000"/>
            <a:headEnd/>
            <a:tailEnd/>
          </a:ln>
        </p:spPr>
        <p:txBody>
          <a:bodyPr lIns="0" tIns="0" rIns="0" bIns="0">
            <a:spAutoFit/>
          </a:bodyPr>
          <a:lstStyle/>
          <a:p>
            <a:pPr algn="ctr"/>
            <a:r>
              <a:rPr lang="es-CO" sz="1100" dirty="0">
                <a:solidFill>
                  <a:srgbClr val="333399"/>
                </a:solidFill>
                <a:latin typeface="Arial Black" pitchFamily="34" charset="0"/>
              </a:rPr>
              <a:t>1. SUBSISTEMA DE CONTROL ESTRATÉGICO</a:t>
            </a:r>
            <a:endParaRPr lang="es-ES" sz="1100" dirty="0">
              <a:solidFill>
                <a:srgbClr val="333399"/>
              </a:solidFill>
              <a:latin typeface="Arial Black" pitchFamily="34" charset="0"/>
            </a:endParaRPr>
          </a:p>
        </p:txBody>
      </p:sp>
      <p:sp>
        <p:nvSpPr>
          <p:cNvPr id="34" name="Rectangle 26"/>
          <p:cNvSpPr>
            <a:spLocks noChangeArrowheads="1"/>
          </p:cNvSpPr>
          <p:nvPr/>
        </p:nvSpPr>
        <p:spPr bwMode="auto">
          <a:xfrm>
            <a:off x="1691578" y="3398171"/>
            <a:ext cx="1652588" cy="696701"/>
          </a:xfrm>
          <a:prstGeom prst="rect">
            <a:avLst/>
          </a:prstGeom>
          <a:solidFill>
            <a:srgbClr val="FFCC00"/>
          </a:solidFill>
          <a:ln w="9525">
            <a:noFill/>
            <a:miter lim="800000"/>
            <a:headEnd/>
            <a:tailEnd/>
          </a:ln>
        </p:spPr>
        <p:txBody>
          <a:bodyPr/>
          <a:lstStyle/>
          <a:p>
            <a:endParaRPr lang="es-CO" sz="2000"/>
          </a:p>
        </p:txBody>
      </p:sp>
      <p:sp>
        <p:nvSpPr>
          <p:cNvPr id="35" name="Rectangle 27"/>
          <p:cNvSpPr>
            <a:spLocks noChangeArrowheads="1"/>
          </p:cNvSpPr>
          <p:nvPr/>
        </p:nvSpPr>
        <p:spPr bwMode="auto">
          <a:xfrm>
            <a:off x="1701103" y="3467227"/>
            <a:ext cx="1576388" cy="487998"/>
          </a:xfrm>
          <a:prstGeom prst="rect">
            <a:avLst/>
          </a:prstGeom>
          <a:noFill/>
          <a:ln w="9525">
            <a:noFill/>
            <a:miter lim="800000"/>
            <a:headEnd/>
            <a:tailEnd/>
          </a:ln>
        </p:spPr>
        <p:txBody>
          <a:bodyPr lIns="0" tIns="0" rIns="0" bIns="0">
            <a:spAutoFit/>
          </a:bodyPr>
          <a:lstStyle/>
          <a:p>
            <a:pPr algn="ctr"/>
            <a:r>
              <a:rPr lang="es-CO" sz="1100" dirty="0">
                <a:solidFill>
                  <a:srgbClr val="333399"/>
                </a:solidFill>
                <a:latin typeface="Arial Black" pitchFamily="34" charset="0"/>
              </a:rPr>
              <a:t>2. SUBSISTEMA DE CONTROL DE GESTIÓN</a:t>
            </a:r>
            <a:endParaRPr lang="es-ES" sz="1100" dirty="0">
              <a:solidFill>
                <a:srgbClr val="333399"/>
              </a:solidFill>
              <a:latin typeface="Arial Black" pitchFamily="34" charset="0"/>
            </a:endParaRPr>
          </a:p>
        </p:txBody>
      </p:sp>
      <p:sp>
        <p:nvSpPr>
          <p:cNvPr id="36" name="Rectangle 28"/>
          <p:cNvSpPr>
            <a:spLocks noChangeArrowheads="1"/>
          </p:cNvSpPr>
          <p:nvPr/>
        </p:nvSpPr>
        <p:spPr bwMode="auto">
          <a:xfrm>
            <a:off x="1669353" y="5485205"/>
            <a:ext cx="1674813" cy="718185"/>
          </a:xfrm>
          <a:prstGeom prst="rect">
            <a:avLst/>
          </a:prstGeom>
          <a:solidFill>
            <a:srgbClr val="FFCC00"/>
          </a:solidFill>
          <a:ln w="9525">
            <a:noFill/>
            <a:miter lim="800000"/>
            <a:headEnd/>
            <a:tailEnd/>
          </a:ln>
        </p:spPr>
        <p:txBody>
          <a:bodyPr/>
          <a:lstStyle/>
          <a:p>
            <a:endParaRPr lang="es-CO" sz="2000"/>
          </a:p>
        </p:txBody>
      </p:sp>
      <p:sp>
        <p:nvSpPr>
          <p:cNvPr id="37" name="Rectangle 29"/>
          <p:cNvSpPr>
            <a:spLocks noChangeArrowheads="1"/>
          </p:cNvSpPr>
          <p:nvPr/>
        </p:nvSpPr>
        <p:spPr bwMode="auto">
          <a:xfrm>
            <a:off x="1701103" y="5607972"/>
            <a:ext cx="1576388" cy="487998"/>
          </a:xfrm>
          <a:prstGeom prst="rect">
            <a:avLst/>
          </a:prstGeom>
          <a:noFill/>
          <a:ln w="9525">
            <a:noFill/>
            <a:miter lim="800000"/>
            <a:headEnd/>
            <a:tailEnd/>
          </a:ln>
        </p:spPr>
        <p:txBody>
          <a:bodyPr lIns="0" tIns="0" rIns="0" bIns="0">
            <a:spAutoFit/>
          </a:bodyPr>
          <a:lstStyle/>
          <a:p>
            <a:pPr algn="ctr"/>
            <a:r>
              <a:rPr lang="es-CO" sz="1100">
                <a:solidFill>
                  <a:srgbClr val="333399"/>
                </a:solidFill>
                <a:latin typeface="Arial Black" pitchFamily="34" charset="0"/>
              </a:rPr>
              <a:t>3. SUBSISTEMA DE CONTROL DE EVALUACIÓN</a:t>
            </a:r>
            <a:endParaRPr lang="es-ES" sz="1100">
              <a:solidFill>
                <a:srgbClr val="333399"/>
              </a:solidFill>
              <a:latin typeface="Arial Black" pitchFamily="34" charset="0"/>
            </a:endParaRPr>
          </a:p>
        </p:txBody>
      </p:sp>
      <p:sp>
        <p:nvSpPr>
          <p:cNvPr id="38" name="Text Box 33"/>
          <p:cNvSpPr txBox="1">
            <a:spLocks noChangeArrowheads="1"/>
          </p:cNvSpPr>
          <p:nvPr/>
        </p:nvSpPr>
        <p:spPr bwMode="auto">
          <a:xfrm>
            <a:off x="4018853" y="741807"/>
            <a:ext cx="1550988" cy="414338"/>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1.1. AMBIENTE DE CONTROL.</a:t>
            </a:r>
            <a:endParaRPr lang="es-ES" sz="1100" dirty="0">
              <a:solidFill>
                <a:srgbClr val="FFCC00"/>
              </a:solidFill>
              <a:latin typeface="Century Gothic" pitchFamily="34" charset="0"/>
            </a:endParaRPr>
          </a:p>
        </p:txBody>
      </p:sp>
      <p:sp>
        <p:nvSpPr>
          <p:cNvPr id="39" name="Rectangle 34"/>
          <p:cNvSpPr>
            <a:spLocks noChangeArrowheads="1"/>
          </p:cNvSpPr>
          <p:nvPr/>
        </p:nvSpPr>
        <p:spPr bwMode="auto">
          <a:xfrm>
            <a:off x="3950590" y="1285050"/>
            <a:ext cx="1682750" cy="511016"/>
          </a:xfrm>
          <a:prstGeom prst="rect">
            <a:avLst/>
          </a:prstGeom>
          <a:solidFill>
            <a:srgbClr val="000099"/>
          </a:solidFill>
          <a:ln w="9525">
            <a:noFill/>
            <a:miter lim="800000"/>
            <a:headEnd/>
            <a:tailEnd/>
          </a:ln>
        </p:spPr>
        <p:txBody>
          <a:bodyPr/>
          <a:lstStyle/>
          <a:p>
            <a:endParaRPr lang="es-CO" sz="2000"/>
          </a:p>
        </p:txBody>
      </p:sp>
      <p:sp>
        <p:nvSpPr>
          <p:cNvPr id="40" name="Text Box 35"/>
          <p:cNvSpPr txBox="1">
            <a:spLocks noChangeArrowheads="1"/>
          </p:cNvSpPr>
          <p:nvPr/>
        </p:nvSpPr>
        <p:spPr bwMode="auto">
          <a:xfrm>
            <a:off x="3844228" y="1243616"/>
            <a:ext cx="1857375" cy="415872"/>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1.2. DIRECCIONAMIENTO ESTRATÉGICO.</a:t>
            </a:r>
            <a:endParaRPr lang="es-ES" sz="1100" dirty="0">
              <a:solidFill>
                <a:srgbClr val="FFCC00"/>
              </a:solidFill>
              <a:latin typeface="Century Gothic" pitchFamily="34" charset="0"/>
            </a:endParaRPr>
          </a:p>
        </p:txBody>
      </p:sp>
      <p:sp>
        <p:nvSpPr>
          <p:cNvPr id="41" name="Rectangle 36"/>
          <p:cNvSpPr>
            <a:spLocks noChangeArrowheads="1"/>
          </p:cNvSpPr>
          <p:nvPr/>
        </p:nvSpPr>
        <p:spPr bwMode="auto">
          <a:xfrm>
            <a:off x="3950590" y="2021650"/>
            <a:ext cx="1679575" cy="610764"/>
          </a:xfrm>
          <a:prstGeom prst="rect">
            <a:avLst/>
          </a:prstGeom>
          <a:solidFill>
            <a:srgbClr val="000099"/>
          </a:solidFill>
          <a:ln w="9525">
            <a:noFill/>
            <a:miter lim="800000"/>
            <a:headEnd/>
            <a:tailEnd/>
          </a:ln>
        </p:spPr>
        <p:txBody>
          <a:bodyPr/>
          <a:lstStyle/>
          <a:p>
            <a:endParaRPr lang="es-CO" sz="2000"/>
          </a:p>
        </p:txBody>
      </p:sp>
      <p:sp>
        <p:nvSpPr>
          <p:cNvPr id="42" name="Text Box 37"/>
          <p:cNvSpPr txBox="1">
            <a:spLocks noChangeArrowheads="1"/>
          </p:cNvSpPr>
          <p:nvPr/>
        </p:nvSpPr>
        <p:spPr bwMode="auto">
          <a:xfrm>
            <a:off x="4015678" y="2021650"/>
            <a:ext cx="1685925" cy="415872"/>
          </a:xfrm>
          <a:prstGeom prst="rect">
            <a:avLst/>
          </a:prstGeom>
          <a:noFill/>
          <a:ln w="9525">
            <a:noFill/>
            <a:miter lim="800000"/>
            <a:headEnd/>
            <a:tailEnd/>
          </a:ln>
        </p:spPr>
        <p:txBody>
          <a:bodyPr>
            <a:spAutoFit/>
          </a:bodyPr>
          <a:lstStyle/>
          <a:p>
            <a:pPr algn="just">
              <a:spcBef>
                <a:spcPct val="50000"/>
              </a:spcBef>
            </a:pPr>
            <a:r>
              <a:rPr lang="es-CO" sz="1100">
                <a:solidFill>
                  <a:srgbClr val="FFCC00"/>
                </a:solidFill>
                <a:latin typeface="Century Gothic" pitchFamily="34" charset="0"/>
              </a:rPr>
              <a:t>1.3. ADMINISTRACIÓN DE RIESGOS.</a:t>
            </a:r>
            <a:endParaRPr lang="es-ES" sz="1100">
              <a:solidFill>
                <a:srgbClr val="FFCC00"/>
              </a:solidFill>
              <a:latin typeface="Century Gothic" pitchFamily="34" charset="0"/>
            </a:endParaRPr>
          </a:p>
        </p:txBody>
      </p:sp>
      <p:sp>
        <p:nvSpPr>
          <p:cNvPr id="43" name="Rectangle 38"/>
          <p:cNvSpPr>
            <a:spLocks noChangeArrowheads="1"/>
          </p:cNvSpPr>
          <p:nvPr/>
        </p:nvSpPr>
        <p:spPr bwMode="auto">
          <a:xfrm>
            <a:off x="3950590" y="2951607"/>
            <a:ext cx="1682750" cy="394388"/>
          </a:xfrm>
          <a:prstGeom prst="rect">
            <a:avLst/>
          </a:prstGeom>
          <a:solidFill>
            <a:srgbClr val="000099"/>
          </a:solidFill>
          <a:ln w="9525">
            <a:noFill/>
            <a:miter lim="800000"/>
            <a:headEnd/>
            <a:tailEnd/>
          </a:ln>
        </p:spPr>
        <p:txBody>
          <a:bodyPr/>
          <a:lstStyle/>
          <a:p>
            <a:endParaRPr lang="es-CO" sz="2000"/>
          </a:p>
        </p:txBody>
      </p:sp>
      <p:sp>
        <p:nvSpPr>
          <p:cNvPr id="44" name="Text Box 49"/>
          <p:cNvSpPr txBox="1">
            <a:spLocks noChangeArrowheads="1"/>
          </p:cNvSpPr>
          <p:nvPr/>
        </p:nvSpPr>
        <p:spPr bwMode="auto">
          <a:xfrm>
            <a:off x="4018853" y="2951607"/>
            <a:ext cx="1550988" cy="414338"/>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2.1. ACTIVIDADES DE CONTROL.</a:t>
            </a:r>
            <a:endParaRPr lang="es-ES" sz="1100" dirty="0">
              <a:solidFill>
                <a:srgbClr val="FFCC00"/>
              </a:solidFill>
              <a:latin typeface="Century Gothic" pitchFamily="34" charset="0"/>
            </a:endParaRPr>
          </a:p>
        </p:txBody>
      </p:sp>
      <p:sp>
        <p:nvSpPr>
          <p:cNvPr id="45" name="Rectangle 50"/>
          <p:cNvSpPr>
            <a:spLocks noChangeArrowheads="1"/>
          </p:cNvSpPr>
          <p:nvPr/>
        </p:nvSpPr>
        <p:spPr bwMode="auto">
          <a:xfrm>
            <a:off x="3950590" y="3568510"/>
            <a:ext cx="1682750" cy="394388"/>
          </a:xfrm>
          <a:prstGeom prst="rect">
            <a:avLst/>
          </a:prstGeom>
          <a:solidFill>
            <a:srgbClr val="000099"/>
          </a:solidFill>
          <a:ln w="9525">
            <a:noFill/>
            <a:miter lim="800000"/>
            <a:headEnd/>
            <a:tailEnd/>
          </a:ln>
        </p:spPr>
        <p:txBody>
          <a:bodyPr/>
          <a:lstStyle/>
          <a:p>
            <a:endParaRPr lang="es-CO" sz="2000"/>
          </a:p>
        </p:txBody>
      </p:sp>
      <p:sp>
        <p:nvSpPr>
          <p:cNvPr id="46" name="Text Box 51"/>
          <p:cNvSpPr txBox="1">
            <a:spLocks noChangeArrowheads="1"/>
          </p:cNvSpPr>
          <p:nvPr/>
        </p:nvSpPr>
        <p:spPr bwMode="auto">
          <a:xfrm>
            <a:off x="4018853" y="3606875"/>
            <a:ext cx="1614488" cy="251672"/>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2.2. INFORMACIÓN.</a:t>
            </a:r>
            <a:endParaRPr lang="es-ES" sz="1100" dirty="0">
              <a:solidFill>
                <a:srgbClr val="FFCC00"/>
              </a:solidFill>
              <a:latin typeface="Century Gothic" pitchFamily="34" charset="0"/>
            </a:endParaRPr>
          </a:p>
        </p:txBody>
      </p:sp>
      <p:sp>
        <p:nvSpPr>
          <p:cNvPr id="47" name="Rectangle 52"/>
          <p:cNvSpPr>
            <a:spLocks noChangeArrowheads="1"/>
          </p:cNvSpPr>
          <p:nvPr/>
        </p:nvSpPr>
        <p:spPr bwMode="auto">
          <a:xfrm>
            <a:off x="3950590" y="4231450"/>
            <a:ext cx="1679575" cy="558588"/>
          </a:xfrm>
          <a:prstGeom prst="rect">
            <a:avLst/>
          </a:prstGeom>
          <a:solidFill>
            <a:srgbClr val="000099"/>
          </a:solidFill>
          <a:ln w="9525">
            <a:noFill/>
            <a:miter lim="800000"/>
            <a:headEnd/>
            <a:tailEnd/>
          </a:ln>
        </p:spPr>
        <p:txBody>
          <a:bodyPr/>
          <a:lstStyle/>
          <a:p>
            <a:endParaRPr lang="es-CO" sz="2000"/>
          </a:p>
        </p:txBody>
      </p:sp>
      <p:sp>
        <p:nvSpPr>
          <p:cNvPr id="48" name="Text Box 53"/>
          <p:cNvSpPr txBox="1">
            <a:spLocks noChangeArrowheads="1"/>
          </p:cNvSpPr>
          <p:nvPr/>
        </p:nvSpPr>
        <p:spPr bwMode="auto">
          <a:xfrm>
            <a:off x="3915665" y="4295903"/>
            <a:ext cx="1754188" cy="415872"/>
          </a:xfrm>
          <a:prstGeom prst="rect">
            <a:avLst/>
          </a:prstGeom>
          <a:noFill/>
          <a:ln w="9525">
            <a:noFill/>
            <a:miter lim="800000"/>
            <a:headEnd/>
            <a:tailEnd/>
          </a:ln>
        </p:spPr>
        <p:txBody>
          <a:bodyPr>
            <a:spAutoFit/>
          </a:bodyPr>
          <a:lstStyle/>
          <a:p>
            <a:pPr algn="just">
              <a:spcBef>
                <a:spcPct val="50000"/>
              </a:spcBef>
            </a:pPr>
            <a:r>
              <a:rPr lang="es-CO" sz="1100">
                <a:solidFill>
                  <a:srgbClr val="FFCC00"/>
                </a:solidFill>
                <a:latin typeface="Century Gothic" pitchFamily="34" charset="0"/>
              </a:rPr>
              <a:t>2.3. COMUNICACIÓN PÚBLICA.</a:t>
            </a:r>
            <a:endParaRPr lang="es-ES" sz="1100">
              <a:solidFill>
                <a:srgbClr val="FFCC00"/>
              </a:solidFill>
              <a:latin typeface="Century Gothic" pitchFamily="34" charset="0"/>
            </a:endParaRPr>
          </a:p>
        </p:txBody>
      </p:sp>
      <p:sp>
        <p:nvSpPr>
          <p:cNvPr id="49" name="Rectangle 54"/>
          <p:cNvSpPr>
            <a:spLocks noChangeArrowheads="1"/>
          </p:cNvSpPr>
          <p:nvPr/>
        </p:nvSpPr>
        <p:spPr bwMode="auto">
          <a:xfrm>
            <a:off x="3902965" y="5067798"/>
            <a:ext cx="1727200" cy="346816"/>
          </a:xfrm>
          <a:prstGeom prst="rect">
            <a:avLst/>
          </a:prstGeom>
          <a:solidFill>
            <a:srgbClr val="000099"/>
          </a:solidFill>
          <a:ln w="9525">
            <a:noFill/>
            <a:miter lim="800000"/>
            <a:headEnd/>
            <a:tailEnd/>
          </a:ln>
        </p:spPr>
        <p:txBody>
          <a:bodyPr/>
          <a:lstStyle/>
          <a:p>
            <a:endParaRPr lang="es-CO" sz="2000"/>
          </a:p>
        </p:txBody>
      </p:sp>
      <p:sp>
        <p:nvSpPr>
          <p:cNvPr id="50" name="Text Box 65"/>
          <p:cNvSpPr txBox="1">
            <a:spLocks noChangeArrowheads="1"/>
          </p:cNvSpPr>
          <p:nvPr/>
        </p:nvSpPr>
        <p:spPr bwMode="auto">
          <a:xfrm>
            <a:off x="3902965" y="5138389"/>
            <a:ext cx="1870075" cy="253206"/>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3.1. AUTOEVALUACIÓN.</a:t>
            </a:r>
            <a:endParaRPr lang="es-ES" sz="1100" dirty="0">
              <a:solidFill>
                <a:srgbClr val="FFCC00"/>
              </a:solidFill>
              <a:latin typeface="Century Gothic" pitchFamily="34" charset="0"/>
            </a:endParaRPr>
          </a:p>
        </p:txBody>
      </p:sp>
      <p:sp>
        <p:nvSpPr>
          <p:cNvPr id="51" name="Rectangle 66"/>
          <p:cNvSpPr>
            <a:spLocks noChangeArrowheads="1"/>
          </p:cNvSpPr>
          <p:nvPr/>
        </p:nvSpPr>
        <p:spPr bwMode="auto">
          <a:xfrm>
            <a:off x="3950590" y="5630990"/>
            <a:ext cx="1679575" cy="481859"/>
          </a:xfrm>
          <a:prstGeom prst="rect">
            <a:avLst/>
          </a:prstGeom>
          <a:solidFill>
            <a:srgbClr val="000099"/>
          </a:solidFill>
          <a:ln w="9525">
            <a:noFill/>
            <a:miter lim="800000"/>
            <a:headEnd/>
            <a:tailEnd/>
          </a:ln>
        </p:spPr>
        <p:txBody>
          <a:bodyPr/>
          <a:lstStyle/>
          <a:p>
            <a:endParaRPr lang="es-CO" sz="2000"/>
          </a:p>
        </p:txBody>
      </p:sp>
      <p:sp>
        <p:nvSpPr>
          <p:cNvPr id="52" name="Text Box 67"/>
          <p:cNvSpPr txBox="1">
            <a:spLocks noChangeArrowheads="1"/>
          </p:cNvSpPr>
          <p:nvPr/>
        </p:nvSpPr>
        <p:spPr bwMode="auto">
          <a:xfrm>
            <a:off x="4118865" y="5695443"/>
            <a:ext cx="1512888" cy="414338"/>
          </a:xfrm>
          <a:prstGeom prst="rect">
            <a:avLst/>
          </a:prstGeom>
          <a:noFill/>
          <a:ln w="9525">
            <a:noFill/>
            <a:miter lim="800000"/>
            <a:headEnd/>
            <a:tailEnd/>
          </a:ln>
        </p:spPr>
        <p:txBody>
          <a:bodyPr>
            <a:spAutoFit/>
          </a:bodyPr>
          <a:lstStyle/>
          <a:p>
            <a:pPr algn="just">
              <a:spcBef>
                <a:spcPct val="50000"/>
              </a:spcBef>
            </a:pPr>
            <a:r>
              <a:rPr lang="es-CO" sz="1100">
                <a:solidFill>
                  <a:srgbClr val="FFCC00"/>
                </a:solidFill>
                <a:latin typeface="Century Gothic" pitchFamily="34" charset="0"/>
              </a:rPr>
              <a:t>3.2.EVALUACIÓN INDEPENDIENTE.</a:t>
            </a:r>
            <a:endParaRPr lang="es-ES" sz="1100">
              <a:solidFill>
                <a:srgbClr val="FFCC00"/>
              </a:solidFill>
              <a:latin typeface="Century Gothic" pitchFamily="34" charset="0"/>
            </a:endParaRPr>
          </a:p>
        </p:txBody>
      </p:sp>
      <p:sp>
        <p:nvSpPr>
          <p:cNvPr id="53" name="Rectangle 68"/>
          <p:cNvSpPr>
            <a:spLocks noChangeArrowheads="1"/>
          </p:cNvSpPr>
          <p:nvPr/>
        </p:nvSpPr>
        <p:spPr bwMode="auto">
          <a:xfrm>
            <a:off x="3950590" y="6181906"/>
            <a:ext cx="1682750" cy="511016"/>
          </a:xfrm>
          <a:prstGeom prst="rect">
            <a:avLst/>
          </a:prstGeom>
          <a:solidFill>
            <a:srgbClr val="000099"/>
          </a:solidFill>
          <a:ln w="9525">
            <a:noFill/>
            <a:miter lim="800000"/>
            <a:headEnd/>
            <a:tailEnd/>
          </a:ln>
        </p:spPr>
        <p:txBody>
          <a:bodyPr/>
          <a:lstStyle/>
          <a:p>
            <a:endParaRPr lang="es-CO" sz="2000"/>
          </a:p>
        </p:txBody>
      </p:sp>
      <p:sp>
        <p:nvSpPr>
          <p:cNvPr id="54" name="Text Box 69"/>
          <p:cNvSpPr txBox="1">
            <a:spLocks noChangeArrowheads="1"/>
          </p:cNvSpPr>
          <p:nvPr/>
        </p:nvSpPr>
        <p:spPr bwMode="auto">
          <a:xfrm>
            <a:off x="4079178" y="6255566"/>
            <a:ext cx="1550988" cy="414338"/>
          </a:xfrm>
          <a:prstGeom prst="rect">
            <a:avLst/>
          </a:prstGeom>
          <a:noFill/>
          <a:ln w="9525">
            <a:noFill/>
            <a:miter lim="800000"/>
            <a:headEnd/>
            <a:tailEnd/>
          </a:ln>
        </p:spPr>
        <p:txBody>
          <a:bodyPr>
            <a:spAutoFit/>
          </a:bodyPr>
          <a:lstStyle/>
          <a:p>
            <a:pPr algn="just">
              <a:spcBef>
                <a:spcPct val="50000"/>
              </a:spcBef>
            </a:pPr>
            <a:r>
              <a:rPr lang="es-CO" sz="1100">
                <a:solidFill>
                  <a:srgbClr val="FFCC00"/>
                </a:solidFill>
                <a:latin typeface="Century Gothic" pitchFamily="34" charset="0"/>
              </a:rPr>
              <a:t>3.3. PLANES DE MEJORAMIENTO.</a:t>
            </a:r>
            <a:endParaRPr lang="es-ES" sz="1100">
              <a:solidFill>
                <a:srgbClr val="FFCC00"/>
              </a:solidFill>
              <a:latin typeface="Century Gothic" pitchFamily="34" charset="0"/>
            </a:endParaRPr>
          </a:p>
        </p:txBody>
      </p:sp>
      <p:sp>
        <p:nvSpPr>
          <p:cNvPr id="55" name="Rectangle 70"/>
          <p:cNvSpPr>
            <a:spLocks noChangeArrowheads="1"/>
          </p:cNvSpPr>
          <p:nvPr/>
        </p:nvSpPr>
        <p:spPr bwMode="auto">
          <a:xfrm>
            <a:off x="5938140" y="1215993"/>
            <a:ext cx="3065463" cy="441960"/>
          </a:xfrm>
          <a:prstGeom prst="rect">
            <a:avLst/>
          </a:prstGeom>
          <a:noFill/>
          <a:ln w="9525">
            <a:noFill/>
            <a:miter lim="800000"/>
            <a:headEnd/>
            <a:tailEnd/>
          </a:ln>
        </p:spPr>
        <p:txBody>
          <a:bodyPr lIns="0" tIns="0" rIns="0" bIns="0">
            <a:spAutoFit/>
          </a:bodyPr>
          <a:lstStyle/>
          <a:p>
            <a:pPr marL="87313" algn="just">
              <a:buFontTx/>
              <a:buChar char="•"/>
            </a:pPr>
            <a:r>
              <a:rPr lang="es-CO" sz="1000">
                <a:solidFill>
                  <a:srgbClr val="000099"/>
                </a:solidFill>
                <a:latin typeface="Century Gothic" pitchFamily="34" charset="0"/>
              </a:rPr>
              <a:t>PLANES Y PROGRAMAS.</a:t>
            </a:r>
            <a:r>
              <a:rPr lang="es-ES" sz="1000">
                <a:solidFill>
                  <a:srgbClr val="000099"/>
                </a:solidFill>
                <a:latin typeface="Century Gothic" pitchFamily="34" charset="0"/>
              </a:rPr>
              <a:t> </a:t>
            </a:r>
            <a:endParaRPr lang="es-CO" sz="1000">
              <a:solidFill>
                <a:srgbClr val="000099"/>
              </a:solidFill>
              <a:latin typeface="Century Gothic" pitchFamily="34" charset="0"/>
            </a:endParaRPr>
          </a:p>
          <a:p>
            <a:pPr marL="87313" algn="just">
              <a:buFontTx/>
              <a:buChar char="•"/>
            </a:pPr>
            <a:r>
              <a:rPr lang="es-CO" sz="1000">
                <a:solidFill>
                  <a:srgbClr val="000099"/>
                </a:solidFill>
                <a:latin typeface="Century Gothic" pitchFamily="34" charset="0"/>
              </a:rPr>
              <a:t>MODELO DE OPERACIÓN POR PROCESOS.</a:t>
            </a:r>
            <a:r>
              <a:rPr lang="es-ES" sz="1000">
                <a:solidFill>
                  <a:srgbClr val="000099"/>
                </a:solidFill>
                <a:latin typeface="Century Gothic" pitchFamily="34" charset="0"/>
              </a:rPr>
              <a:t> </a:t>
            </a:r>
            <a:endParaRPr lang="es-CO" sz="1000">
              <a:solidFill>
                <a:srgbClr val="000099"/>
              </a:solidFill>
              <a:latin typeface="Century Gothic" pitchFamily="34" charset="0"/>
            </a:endParaRPr>
          </a:p>
          <a:p>
            <a:pPr marL="87313" algn="just">
              <a:buFontTx/>
              <a:buChar char="•"/>
            </a:pPr>
            <a:r>
              <a:rPr lang="es-CO" sz="1000">
                <a:solidFill>
                  <a:srgbClr val="000099"/>
                </a:solidFill>
                <a:latin typeface="Century Gothic" pitchFamily="34" charset="0"/>
              </a:rPr>
              <a:t>ESTRUCTURA ORGANIZACIONAL.</a:t>
            </a:r>
            <a:endParaRPr lang="es-ES" sz="1000">
              <a:solidFill>
                <a:srgbClr val="000099"/>
              </a:solidFill>
              <a:latin typeface="Century Gothic" pitchFamily="34" charset="0"/>
            </a:endParaRPr>
          </a:p>
        </p:txBody>
      </p:sp>
      <p:sp>
        <p:nvSpPr>
          <p:cNvPr id="56" name="Rectangle 71"/>
          <p:cNvSpPr>
            <a:spLocks noChangeArrowheads="1"/>
          </p:cNvSpPr>
          <p:nvPr/>
        </p:nvSpPr>
        <p:spPr bwMode="auto">
          <a:xfrm>
            <a:off x="6006403" y="1825223"/>
            <a:ext cx="3060700" cy="736600"/>
          </a:xfrm>
          <a:prstGeom prst="rect">
            <a:avLst/>
          </a:prstGeom>
          <a:noFill/>
          <a:ln w="9525">
            <a:noFill/>
            <a:miter lim="800000"/>
            <a:headEnd/>
            <a:tailEnd/>
          </a:ln>
        </p:spPr>
        <p:txBody>
          <a:bodyPr lIns="0" tIns="0" rIns="0" bIns="0">
            <a:spAutoFit/>
          </a:bodyPr>
          <a:lstStyle/>
          <a:p>
            <a:pPr algn="just">
              <a:buFontTx/>
              <a:buChar char="•"/>
            </a:pPr>
            <a:r>
              <a:rPr lang="es-CO" sz="1000">
                <a:solidFill>
                  <a:srgbClr val="000099"/>
                </a:solidFill>
                <a:latin typeface="Century Gothic" pitchFamily="34" charset="0"/>
              </a:rPr>
              <a:t>CONTEXTO ESTRATÉGICO.</a:t>
            </a:r>
          </a:p>
          <a:p>
            <a:pPr algn="just">
              <a:buFontTx/>
              <a:buChar char="•"/>
            </a:pPr>
            <a:r>
              <a:rPr lang="es-CO" sz="1000">
                <a:solidFill>
                  <a:srgbClr val="000099"/>
                </a:solidFill>
                <a:latin typeface="Century Gothic" pitchFamily="34" charset="0"/>
              </a:rPr>
              <a:t>IDENTIFICACIÓN DE RIESGOS.</a:t>
            </a:r>
            <a:r>
              <a:rPr lang="es-ES" sz="1000">
                <a:solidFill>
                  <a:srgbClr val="000099"/>
                </a:solidFill>
                <a:latin typeface="Century Gothic" pitchFamily="34" charset="0"/>
              </a:rPr>
              <a:t> </a:t>
            </a:r>
            <a:endParaRPr lang="es-CO" sz="1000">
              <a:solidFill>
                <a:srgbClr val="000099"/>
              </a:solidFill>
              <a:latin typeface="Century Gothic" pitchFamily="34" charset="0"/>
            </a:endParaRPr>
          </a:p>
          <a:p>
            <a:pPr algn="just">
              <a:buFontTx/>
              <a:buChar char="•"/>
            </a:pPr>
            <a:r>
              <a:rPr lang="es-CO" sz="1000">
                <a:solidFill>
                  <a:srgbClr val="000099"/>
                </a:solidFill>
                <a:latin typeface="Century Gothic" pitchFamily="34" charset="0"/>
              </a:rPr>
              <a:t>ANÁLISIS DE RIESGOS.</a:t>
            </a:r>
          </a:p>
          <a:p>
            <a:pPr algn="just">
              <a:buFontTx/>
              <a:buChar char="•"/>
            </a:pPr>
            <a:r>
              <a:rPr lang="es-CO" sz="1000">
                <a:solidFill>
                  <a:srgbClr val="000099"/>
                </a:solidFill>
                <a:latin typeface="Century Gothic" pitchFamily="34" charset="0"/>
              </a:rPr>
              <a:t>VALORACIÓN DE RIESGOS.</a:t>
            </a:r>
          </a:p>
          <a:p>
            <a:pPr algn="just">
              <a:buFontTx/>
              <a:buChar char="•"/>
            </a:pPr>
            <a:r>
              <a:rPr lang="es-CO" sz="1000">
                <a:solidFill>
                  <a:srgbClr val="000099"/>
                </a:solidFill>
                <a:latin typeface="Century Gothic" pitchFamily="34" charset="0"/>
              </a:rPr>
              <a:t>POLÍTICAS DE ADMINISTRACIÓN DE RIESGOS.</a:t>
            </a:r>
            <a:endParaRPr lang="es-ES" sz="1000">
              <a:solidFill>
                <a:srgbClr val="000099"/>
              </a:solidFill>
              <a:latin typeface="Century Gothic" pitchFamily="34" charset="0"/>
            </a:endParaRPr>
          </a:p>
        </p:txBody>
      </p:sp>
      <p:sp>
        <p:nvSpPr>
          <p:cNvPr id="57" name="Line 72"/>
          <p:cNvSpPr>
            <a:spLocks noChangeShapeType="1"/>
          </p:cNvSpPr>
          <p:nvPr/>
        </p:nvSpPr>
        <p:spPr bwMode="auto">
          <a:xfrm>
            <a:off x="5633340" y="2215007"/>
            <a:ext cx="288925" cy="0"/>
          </a:xfrm>
          <a:prstGeom prst="line">
            <a:avLst/>
          </a:prstGeom>
          <a:noFill/>
          <a:ln w="9525">
            <a:solidFill>
              <a:schemeClr val="tx1"/>
            </a:solidFill>
            <a:round/>
            <a:headEnd/>
            <a:tailEnd type="triangle" w="med" len="med"/>
          </a:ln>
        </p:spPr>
        <p:txBody>
          <a:bodyPr/>
          <a:lstStyle/>
          <a:p>
            <a:endParaRPr lang="es-CO"/>
          </a:p>
        </p:txBody>
      </p:sp>
      <p:sp>
        <p:nvSpPr>
          <p:cNvPr id="58" name="Rectangle 73"/>
          <p:cNvSpPr>
            <a:spLocks noChangeArrowheads="1"/>
          </p:cNvSpPr>
          <p:nvPr/>
        </p:nvSpPr>
        <p:spPr bwMode="auto">
          <a:xfrm>
            <a:off x="5958778" y="2730627"/>
            <a:ext cx="3108325" cy="810260"/>
          </a:xfrm>
          <a:prstGeom prst="rect">
            <a:avLst/>
          </a:prstGeom>
          <a:solidFill>
            <a:srgbClr val="FFCC00"/>
          </a:solidFill>
          <a:ln w="9525">
            <a:noFill/>
            <a:miter lim="800000"/>
            <a:headEnd/>
            <a:tailEnd/>
          </a:ln>
        </p:spPr>
        <p:txBody>
          <a:bodyPr/>
          <a:lstStyle/>
          <a:p>
            <a:endParaRPr lang="es-CO" sz="2000"/>
          </a:p>
        </p:txBody>
      </p:sp>
      <p:sp>
        <p:nvSpPr>
          <p:cNvPr id="59" name="Rectangle 74"/>
          <p:cNvSpPr>
            <a:spLocks noChangeArrowheads="1"/>
          </p:cNvSpPr>
          <p:nvPr/>
        </p:nvSpPr>
        <p:spPr bwMode="auto">
          <a:xfrm>
            <a:off x="5958778" y="2730627"/>
            <a:ext cx="3108325" cy="736600"/>
          </a:xfrm>
          <a:prstGeom prst="rect">
            <a:avLst/>
          </a:prstGeom>
          <a:noFill/>
          <a:ln w="9525">
            <a:noFill/>
            <a:miter lim="800000"/>
            <a:headEnd/>
            <a:tailEnd/>
          </a:ln>
        </p:spPr>
        <p:txBody>
          <a:bodyPr lIns="0" tIns="0" rIns="0" bIns="0">
            <a:spAutoFit/>
          </a:bodyPr>
          <a:lstStyle/>
          <a:p>
            <a:pPr marL="87313" algn="just">
              <a:buFontTx/>
              <a:buChar char="•"/>
            </a:pPr>
            <a:r>
              <a:rPr lang="es-CO" sz="1000" dirty="0">
                <a:solidFill>
                  <a:srgbClr val="000099"/>
                </a:solidFill>
                <a:latin typeface="Century Gothic" pitchFamily="34" charset="0"/>
              </a:rPr>
              <a:t>POLÍTICAS DE OPERACIÓN.</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PROCEDIMIENTOS.</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CONTROLES.</a:t>
            </a:r>
          </a:p>
          <a:p>
            <a:pPr marL="87313" algn="just">
              <a:buFontTx/>
              <a:buChar char="•"/>
            </a:pPr>
            <a:r>
              <a:rPr lang="es-CO" sz="1000" dirty="0">
                <a:solidFill>
                  <a:srgbClr val="000099"/>
                </a:solidFill>
                <a:latin typeface="Century Gothic" pitchFamily="34" charset="0"/>
              </a:rPr>
              <a:t>INDICADORES.</a:t>
            </a:r>
          </a:p>
          <a:p>
            <a:pPr marL="87313" algn="just">
              <a:buFontTx/>
              <a:buChar char="•"/>
            </a:pPr>
            <a:r>
              <a:rPr lang="es-CO" sz="1000" dirty="0">
                <a:solidFill>
                  <a:srgbClr val="000099"/>
                </a:solidFill>
                <a:latin typeface="Century Gothic" pitchFamily="34" charset="0"/>
              </a:rPr>
              <a:t>MANUAL DE PROCEDIMIENTOS.</a:t>
            </a:r>
            <a:endParaRPr lang="es-ES" sz="1000" dirty="0">
              <a:solidFill>
                <a:srgbClr val="000099"/>
              </a:solidFill>
              <a:latin typeface="Century Gothic" pitchFamily="34" charset="0"/>
            </a:endParaRPr>
          </a:p>
        </p:txBody>
      </p:sp>
      <p:sp>
        <p:nvSpPr>
          <p:cNvPr id="60" name="Rectangle 75"/>
          <p:cNvSpPr>
            <a:spLocks noChangeArrowheads="1"/>
          </p:cNvSpPr>
          <p:nvPr/>
        </p:nvSpPr>
        <p:spPr bwMode="auto">
          <a:xfrm>
            <a:off x="5936553" y="3606875"/>
            <a:ext cx="3108325" cy="515620"/>
          </a:xfrm>
          <a:prstGeom prst="rect">
            <a:avLst/>
          </a:prstGeom>
          <a:solidFill>
            <a:srgbClr val="FFCC00"/>
          </a:solidFill>
          <a:ln w="9525">
            <a:noFill/>
            <a:miter lim="800000"/>
            <a:headEnd/>
            <a:tailEnd/>
          </a:ln>
        </p:spPr>
        <p:txBody>
          <a:bodyPr/>
          <a:lstStyle/>
          <a:p>
            <a:endParaRPr lang="es-CO" sz="2000"/>
          </a:p>
        </p:txBody>
      </p:sp>
      <p:sp>
        <p:nvSpPr>
          <p:cNvPr id="61" name="Rectangle 76"/>
          <p:cNvSpPr>
            <a:spLocks noChangeArrowheads="1"/>
          </p:cNvSpPr>
          <p:nvPr/>
        </p:nvSpPr>
        <p:spPr bwMode="auto">
          <a:xfrm>
            <a:off x="5958778" y="4203828"/>
            <a:ext cx="3108325" cy="662940"/>
          </a:xfrm>
          <a:prstGeom prst="rect">
            <a:avLst/>
          </a:prstGeom>
          <a:solidFill>
            <a:srgbClr val="FFCC00"/>
          </a:solidFill>
          <a:ln w="9525">
            <a:noFill/>
            <a:miter lim="800000"/>
            <a:headEnd/>
            <a:tailEnd/>
          </a:ln>
        </p:spPr>
        <p:txBody>
          <a:bodyPr/>
          <a:lstStyle/>
          <a:p>
            <a:endParaRPr lang="es-CO" sz="2000"/>
          </a:p>
        </p:txBody>
      </p:sp>
      <p:sp>
        <p:nvSpPr>
          <p:cNvPr id="62" name="Rectangle 77"/>
          <p:cNvSpPr>
            <a:spLocks noChangeArrowheads="1"/>
          </p:cNvSpPr>
          <p:nvPr/>
        </p:nvSpPr>
        <p:spPr bwMode="auto">
          <a:xfrm>
            <a:off x="5990528" y="3637566"/>
            <a:ext cx="3060700" cy="441960"/>
          </a:xfrm>
          <a:prstGeom prst="rect">
            <a:avLst/>
          </a:prstGeom>
          <a:noFill/>
          <a:ln w="9525">
            <a:noFill/>
            <a:miter lim="800000"/>
            <a:headEnd/>
            <a:tailEnd/>
          </a:ln>
        </p:spPr>
        <p:txBody>
          <a:bodyPr lIns="0" tIns="0" rIns="0" bIns="0">
            <a:spAutoFit/>
          </a:bodyPr>
          <a:lstStyle/>
          <a:p>
            <a:pPr marL="87313" algn="just">
              <a:buFontTx/>
              <a:buChar char="•"/>
            </a:pPr>
            <a:r>
              <a:rPr lang="es-CO" sz="1000" dirty="0">
                <a:solidFill>
                  <a:srgbClr val="000099"/>
                </a:solidFill>
                <a:latin typeface="Century Gothic" pitchFamily="34" charset="0"/>
              </a:rPr>
              <a:t>INFORMACIÓN PRIMARIA.</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INFORMACIÓN SECUNDARIA.</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SISTEMAS DE INFORMACIÓN.</a:t>
            </a:r>
            <a:endParaRPr lang="es-ES" sz="1000" dirty="0">
              <a:solidFill>
                <a:srgbClr val="000099"/>
              </a:solidFill>
              <a:latin typeface="Century Gothic" pitchFamily="34" charset="0"/>
            </a:endParaRPr>
          </a:p>
        </p:txBody>
      </p:sp>
      <p:sp>
        <p:nvSpPr>
          <p:cNvPr id="63" name="Rectangle 78"/>
          <p:cNvSpPr>
            <a:spLocks noChangeArrowheads="1"/>
          </p:cNvSpPr>
          <p:nvPr/>
        </p:nvSpPr>
        <p:spPr bwMode="auto">
          <a:xfrm>
            <a:off x="6022278" y="4277488"/>
            <a:ext cx="2992438" cy="441960"/>
          </a:xfrm>
          <a:prstGeom prst="rect">
            <a:avLst/>
          </a:prstGeom>
          <a:noFill/>
          <a:ln w="9525">
            <a:noFill/>
            <a:miter lim="800000"/>
            <a:headEnd/>
            <a:tailEnd/>
          </a:ln>
        </p:spPr>
        <p:txBody>
          <a:bodyPr lIns="0" tIns="0" rIns="0" bIns="0">
            <a:spAutoFit/>
          </a:bodyPr>
          <a:lstStyle/>
          <a:p>
            <a:pPr algn="just">
              <a:buFontTx/>
              <a:buChar char="•"/>
            </a:pPr>
            <a:r>
              <a:rPr lang="es-CO" sz="1000" dirty="0">
                <a:solidFill>
                  <a:srgbClr val="000099"/>
                </a:solidFill>
                <a:latin typeface="Century Gothic" pitchFamily="34" charset="0"/>
              </a:rPr>
              <a:t>COMUNICACIÓN ORGANIZCIONAL.</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algn="just">
              <a:buFontTx/>
              <a:buChar char="•"/>
            </a:pPr>
            <a:r>
              <a:rPr lang="es-CO" sz="1000" dirty="0">
                <a:solidFill>
                  <a:srgbClr val="000099"/>
                </a:solidFill>
                <a:latin typeface="Century Gothic" pitchFamily="34" charset="0"/>
              </a:rPr>
              <a:t>COMUNICACIÓN INFORMATIVA.</a:t>
            </a:r>
          </a:p>
          <a:p>
            <a:pPr algn="just">
              <a:buFontTx/>
              <a:buChar char="•"/>
            </a:pPr>
            <a:r>
              <a:rPr lang="es-CO" sz="1000" dirty="0">
                <a:solidFill>
                  <a:srgbClr val="000099"/>
                </a:solidFill>
                <a:latin typeface="Century Gothic" pitchFamily="34" charset="0"/>
              </a:rPr>
              <a:t>MEDIOS DE COMUNICACIÓN.</a:t>
            </a:r>
            <a:endParaRPr lang="es-ES" sz="1000" dirty="0">
              <a:solidFill>
                <a:srgbClr val="000099"/>
              </a:solidFill>
              <a:latin typeface="Century Gothic" pitchFamily="34" charset="0"/>
            </a:endParaRPr>
          </a:p>
        </p:txBody>
      </p:sp>
      <p:sp>
        <p:nvSpPr>
          <p:cNvPr id="64" name="Rectangle 79"/>
          <p:cNvSpPr>
            <a:spLocks noChangeArrowheads="1"/>
          </p:cNvSpPr>
          <p:nvPr/>
        </p:nvSpPr>
        <p:spPr bwMode="auto">
          <a:xfrm>
            <a:off x="5958778" y="5014088"/>
            <a:ext cx="3108325" cy="441960"/>
          </a:xfrm>
          <a:prstGeom prst="rect">
            <a:avLst/>
          </a:prstGeom>
          <a:solidFill>
            <a:srgbClr val="FFCC00"/>
          </a:solidFill>
          <a:ln w="9525">
            <a:noFill/>
            <a:miter lim="800000"/>
            <a:headEnd/>
            <a:tailEnd/>
          </a:ln>
        </p:spPr>
        <p:txBody>
          <a:bodyPr/>
          <a:lstStyle/>
          <a:p>
            <a:endParaRPr lang="es-CO" sz="2000"/>
          </a:p>
        </p:txBody>
      </p:sp>
      <p:sp>
        <p:nvSpPr>
          <p:cNvPr id="65" name="Rectangle 80"/>
          <p:cNvSpPr>
            <a:spLocks noChangeArrowheads="1"/>
          </p:cNvSpPr>
          <p:nvPr/>
        </p:nvSpPr>
        <p:spPr bwMode="auto">
          <a:xfrm>
            <a:off x="6022278" y="5121509"/>
            <a:ext cx="2928938" cy="294640"/>
          </a:xfrm>
          <a:prstGeom prst="rect">
            <a:avLst/>
          </a:prstGeom>
          <a:noFill/>
          <a:ln w="9525">
            <a:noFill/>
            <a:miter lim="800000"/>
            <a:headEnd/>
            <a:tailEnd/>
          </a:ln>
        </p:spPr>
        <p:txBody>
          <a:bodyPr lIns="0" tIns="0" rIns="0" bIns="0">
            <a:spAutoFit/>
          </a:bodyPr>
          <a:lstStyle/>
          <a:p>
            <a:pPr>
              <a:buFontTx/>
              <a:buChar char="•"/>
            </a:pPr>
            <a:r>
              <a:rPr lang="es-CO" sz="1000" dirty="0">
                <a:solidFill>
                  <a:srgbClr val="000099"/>
                </a:solidFill>
                <a:latin typeface="Century Gothic" pitchFamily="34" charset="0"/>
              </a:rPr>
              <a:t>AUTOEVALUACIÓN DEL CONTROL</a:t>
            </a:r>
          </a:p>
          <a:p>
            <a:pPr>
              <a:buFontTx/>
              <a:buChar char="•"/>
            </a:pPr>
            <a:r>
              <a:rPr lang="es-CO" sz="1000" dirty="0">
                <a:solidFill>
                  <a:srgbClr val="000099"/>
                </a:solidFill>
                <a:latin typeface="Century Gothic" pitchFamily="34" charset="0"/>
              </a:rPr>
              <a:t>AUTOEVALUACIÓN DE GESTIÓN.</a:t>
            </a:r>
            <a:endParaRPr lang="es-ES" sz="1000" dirty="0">
              <a:solidFill>
                <a:srgbClr val="000099"/>
              </a:solidFill>
              <a:latin typeface="Century Gothic" pitchFamily="34" charset="0"/>
            </a:endParaRPr>
          </a:p>
        </p:txBody>
      </p:sp>
      <p:sp>
        <p:nvSpPr>
          <p:cNvPr id="66" name="Rectangle 81"/>
          <p:cNvSpPr>
            <a:spLocks noChangeArrowheads="1"/>
          </p:cNvSpPr>
          <p:nvPr/>
        </p:nvSpPr>
        <p:spPr bwMode="auto">
          <a:xfrm>
            <a:off x="5958778" y="5603368"/>
            <a:ext cx="3108325" cy="515620"/>
          </a:xfrm>
          <a:prstGeom prst="rect">
            <a:avLst/>
          </a:prstGeom>
          <a:solidFill>
            <a:srgbClr val="FFCC00"/>
          </a:solidFill>
          <a:ln w="9525">
            <a:noFill/>
            <a:miter lim="800000"/>
            <a:headEnd/>
            <a:tailEnd/>
          </a:ln>
        </p:spPr>
        <p:txBody>
          <a:bodyPr/>
          <a:lstStyle/>
          <a:p>
            <a:endParaRPr lang="es-CO" sz="2000"/>
          </a:p>
        </p:txBody>
      </p:sp>
      <p:sp>
        <p:nvSpPr>
          <p:cNvPr id="67" name="Rectangle 82"/>
          <p:cNvSpPr>
            <a:spLocks noChangeArrowheads="1"/>
          </p:cNvSpPr>
          <p:nvPr/>
        </p:nvSpPr>
        <p:spPr bwMode="auto">
          <a:xfrm>
            <a:off x="5990528" y="5624852"/>
            <a:ext cx="2990850" cy="441960"/>
          </a:xfrm>
          <a:prstGeom prst="rect">
            <a:avLst/>
          </a:prstGeom>
          <a:noFill/>
          <a:ln w="9525">
            <a:noFill/>
            <a:miter lim="800000"/>
            <a:headEnd/>
            <a:tailEnd/>
          </a:ln>
        </p:spPr>
        <p:txBody>
          <a:bodyPr lIns="0" tIns="0" rIns="0" bIns="0">
            <a:spAutoFit/>
          </a:bodyPr>
          <a:lstStyle/>
          <a:p>
            <a:pPr marL="95250" indent="-95250">
              <a:buFontTx/>
              <a:buChar char="•"/>
            </a:pPr>
            <a:r>
              <a:rPr lang="es-CO" sz="1000">
                <a:solidFill>
                  <a:srgbClr val="000099"/>
                </a:solidFill>
                <a:latin typeface="Century Gothic" pitchFamily="34" charset="0"/>
              </a:rPr>
              <a:t>EVALUACIÓN DEL SISTEMA DE CONTROL INTERNO.</a:t>
            </a:r>
            <a:r>
              <a:rPr lang="es-ES" sz="1000">
                <a:solidFill>
                  <a:srgbClr val="000099"/>
                </a:solidFill>
                <a:latin typeface="Century Gothic" pitchFamily="34" charset="0"/>
              </a:rPr>
              <a:t> </a:t>
            </a:r>
            <a:endParaRPr lang="es-CO" sz="1000">
              <a:solidFill>
                <a:srgbClr val="000099"/>
              </a:solidFill>
              <a:latin typeface="Century Gothic" pitchFamily="34" charset="0"/>
            </a:endParaRPr>
          </a:p>
          <a:p>
            <a:pPr marL="95250" indent="-95250">
              <a:buFontTx/>
              <a:buChar char="•"/>
            </a:pPr>
            <a:r>
              <a:rPr lang="es-CO" sz="1000">
                <a:solidFill>
                  <a:srgbClr val="000099"/>
                </a:solidFill>
                <a:latin typeface="Century Gothic" pitchFamily="34" charset="0"/>
              </a:rPr>
              <a:t>AUDITORÍA INTERNA.</a:t>
            </a:r>
            <a:endParaRPr lang="es-ES" sz="1000">
              <a:solidFill>
                <a:srgbClr val="000099"/>
              </a:solidFill>
              <a:latin typeface="Century Gothic" pitchFamily="34" charset="0"/>
            </a:endParaRPr>
          </a:p>
        </p:txBody>
      </p:sp>
      <p:sp>
        <p:nvSpPr>
          <p:cNvPr id="68" name="Rectangle 83"/>
          <p:cNvSpPr>
            <a:spLocks noChangeArrowheads="1"/>
          </p:cNvSpPr>
          <p:nvPr/>
        </p:nvSpPr>
        <p:spPr bwMode="auto">
          <a:xfrm>
            <a:off x="5958778" y="6192648"/>
            <a:ext cx="3108325" cy="589280"/>
          </a:xfrm>
          <a:prstGeom prst="rect">
            <a:avLst/>
          </a:prstGeom>
          <a:solidFill>
            <a:srgbClr val="FFCC00"/>
          </a:solidFill>
          <a:ln w="9525">
            <a:noFill/>
            <a:miter lim="800000"/>
            <a:headEnd/>
            <a:tailEnd/>
          </a:ln>
        </p:spPr>
        <p:txBody>
          <a:bodyPr/>
          <a:lstStyle/>
          <a:p>
            <a:endParaRPr lang="es-CO" sz="2000"/>
          </a:p>
        </p:txBody>
      </p:sp>
      <p:sp>
        <p:nvSpPr>
          <p:cNvPr id="69" name="Rectangle 84"/>
          <p:cNvSpPr>
            <a:spLocks noChangeArrowheads="1"/>
          </p:cNvSpPr>
          <p:nvPr/>
        </p:nvSpPr>
        <p:spPr bwMode="auto">
          <a:xfrm>
            <a:off x="6022278" y="6297000"/>
            <a:ext cx="2928938" cy="441960"/>
          </a:xfrm>
          <a:prstGeom prst="rect">
            <a:avLst/>
          </a:prstGeom>
          <a:noFill/>
          <a:ln w="9525">
            <a:noFill/>
            <a:miter lim="800000"/>
            <a:headEnd/>
            <a:tailEnd/>
          </a:ln>
        </p:spPr>
        <p:txBody>
          <a:bodyPr lIns="0" tIns="0" rIns="0" bIns="0">
            <a:spAutoFit/>
          </a:bodyPr>
          <a:lstStyle/>
          <a:p>
            <a:pPr>
              <a:buFontTx/>
              <a:buChar char="•"/>
            </a:pPr>
            <a:r>
              <a:rPr lang="es-CO" sz="1000">
                <a:solidFill>
                  <a:srgbClr val="000099"/>
                </a:solidFill>
                <a:latin typeface="Century Gothic" pitchFamily="34" charset="0"/>
              </a:rPr>
              <a:t>PLAN DE MEJORAMIENTO INSTITUCIONAL.</a:t>
            </a:r>
            <a:r>
              <a:rPr lang="es-ES" sz="1000">
                <a:solidFill>
                  <a:srgbClr val="000099"/>
                </a:solidFill>
                <a:latin typeface="Century Gothic" pitchFamily="34" charset="0"/>
              </a:rPr>
              <a:t> </a:t>
            </a:r>
            <a:endParaRPr lang="es-CO" sz="1000">
              <a:solidFill>
                <a:srgbClr val="000099"/>
              </a:solidFill>
              <a:latin typeface="Century Gothic" pitchFamily="34" charset="0"/>
            </a:endParaRPr>
          </a:p>
          <a:p>
            <a:pPr>
              <a:buFontTx/>
              <a:buChar char="•"/>
            </a:pPr>
            <a:r>
              <a:rPr lang="es-CO" sz="1000">
                <a:solidFill>
                  <a:srgbClr val="000099"/>
                </a:solidFill>
                <a:latin typeface="Century Gothic" pitchFamily="34" charset="0"/>
              </a:rPr>
              <a:t>PLAN DE MEJORAMIENTO FUNCIONAL.</a:t>
            </a:r>
          </a:p>
          <a:p>
            <a:pPr>
              <a:buFontTx/>
              <a:buChar char="•"/>
            </a:pPr>
            <a:r>
              <a:rPr lang="es-CO" sz="1000">
                <a:solidFill>
                  <a:srgbClr val="000099"/>
                </a:solidFill>
                <a:latin typeface="Century Gothic" pitchFamily="34" charset="0"/>
              </a:rPr>
              <a:t>PLAN DE MEJORAMIENTO INDIVIDUAL.</a:t>
            </a:r>
            <a:endParaRPr lang="es-ES" sz="1000">
              <a:solidFill>
                <a:srgbClr val="000099"/>
              </a:solidFill>
              <a:latin typeface="Century Gothic" pitchFamily="34" charset="0"/>
            </a:endParaRPr>
          </a:p>
        </p:txBody>
      </p:sp>
      <p:sp>
        <p:nvSpPr>
          <p:cNvPr id="70" name="Line 85"/>
          <p:cNvSpPr>
            <a:spLocks noChangeShapeType="1"/>
          </p:cNvSpPr>
          <p:nvPr/>
        </p:nvSpPr>
        <p:spPr bwMode="auto">
          <a:xfrm flipV="1">
            <a:off x="5633340" y="1446181"/>
            <a:ext cx="288925" cy="3069"/>
          </a:xfrm>
          <a:prstGeom prst="line">
            <a:avLst/>
          </a:prstGeom>
          <a:noFill/>
          <a:ln w="9525">
            <a:solidFill>
              <a:schemeClr val="tx1"/>
            </a:solidFill>
            <a:round/>
            <a:headEnd/>
            <a:tailEnd type="triangle" w="med" len="med"/>
          </a:ln>
        </p:spPr>
        <p:txBody>
          <a:bodyPr/>
          <a:lstStyle/>
          <a:p>
            <a:endParaRPr lang="es-CO"/>
          </a:p>
        </p:txBody>
      </p:sp>
      <p:sp>
        <p:nvSpPr>
          <p:cNvPr id="71" name="Line 86"/>
          <p:cNvSpPr>
            <a:spLocks noChangeShapeType="1"/>
          </p:cNvSpPr>
          <p:nvPr/>
        </p:nvSpPr>
        <p:spPr bwMode="auto">
          <a:xfrm>
            <a:off x="5633340" y="3118877"/>
            <a:ext cx="325438" cy="0"/>
          </a:xfrm>
          <a:prstGeom prst="line">
            <a:avLst/>
          </a:prstGeom>
          <a:noFill/>
          <a:ln w="9525">
            <a:solidFill>
              <a:schemeClr val="tx1"/>
            </a:solidFill>
            <a:round/>
            <a:headEnd/>
            <a:tailEnd type="triangle" w="med" len="med"/>
          </a:ln>
        </p:spPr>
        <p:txBody>
          <a:bodyPr/>
          <a:lstStyle/>
          <a:p>
            <a:endParaRPr lang="es-CO"/>
          </a:p>
        </p:txBody>
      </p:sp>
      <p:sp>
        <p:nvSpPr>
          <p:cNvPr id="72" name="Line 87"/>
          <p:cNvSpPr>
            <a:spLocks noChangeShapeType="1"/>
          </p:cNvSpPr>
          <p:nvPr/>
        </p:nvSpPr>
        <p:spPr bwMode="auto">
          <a:xfrm>
            <a:off x="5633340" y="3744987"/>
            <a:ext cx="325438" cy="0"/>
          </a:xfrm>
          <a:prstGeom prst="line">
            <a:avLst/>
          </a:prstGeom>
          <a:noFill/>
          <a:ln w="9525">
            <a:solidFill>
              <a:schemeClr val="tx1"/>
            </a:solidFill>
            <a:round/>
            <a:headEnd/>
            <a:tailEnd type="triangle" w="med" len="med"/>
          </a:ln>
        </p:spPr>
        <p:txBody>
          <a:bodyPr/>
          <a:lstStyle/>
          <a:p>
            <a:endParaRPr lang="es-CO"/>
          </a:p>
        </p:txBody>
      </p:sp>
      <p:sp>
        <p:nvSpPr>
          <p:cNvPr id="73" name="Line 88"/>
          <p:cNvSpPr>
            <a:spLocks noChangeShapeType="1"/>
          </p:cNvSpPr>
          <p:nvPr/>
        </p:nvSpPr>
        <p:spPr bwMode="auto">
          <a:xfrm>
            <a:off x="5633340" y="4441688"/>
            <a:ext cx="325438" cy="0"/>
          </a:xfrm>
          <a:prstGeom prst="line">
            <a:avLst/>
          </a:prstGeom>
          <a:noFill/>
          <a:ln w="9525">
            <a:solidFill>
              <a:schemeClr val="tx1"/>
            </a:solidFill>
            <a:round/>
            <a:headEnd/>
            <a:tailEnd type="triangle" w="med" len="med"/>
          </a:ln>
        </p:spPr>
        <p:txBody>
          <a:bodyPr/>
          <a:lstStyle/>
          <a:p>
            <a:endParaRPr lang="es-CO"/>
          </a:p>
        </p:txBody>
      </p:sp>
      <p:sp>
        <p:nvSpPr>
          <p:cNvPr id="74" name="Line 89"/>
          <p:cNvSpPr>
            <a:spLocks noChangeShapeType="1"/>
          </p:cNvSpPr>
          <p:nvPr/>
        </p:nvSpPr>
        <p:spPr bwMode="auto">
          <a:xfrm>
            <a:off x="5633340" y="5276501"/>
            <a:ext cx="288925" cy="0"/>
          </a:xfrm>
          <a:prstGeom prst="line">
            <a:avLst/>
          </a:prstGeom>
          <a:noFill/>
          <a:ln w="9525">
            <a:solidFill>
              <a:schemeClr val="tx1"/>
            </a:solidFill>
            <a:round/>
            <a:headEnd/>
            <a:tailEnd type="triangle" w="med" len="med"/>
          </a:ln>
        </p:spPr>
        <p:txBody>
          <a:bodyPr/>
          <a:lstStyle/>
          <a:p>
            <a:endParaRPr lang="es-CO"/>
          </a:p>
        </p:txBody>
      </p:sp>
      <p:sp>
        <p:nvSpPr>
          <p:cNvPr id="75" name="Line 90"/>
          <p:cNvSpPr>
            <a:spLocks noChangeShapeType="1"/>
          </p:cNvSpPr>
          <p:nvPr/>
        </p:nvSpPr>
        <p:spPr bwMode="auto">
          <a:xfrm>
            <a:off x="5630165" y="5833555"/>
            <a:ext cx="328613" cy="0"/>
          </a:xfrm>
          <a:prstGeom prst="line">
            <a:avLst/>
          </a:prstGeom>
          <a:noFill/>
          <a:ln w="9525">
            <a:solidFill>
              <a:schemeClr val="tx1"/>
            </a:solidFill>
            <a:round/>
            <a:headEnd/>
            <a:tailEnd type="triangle" w="med" len="med"/>
          </a:ln>
        </p:spPr>
        <p:txBody>
          <a:bodyPr/>
          <a:lstStyle/>
          <a:p>
            <a:endParaRPr lang="es-CO"/>
          </a:p>
        </p:txBody>
      </p:sp>
      <p:sp>
        <p:nvSpPr>
          <p:cNvPr id="76" name="Line 91"/>
          <p:cNvSpPr>
            <a:spLocks noChangeShapeType="1"/>
          </p:cNvSpPr>
          <p:nvPr/>
        </p:nvSpPr>
        <p:spPr bwMode="auto">
          <a:xfrm>
            <a:off x="5633340" y="6530256"/>
            <a:ext cx="325438" cy="0"/>
          </a:xfrm>
          <a:prstGeom prst="line">
            <a:avLst/>
          </a:prstGeom>
          <a:noFill/>
          <a:ln w="9525">
            <a:solidFill>
              <a:schemeClr val="tx1"/>
            </a:solidFill>
            <a:round/>
            <a:headEnd/>
            <a:tailEnd type="triangle" w="med" len="med"/>
          </a:ln>
        </p:spPr>
        <p:txBody>
          <a:bodyPr/>
          <a:lstStyle/>
          <a:p>
            <a:endParaRPr lang="es-CO"/>
          </a:p>
        </p:txBody>
      </p:sp>
      <p:cxnSp>
        <p:nvCxnSpPr>
          <p:cNvPr id="4" name="3 Conector recto"/>
          <p:cNvCxnSpPr/>
          <p:nvPr/>
        </p:nvCxnSpPr>
        <p:spPr bwMode="auto">
          <a:xfrm rot="5400000">
            <a:off x="2973881" y="1609528"/>
            <a:ext cx="1312069"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4 Conector recto de flecha"/>
          <p:cNvCxnSpPr/>
          <p:nvPr/>
        </p:nvCxnSpPr>
        <p:spPr bwMode="auto">
          <a:xfrm>
            <a:off x="3629916" y="953493"/>
            <a:ext cx="357187" cy="1535"/>
          </a:xfrm>
          <a:prstGeom prst="straightConnector1">
            <a:avLst/>
          </a:prstGeom>
          <a:ln w="254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 name="5 Conector recto de flecha"/>
          <p:cNvCxnSpPr/>
          <p:nvPr/>
        </p:nvCxnSpPr>
        <p:spPr bwMode="auto">
          <a:xfrm>
            <a:off x="3629916" y="1504408"/>
            <a:ext cx="357187" cy="1534"/>
          </a:xfrm>
          <a:prstGeom prst="straightConnector1">
            <a:avLst/>
          </a:prstGeom>
          <a:ln w="254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 name="6 Conector recto de flecha"/>
          <p:cNvCxnSpPr/>
          <p:nvPr/>
        </p:nvCxnSpPr>
        <p:spPr bwMode="auto">
          <a:xfrm>
            <a:off x="3629916" y="2264027"/>
            <a:ext cx="357187" cy="1535"/>
          </a:xfrm>
          <a:prstGeom prst="straightConnector1">
            <a:avLst/>
          </a:prstGeom>
          <a:ln w="254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 name="7 Conector recto"/>
          <p:cNvCxnSpPr/>
          <p:nvPr/>
        </p:nvCxnSpPr>
        <p:spPr bwMode="auto">
          <a:xfrm>
            <a:off x="3258873" y="1505943"/>
            <a:ext cx="357188" cy="153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8 Conector recto"/>
          <p:cNvCxnSpPr/>
          <p:nvPr/>
        </p:nvCxnSpPr>
        <p:spPr bwMode="auto">
          <a:xfrm rot="5400000">
            <a:off x="2902444" y="3750271"/>
            <a:ext cx="1312068"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9 Conector recto de flecha"/>
          <p:cNvCxnSpPr/>
          <p:nvPr/>
        </p:nvCxnSpPr>
        <p:spPr bwMode="auto">
          <a:xfrm>
            <a:off x="3558478" y="4406305"/>
            <a:ext cx="357188" cy="1535"/>
          </a:xfrm>
          <a:prstGeom prst="straightConnector1">
            <a:avLst/>
          </a:prstGeom>
          <a:ln w="254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1" name="10 Conector recto de flecha"/>
          <p:cNvCxnSpPr/>
          <p:nvPr/>
        </p:nvCxnSpPr>
        <p:spPr bwMode="auto">
          <a:xfrm>
            <a:off x="3558478" y="3714209"/>
            <a:ext cx="357188" cy="1534"/>
          </a:xfrm>
          <a:prstGeom prst="straightConnector1">
            <a:avLst/>
          </a:prstGeom>
          <a:ln w="254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2" name="11 Conector recto de flecha"/>
          <p:cNvCxnSpPr/>
          <p:nvPr/>
        </p:nvCxnSpPr>
        <p:spPr bwMode="auto">
          <a:xfrm>
            <a:off x="3558478" y="3094237"/>
            <a:ext cx="357188" cy="1534"/>
          </a:xfrm>
          <a:prstGeom prst="straightConnector1">
            <a:avLst/>
          </a:prstGeom>
          <a:ln w="254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3" name="12 Conector recto"/>
          <p:cNvCxnSpPr/>
          <p:nvPr/>
        </p:nvCxnSpPr>
        <p:spPr bwMode="auto">
          <a:xfrm>
            <a:off x="3344166" y="3714209"/>
            <a:ext cx="214312" cy="153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13 Conector recto"/>
          <p:cNvCxnSpPr/>
          <p:nvPr/>
        </p:nvCxnSpPr>
        <p:spPr bwMode="auto">
          <a:xfrm rot="5400000">
            <a:off x="2902443" y="5891016"/>
            <a:ext cx="1312069"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14 Conector recto de flecha"/>
          <p:cNvCxnSpPr/>
          <p:nvPr/>
        </p:nvCxnSpPr>
        <p:spPr bwMode="auto">
          <a:xfrm>
            <a:off x="3558478" y="5234980"/>
            <a:ext cx="357188" cy="1535"/>
          </a:xfrm>
          <a:prstGeom prst="straightConnector1">
            <a:avLst/>
          </a:prstGeom>
          <a:ln w="254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15 Conector recto de flecha"/>
          <p:cNvCxnSpPr/>
          <p:nvPr/>
        </p:nvCxnSpPr>
        <p:spPr bwMode="auto">
          <a:xfrm>
            <a:off x="3558478" y="5856487"/>
            <a:ext cx="357188" cy="1534"/>
          </a:xfrm>
          <a:prstGeom prst="straightConnector1">
            <a:avLst/>
          </a:prstGeom>
          <a:ln w="254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16 Conector recto de flecha"/>
          <p:cNvCxnSpPr/>
          <p:nvPr/>
        </p:nvCxnSpPr>
        <p:spPr bwMode="auto">
          <a:xfrm>
            <a:off x="3558478" y="6545515"/>
            <a:ext cx="357188" cy="1535"/>
          </a:xfrm>
          <a:prstGeom prst="straightConnector1">
            <a:avLst/>
          </a:prstGeom>
          <a:ln w="254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17 Conector recto"/>
          <p:cNvCxnSpPr/>
          <p:nvPr/>
        </p:nvCxnSpPr>
        <p:spPr bwMode="auto">
          <a:xfrm>
            <a:off x="3344166" y="5856487"/>
            <a:ext cx="214312" cy="153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78" name="77 CuadroTexto"/>
          <p:cNvSpPr txBox="1"/>
          <p:nvPr/>
        </p:nvSpPr>
        <p:spPr>
          <a:xfrm>
            <a:off x="318654" y="1178892"/>
            <a:ext cx="387928" cy="646331"/>
          </a:xfrm>
          <a:prstGeom prst="rect">
            <a:avLst/>
          </a:prstGeom>
          <a:noFill/>
        </p:spPr>
        <p:txBody>
          <a:bodyPr wrap="square" rtlCol="0">
            <a:spAutoFit/>
          </a:bodyPr>
          <a:lstStyle/>
          <a:p>
            <a:r>
              <a:rPr lang="es-CO" sz="3600" b="1" dirty="0" smtClean="0">
                <a:latin typeface="Futura Std Book" pitchFamily="34" charset="0"/>
              </a:rPr>
              <a:t>P</a:t>
            </a:r>
            <a:endParaRPr lang="es-CO" sz="3600" b="1" dirty="0">
              <a:latin typeface="Futura Std Book" pitchFamily="34" charset="0"/>
            </a:endParaRPr>
          </a:p>
        </p:txBody>
      </p:sp>
      <p:sp>
        <p:nvSpPr>
          <p:cNvPr id="79" name="78 CuadroTexto"/>
          <p:cNvSpPr txBox="1"/>
          <p:nvPr/>
        </p:nvSpPr>
        <p:spPr>
          <a:xfrm>
            <a:off x="318654" y="3316567"/>
            <a:ext cx="387928" cy="646331"/>
          </a:xfrm>
          <a:prstGeom prst="rect">
            <a:avLst/>
          </a:prstGeom>
          <a:noFill/>
        </p:spPr>
        <p:txBody>
          <a:bodyPr wrap="square" rtlCol="0">
            <a:spAutoFit/>
          </a:bodyPr>
          <a:lstStyle/>
          <a:p>
            <a:r>
              <a:rPr lang="es-CO" sz="3600" b="1" dirty="0" smtClean="0">
                <a:latin typeface="Futura Std Book" pitchFamily="34" charset="0"/>
              </a:rPr>
              <a:t>H</a:t>
            </a:r>
            <a:endParaRPr lang="es-CO" sz="3600" b="1" dirty="0">
              <a:latin typeface="Futura Std Book" pitchFamily="34" charset="0"/>
            </a:endParaRPr>
          </a:p>
        </p:txBody>
      </p:sp>
      <p:sp>
        <p:nvSpPr>
          <p:cNvPr id="80" name="79 CuadroTexto"/>
          <p:cNvSpPr txBox="1"/>
          <p:nvPr/>
        </p:nvSpPr>
        <p:spPr>
          <a:xfrm>
            <a:off x="277090" y="5420481"/>
            <a:ext cx="387928" cy="646331"/>
          </a:xfrm>
          <a:prstGeom prst="rect">
            <a:avLst/>
          </a:prstGeom>
          <a:noFill/>
        </p:spPr>
        <p:txBody>
          <a:bodyPr wrap="square" rtlCol="0">
            <a:spAutoFit/>
          </a:bodyPr>
          <a:lstStyle/>
          <a:p>
            <a:r>
              <a:rPr lang="es-CO" sz="3600" b="1" dirty="0" smtClean="0">
                <a:latin typeface="Futura Std Book" pitchFamily="34" charset="0"/>
              </a:rPr>
              <a:t>V</a:t>
            </a:r>
            <a:endParaRPr lang="es-CO" sz="3600" b="1" dirty="0">
              <a:latin typeface="Futura Std Book" pitchFamily="34" charset="0"/>
            </a:endParaRPr>
          </a:p>
        </p:txBody>
      </p:sp>
      <p:sp>
        <p:nvSpPr>
          <p:cNvPr id="81" name="80 CuadroTexto"/>
          <p:cNvSpPr txBox="1"/>
          <p:nvPr/>
        </p:nvSpPr>
        <p:spPr>
          <a:xfrm>
            <a:off x="858982" y="5441552"/>
            <a:ext cx="387928" cy="646331"/>
          </a:xfrm>
          <a:prstGeom prst="rect">
            <a:avLst/>
          </a:prstGeom>
          <a:noFill/>
        </p:spPr>
        <p:txBody>
          <a:bodyPr wrap="square" rtlCol="0">
            <a:spAutoFit/>
          </a:bodyPr>
          <a:lstStyle/>
          <a:p>
            <a:r>
              <a:rPr lang="es-CO" sz="3600" b="1" dirty="0" smtClean="0">
                <a:latin typeface="Futura Std Book" pitchFamily="34" charset="0"/>
              </a:rPr>
              <a:t>A</a:t>
            </a:r>
            <a:endParaRPr lang="es-CO" sz="3600" b="1" dirty="0">
              <a:latin typeface="Futura Std Book"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8"/>
                                        </p:tgtEl>
                                        <p:attrNameLst>
                                          <p:attrName>style.visibility</p:attrName>
                                        </p:attrNameLst>
                                      </p:cBhvr>
                                      <p:to>
                                        <p:strVal val="visible"/>
                                      </p:to>
                                    </p:set>
                                    <p:anim calcmode="lin" valueType="num">
                                      <p:cBhvr additive="base">
                                        <p:cTn id="7" dur="500" fill="hold"/>
                                        <p:tgtEl>
                                          <p:spTgt spid="78"/>
                                        </p:tgtEl>
                                        <p:attrNameLst>
                                          <p:attrName>ppt_x</p:attrName>
                                        </p:attrNameLst>
                                      </p:cBhvr>
                                      <p:tavLst>
                                        <p:tav tm="0">
                                          <p:val>
                                            <p:strVal val="#ppt_x"/>
                                          </p:val>
                                        </p:tav>
                                        <p:tav tm="100000">
                                          <p:val>
                                            <p:strVal val="#ppt_x"/>
                                          </p:val>
                                        </p:tav>
                                      </p:tavLst>
                                    </p:anim>
                                    <p:anim calcmode="lin" valueType="num">
                                      <p:cBhvr additive="base">
                                        <p:cTn id="8"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9"/>
                                        </p:tgtEl>
                                        <p:attrNameLst>
                                          <p:attrName>style.visibility</p:attrName>
                                        </p:attrNameLst>
                                      </p:cBhvr>
                                      <p:to>
                                        <p:strVal val="visible"/>
                                      </p:to>
                                    </p:set>
                                    <p:anim calcmode="lin" valueType="num">
                                      <p:cBhvr additive="base">
                                        <p:cTn id="13" dur="500" fill="hold"/>
                                        <p:tgtEl>
                                          <p:spTgt spid="79"/>
                                        </p:tgtEl>
                                        <p:attrNameLst>
                                          <p:attrName>ppt_x</p:attrName>
                                        </p:attrNameLst>
                                      </p:cBhvr>
                                      <p:tavLst>
                                        <p:tav tm="0">
                                          <p:val>
                                            <p:strVal val="#ppt_x"/>
                                          </p:val>
                                        </p:tav>
                                        <p:tav tm="100000">
                                          <p:val>
                                            <p:strVal val="#ppt_x"/>
                                          </p:val>
                                        </p:tav>
                                      </p:tavLst>
                                    </p:anim>
                                    <p:anim calcmode="lin" valueType="num">
                                      <p:cBhvr additive="base">
                                        <p:cTn id="14" dur="500" fill="hold"/>
                                        <p:tgtEl>
                                          <p:spTgt spid="79"/>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0"/>
                                        </p:tgtEl>
                                        <p:attrNameLst>
                                          <p:attrName>style.visibility</p:attrName>
                                        </p:attrNameLst>
                                      </p:cBhvr>
                                      <p:to>
                                        <p:strVal val="visible"/>
                                      </p:to>
                                    </p:set>
                                    <p:anim calcmode="lin" valueType="num">
                                      <p:cBhvr additive="base">
                                        <p:cTn id="19" dur="500" fill="hold"/>
                                        <p:tgtEl>
                                          <p:spTgt spid="80"/>
                                        </p:tgtEl>
                                        <p:attrNameLst>
                                          <p:attrName>ppt_x</p:attrName>
                                        </p:attrNameLst>
                                      </p:cBhvr>
                                      <p:tavLst>
                                        <p:tav tm="0">
                                          <p:val>
                                            <p:strVal val="#ppt_x"/>
                                          </p:val>
                                        </p:tav>
                                        <p:tav tm="100000">
                                          <p:val>
                                            <p:strVal val="#ppt_x"/>
                                          </p:val>
                                        </p:tav>
                                      </p:tavLst>
                                    </p:anim>
                                    <p:anim calcmode="lin" valueType="num">
                                      <p:cBhvr additive="base">
                                        <p:cTn id="20"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1"/>
                                        </p:tgtEl>
                                        <p:attrNameLst>
                                          <p:attrName>style.visibility</p:attrName>
                                        </p:attrNameLst>
                                      </p:cBhvr>
                                      <p:to>
                                        <p:strVal val="visible"/>
                                      </p:to>
                                    </p:set>
                                    <p:anim calcmode="lin" valueType="num">
                                      <p:cBhvr additive="base">
                                        <p:cTn id="25" dur="500" fill="hold"/>
                                        <p:tgtEl>
                                          <p:spTgt spid="81"/>
                                        </p:tgtEl>
                                        <p:attrNameLst>
                                          <p:attrName>ppt_x</p:attrName>
                                        </p:attrNameLst>
                                      </p:cBhvr>
                                      <p:tavLst>
                                        <p:tav tm="0">
                                          <p:val>
                                            <p:strVal val="#ppt_x"/>
                                          </p:val>
                                        </p:tav>
                                        <p:tav tm="100000">
                                          <p:val>
                                            <p:strVal val="#ppt_x"/>
                                          </p:val>
                                        </p:tav>
                                      </p:tavLst>
                                    </p:anim>
                                    <p:anim calcmode="lin" valueType="num">
                                      <p:cBhvr additive="base">
                                        <p:cTn id="26" dur="500" fill="hold"/>
                                        <p:tgtEl>
                                          <p:spTgt spid="8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8" grpId="0"/>
      <p:bldP spid="79" grpId="0"/>
      <p:bldP spid="80" grpId="0"/>
      <p:bldP spid="81"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2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4" name="3 Grupo"/>
          <p:cNvGrpSpPr/>
          <p:nvPr/>
        </p:nvGrpSpPr>
        <p:grpSpPr>
          <a:xfrm>
            <a:off x="0" y="-27383"/>
            <a:ext cx="9144000" cy="6890884"/>
            <a:chOff x="0" y="-27383"/>
            <a:chExt cx="9144000" cy="6890884"/>
          </a:xfrm>
        </p:grpSpPr>
        <p:pic>
          <p:nvPicPr>
            <p:cNvPr id="5"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5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7" name="6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9"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3074" name="Picture 2" descr="cid:3479128801_1749866"/>
          <p:cNvPicPr>
            <a:picLocks noChangeAspect="1" noChangeArrowheads="1"/>
          </p:cNvPicPr>
          <p:nvPr/>
        </p:nvPicPr>
        <p:blipFill>
          <a:blip r:embed="rId4" r:link="rId5">
            <a:extLst>
              <a:ext uri="{28A0092B-C50C-407E-A947-70E740481C1C}">
                <a14:useLocalDpi xmlns:a14="http://schemas.microsoft.com/office/drawing/2010/main" val="0"/>
              </a:ext>
            </a:extLst>
          </a:blip>
          <a:srcRect/>
          <a:stretch>
            <a:fillRect/>
          </a:stretch>
        </p:blipFill>
        <p:spPr bwMode="auto">
          <a:xfrm>
            <a:off x="150732" y="109181"/>
            <a:ext cx="7783626" cy="66396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32193231"/>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3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5" name="4 Grupo"/>
          <p:cNvGrpSpPr/>
          <p:nvPr/>
        </p:nvGrpSpPr>
        <p:grpSpPr>
          <a:xfrm>
            <a:off x="0" y="-27383"/>
            <a:ext cx="9144000" cy="6890884"/>
            <a:chOff x="0" y="-27383"/>
            <a:chExt cx="9144000" cy="6890884"/>
          </a:xfrm>
        </p:grpSpPr>
        <p:pic>
          <p:nvPicPr>
            <p:cNvPr id="6"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6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0"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2" name="Rectangle 4"/>
          <p:cNvSpPr txBox="1">
            <a:spLocks noChangeArrowheads="1"/>
          </p:cNvSpPr>
          <p:nvPr/>
        </p:nvSpPr>
        <p:spPr>
          <a:xfrm>
            <a:off x="681037" y="1585119"/>
            <a:ext cx="7851775" cy="4306526"/>
          </a:xfrm>
          <a:prstGeom prst="rect">
            <a:avLst/>
          </a:prstGeom>
        </p:spPr>
        <p:txBody>
          <a:bodyPr/>
          <a:lstStyle/>
          <a:p>
            <a:pPr marL="609600" indent="-609600" algn="just">
              <a:lnSpc>
                <a:spcPct val="85000"/>
              </a:lnSpc>
              <a:spcBef>
                <a:spcPct val="20000"/>
              </a:spcBef>
              <a:buFontTx/>
              <a:buAutoNum type="arabicPeriod"/>
              <a:defRPr/>
            </a:pPr>
            <a:r>
              <a:rPr lang="es-CO" sz="2800" dirty="0" smtClean="0">
                <a:solidFill>
                  <a:schemeClr val="bg1">
                    <a:lumMod val="85000"/>
                  </a:schemeClr>
                </a:solidFill>
                <a:latin typeface="Futura Std Medium" pitchFamily="34" charset="0"/>
                <a:cs typeface="Futura Std Book"/>
              </a:rPr>
              <a:t>Objetivos de la sesión </a:t>
            </a:r>
          </a:p>
          <a:p>
            <a:pPr marL="609600" indent="-609600" algn="just">
              <a:lnSpc>
                <a:spcPct val="85000"/>
              </a:lnSpc>
              <a:spcBef>
                <a:spcPct val="20000"/>
              </a:spcBef>
              <a:buFontTx/>
              <a:buAutoNum type="arabicPeriod"/>
              <a:defRPr/>
            </a:pPr>
            <a:r>
              <a:rPr lang="es-CO" sz="2800" dirty="0" smtClean="0">
                <a:solidFill>
                  <a:schemeClr val="bg1">
                    <a:lumMod val="85000"/>
                  </a:schemeClr>
                </a:solidFill>
                <a:latin typeface="Futura Std Medium" pitchFamily="34" charset="0"/>
                <a:cs typeface="Futura Std Book"/>
              </a:rPr>
              <a:t>Marco legal del Sistema de Control Interno</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Justificación de la actualización</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Metodología utilizada para la actualización</a:t>
            </a:r>
          </a:p>
          <a:p>
            <a:pPr marL="609600" indent="-609600" algn="just">
              <a:lnSpc>
                <a:spcPct val="85000"/>
              </a:lnSpc>
              <a:spcBef>
                <a:spcPct val="20000"/>
              </a:spcBef>
              <a:buFontTx/>
              <a:buAutoNum type="arabicPeriod"/>
              <a:defRPr/>
            </a:pPr>
            <a:r>
              <a:rPr lang="es-ES" sz="2800" dirty="0">
                <a:solidFill>
                  <a:schemeClr val="bg1">
                    <a:lumMod val="85000"/>
                  </a:schemeClr>
                </a:solidFill>
                <a:latin typeface="Futura Std Medium" pitchFamily="34" charset="0"/>
                <a:cs typeface="Futura Std Book"/>
              </a:rPr>
              <a:t>Estructura general</a:t>
            </a:r>
          </a:p>
          <a:p>
            <a:pPr marL="609600" indent="-609600" algn="just">
              <a:lnSpc>
                <a:spcPct val="85000"/>
              </a:lnSpc>
              <a:spcBef>
                <a:spcPct val="20000"/>
              </a:spcBef>
              <a:buFontTx/>
              <a:buAutoNum type="arabicPeriod"/>
              <a:defRPr/>
            </a:pPr>
            <a:r>
              <a:rPr lang="es-ES" sz="2800" dirty="0" smtClean="0">
                <a:latin typeface="Futura Std Medium" pitchFamily="34" charset="0"/>
                <a:cs typeface="Futura Std Book"/>
              </a:rPr>
              <a:t>Principales cambios</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Fases de la actualización</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Roles y Responsabilidades.</a:t>
            </a:r>
            <a:endParaRPr lang="es-CO" sz="2800" b="1" kern="0" dirty="0">
              <a:solidFill>
                <a:schemeClr val="bg1">
                  <a:lumMod val="85000"/>
                </a:schemeClr>
              </a:solidFill>
              <a:latin typeface="Futura Std Medium" pitchFamily="34" charset="0"/>
            </a:endParaRPr>
          </a:p>
          <a:p>
            <a:pPr marL="609600" indent="-609600" algn="just">
              <a:lnSpc>
                <a:spcPct val="85000"/>
              </a:lnSpc>
              <a:spcBef>
                <a:spcPct val="20000"/>
              </a:spcBef>
              <a:buFontTx/>
              <a:buAutoNum type="arabicPeriod"/>
              <a:defRPr/>
            </a:pPr>
            <a:endParaRPr lang="es-CO" sz="2500" b="1" kern="0" dirty="0">
              <a:solidFill>
                <a:srgbClr val="0000FF"/>
              </a:solidFill>
              <a:latin typeface="Calibri" pitchFamily="34" charset="0"/>
              <a:cs typeface="+mn-cs"/>
            </a:endParaRPr>
          </a:p>
        </p:txBody>
      </p:sp>
      <p:sp>
        <p:nvSpPr>
          <p:cNvPr id="3" name="2 Rectángulo redondeado"/>
          <p:cNvSpPr/>
          <p:nvPr/>
        </p:nvSpPr>
        <p:spPr>
          <a:xfrm>
            <a:off x="4748073" y="287536"/>
            <a:ext cx="3279763"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Agenda</a:t>
            </a:r>
            <a:endParaRPr lang="es-CO" sz="2800" dirty="0"/>
          </a:p>
        </p:txBody>
      </p:sp>
    </p:spTree>
    <p:extLst>
      <p:ext uri="{BB962C8B-B14F-4D97-AF65-F5344CB8AC3E}">
        <p14:creationId xmlns:p14="http://schemas.microsoft.com/office/powerpoint/2010/main" val="424983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53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55" name="54 Grupo"/>
          <p:cNvGrpSpPr/>
          <p:nvPr/>
        </p:nvGrpSpPr>
        <p:grpSpPr>
          <a:xfrm>
            <a:off x="0" y="-27383"/>
            <a:ext cx="9144000" cy="6890884"/>
            <a:chOff x="0" y="-27383"/>
            <a:chExt cx="9144000" cy="6890884"/>
          </a:xfrm>
        </p:grpSpPr>
        <p:pic>
          <p:nvPicPr>
            <p:cNvPr id="56"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7" name="56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58" name="57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59" name="58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60"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grpSp>
        <p:nvGrpSpPr>
          <p:cNvPr id="16" name="15 Grupo"/>
          <p:cNvGrpSpPr/>
          <p:nvPr/>
        </p:nvGrpSpPr>
        <p:grpSpPr>
          <a:xfrm>
            <a:off x="445070" y="1603497"/>
            <a:ext cx="1609725" cy="695166"/>
            <a:chOff x="966788" y="1156100"/>
            <a:chExt cx="1609725" cy="695166"/>
          </a:xfrm>
        </p:grpSpPr>
        <p:sp>
          <p:nvSpPr>
            <p:cNvPr id="2" name="Rectangle 24"/>
            <p:cNvSpPr>
              <a:spLocks noChangeArrowheads="1"/>
            </p:cNvSpPr>
            <p:nvPr/>
          </p:nvSpPr>
          <p:spPr bwMode="auto">
            <a:xfrm>
              <a:off x="966788" y="1156100"/>
              <a:ext cx="1609725" cy="695166"/>
            </a:xfrm>
            <a:prstGeom prst="rect">
              <a:avLst/>
            </a:prstGeom>
            <a:solidFill>
              <a:srgbClr val="FFCC00"/>
            </a:solidFill>
            <a:ln w="9525">
              <a:noFill/>
              <a:miter lim="800000"/>
              <a:headEnd/>
              <a:tailEnd/>
            </a:ln>
          </p:spPr>
          <p:txBody>
            <a:bodyPr/>
            <a:lstStyle/>
            <a:p>
              <a:endParaRPr lang="es-CO" sz="2000"/>
            </a:p>
          </p:txBody>
        </p:sp>
        <p:sp>
          <p:nvSpPr>
            <p:cNvPr id="3" name="Rectangle 25"/>
            <p:cNvSpPr>
              <a:spLocks noChangeArrowheads="1"/>
            </p:cNvSpPr>
            <p:nvPr/>
          </p:nvSpPr>
          <p:spPr bwMode="auto">
            <a:xfrm>
              <a:off x="966788" y="1229717"/>
              <a:ext cx="1576388" cy="487998"/>
            </a:xfrm>
            <a:prstGeom prst="rect">
              <a:avLst/>
            </a:prstGeom>
            <a:noFill/>
            <a:ln w="9525">
              <a:noFill/>
              <a:miter lim="800000"/>
              <a:headEnd/>
              <a:tailEnd/>
            </a:ln>
          </p:spPr>
          <p:txBody>
            <a:bodyPr lIns="0" tIns="0" rIns="0" bIns="0">
              <a:spAutoFit/>
            </a:bodyPr>
            <a:lstStyle/>
            <a:p>
              <a:pPr algn="ctr"/>
              <a:r>
                <a:rPr lang="es-CO" sz="1100" dirty="0">
                  <a:solidFill>
                    <a:srgbClr val="333399"/>
                  </a:solidFill>
                  <a:latin typeface="Arial Black" pitchFamily="34" charset="0"/>
                </a:rPr>
                <a:t>1. SUBSISTEMA DE CONTROL ESTRATÉGICO</a:t>
              </a:r>
              <a:endParaRPr lang="es-ES" sz="1100" dirty="0">
                <a:solidFill>
                  <a:srgbClr val="333399"/>
                </a:solidFill>
                <a:latin typeface="Arial Black" pitchFamily="34" charset="0"/>
              </a:endParaRPr>
            </a:p>
          </p:txBody>
        </p:sp>
      </p:grpSp>
      <p:grpSp>
        <p:nvGrpSpPr>
          <p:cNvPr id="20" name="19 Grupo"/>
          <p:cNvGrpSpPr/>
          <p:nvPr/>
        </p:nvGrpSpPr>
        <p:grpSpPr>
          <a:xfrm>
            <a:off x="4893562" y="945335"/>
            <a:ext cx="3168651" cy="687493"/>
            <a:chOff x="5184775" y="447079"/>
            <a:chExt cx="3168651" cy="687493"/>
          </a:xfrm>
        </p:grpSpPr>
        <p:sp>
          <p:nvSpPr>
            <p:cNvPr id="5" name="Rectangle 11"/>
            <p:cNvSpPr>
              <a:spLocks noChangeArrowheads="1"/>
            </p:cNvSpPr>
            <p:nvPr/>
          </p:nvSpPr>
          <p:spPr bwMode="auto">
            <a:xfrm>
              <a:off x="5224463" y="447079"/>
              <a:ext cx="3128963" cy="687493"/>
            </a:xfrm>
            <a:prstGeom prst="rect">
              <a:avLst/>
            </a:prstGeom>
            <a:solidFill>
              <a:srgbClr val="FFCC00"/>
            </a:solidFill>
            <a:ln w="9525">
              <a:noFill/>
              <a:miter lim="800000"/>
              <a:headEnd/>
              <a:tailEnd/>
            </a:ln>
          </p:spPr>
          <p:txBody>
            <a:bodyPr/>
            <a:lstStyle/>
            <a:p>
              <a:endParaRPr lang="es-CO" sz="2000"/>
            </a:p>
          </p:txBody>
        </p:sp>
        <p:sp>
          <p:nvSpPr>
            <p:cNvPr id="6" name="Rectangle 12"/>
            <p:cNvSpPr>
              <a:spLocks noChangeArrowheads="1"/>
            </p:cNvSpPr>
            <p:nvPr/>
          </p:nvSpPr>
          <p:spPr bwMode="auto">
            <a:xfrm>
              <a:off x="5184775" y="516135"/>
              <a:ext cx="3128963" cy="589280"/>
            </a:xfrm>
            <a:prstGeom prst="rect">
              <a:avLst/>
            </a:prstGeom>
            <a:noFill/>
            <a:ln w="9525">
              <a:noFill/>
              <a:miter lim="800000"/>
              <a:headEnd/>
              <a:tailEnd/>
            </a:ln>
          </p:spPr>
          <p:txBody>
            <a:bodyPr lIns="0" tIns="0" rIns="0" bIns="0">
              <a:spAutoFit/>
            </a:bodyPr>
            <a:lstStyle/>
            <a:p>
              <a:pPr marL="171450" indent="-84138" algn="just">
                <a:buFontTx/>
                <a:buChar char="•"/>
              </a:pPr>
              <a:r>
                <a:rPr lang="es-ES" sz="1000" dirty="0">
                  <a:solidFill>
                    <a:srgbClr val="000099"/>
                  </a:solidFill>
                  <a:latin typeface="Century Gothic" pitchFamily="34" charset="0"/>
                </a:rPr>
                <a:t>ACUERDOS, COMPROMISOS O PROTOCOLOS  </a:t>
              </a:r>
              <a:r>
                <a:rPr lang="es-CO" sz="1000" dirty="0">
                  <a:solidFill>
                    <a:srgbClr val="000099"/>
                  </a:solidFill>
                  <a:latin typeface="Century Gothic" pitchFamily="34" charset="0"/>
                </a:rPr>
                <a:t>É</a:t>
              </a:r>
              <a:r>
                <a:rPr lang="es-ES" sz="1000" dirty="0">
                  <a:solidFill>
                    <a:srgbClr val="000099"/>
                  </a:solidFill>
                  <a:latin typeface="Century Gothic" pitchFamily="34" charset="0"/>
                </a:rPr>
                <a:t>TICOS. </a:t>
              </a:r>
              <a:endParaRPr lang="es-CO" sz="1000" dirty="0">
                <a:solidFill>
                  <a:srgbClr val="000099"/>
                </a:solidFill>
                <a:latin typeface="Century Gothic" pitchFamily="34" charset="0"/>
              </a:endParaRPr>
            </a:p>
            <a:p>
              <a:pPr marL="171450" indent="-84138" algn="just">
                <a:buFontTx/>
                <a:buChar char="•"/>
              </a:pPr>
              <a:r>
                <a:rPr lang="es-ES" sz="1000" dirty="0">
                  <a:solidFill>
                    <a:srgbClr val="000099"/>
                  </a:solidFill>
                  <a:latin typeface="Century Gothic" pitchFamily="34" charset="0"/>
                </a:rPr>
                <a:t>DESARROLLO DEL TALENTO HUMANO.</a:t>
              </a:r>
              <a:endParaRPr lang="es-CO" sz="1000" dirty="0">
                <a:solidFill>
                  <a:srgbClr val="000099"/>
                </a:solidFill>
                <a:latin typeface="Century Gothic" pitchFamily="34" charset="0"/>
              </a:endParaRPr>
            </a:p>
            <a:p>
              <a:pPr marL="171450" indent="-84138" algn="just">
                <a:buFontTx/>
                <a:buChar char="•"/>
              </a:pPr>
              <a:r>
                <a:rPr lang="es-ES" sz="1000" dirty="0">
                  <a:solidFill>
                    <a:srgbClr val="000099"/>
                  </a:solidFill>
                  <a:latin typeface="Century Gothic" pitchFamily="34" charset="0"/>
                </a:rPr>
                <a:t>ESTILO DE DIRECCI</a:t>
              </a:r>
              <a:r>
                <a:rPr lang="es-CO" sz="1000" dirty="0">
                  <a:solidFill>
                    <a:srgbClr val="000099"/>
                  </a:solidFill>
                  <a:latin typeface="Century Gothic" pitchFamily="34" charset="0"/>
                </a:rPr>
                <a:t>Ó</a:t>
              </a:r>
              <a:r>
                <a:rPr lang="es-ES" sz="1000" dirty="0">
                  <a:solidFill>
                    <a:srgbClr val="000099"/>
                  </a:solidFill>
                  <a:latin typeface="Century Gothic" pitchFamily="34" charset="0"/>
                </a:rPr>
                <a:t>N.</a:t>
              </a:r>
            </a:p>
          </p:txBody>
        </p:sp>
      </p:grpSp>
      <p:grpSp>
        <p:nvGrpSpPr>
          <p:cNvPr id="17" name="16 Grupo"/>
          <p:cNvGrpSpPr/>
          <p:nvPr/>
        </p:nvGrpSpPr>
        <p:grpSpPr>
          <a:xfrm>
            <a:off x="2688890" y="1101732"/>
            <a:ext cx="1682750" cy="414338"/>
            <a:chOff x="3216275" y="714097"/>
            <a:chExt cx="1682750" cy="414338"/>
          </a:xfrm>
        </p:grpSpPr>
        <p:sp>
          <p:nvSpPr>
            <p:cNvPr id="4" name="Rectangle 8"/>
            <p:cNvSpPr>
              <a:spLocks noChangeArrowheads="1"/>
            </p:cNvSpPr>
            <p:nvPr/>
          </p:nvSpPr>
          <p:spPr bwMode="auto">
            <a:xfrm>
              <a:off x="3216275" y="714097"/>
              <a:ext cx="1682750" cy="394388"/>
            </a:xfrm>
            <a:prstGeom prst="rect">
              <a:avLst/>
            </a:prstGeom>
            <a:solidFill>
              <a:srgbClr val="000099"/>
            </a:solidFill>
            <a:ln w="9525">
              <a:noFill/>
              <a:miter lim="800000"/>
              <a:headEnd/>
              <a:tailEnd/>
            </a:ln>
          </p:spPr>
          <p:txBody>
            <a:bodyPr/>
            <a:lstStyle/>
            <a:p>
              <a:endParaRPr lang="es-CO" sz="2000"/>
            </a:p>
          </p:txBody>
        </p:sp>
        <p:sp>
          <p:nvSpPr>
            <p:cNvPr id="9" name="Text Box 33"/>
            <p:cNvSpPr txBox="1">
              <a:spLocks noChangeArrowheads="1"/>
            </p:cNvSpPr>
            <p:nvPr/>
          </p:nvSpPr>
          <p:spPr bwMode="auto">
            <a:xfrm>
              <a:off x="3284538" y="714097"/>
              <a:ext cx="1550988" cy="414338"/>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1.1. AMBIENTE DE CONTROL.</a:t>
              </a:r>
              <a:endParaRPr lang="es-ES" sz="1100" dirty="0">
                <a:solidFill>
                  <a:srgbClr val="FFCC00"/>
                </a:solidFill>
                <a:latin typeface="Century Gothic" pitchFamily="34" charset="0"/>
              </a:endParaRPr>
            </a:p>
          </p:txBody>
        </p:sp>
      </p:grpSp>
      <p:grpSp>
        <p:nvGrpSpPr>
          <p:cNvPr id="18" name="17 Grupo"/>
          <p:cNvGrpSpPr/>
          <p:nvPr/>
        </p:nvGrpSpPr>
        <p:grpSpPr>
          <a:xfrm>
            <a:off x="2582528" y="1603541"/>
            <a:ext cx="1857375" cy="552449"/>
            <a:chOff x="3109913" y="1215906"/>
            <a:chExt cx="1857375" cy="552449"/>
          </a:xfrm>
        </p:grpSpPr>
        <p:sp>
          <p:nvSpPr>
            <p:cNvPr id="10" name="Rectangle 34"/>
            <p:cNvSpPr>
              <a:spLocks noChangeArrowheads="1"/>
            </p:cNvSpPr>
            <p:nvPr/>
          </p:nvSpPr>
          <p:spPr bwMode="auto">
            <a:xfrm>
              <a:off x="3216275" y="1257339"/>
              <a:ext cx="1682750" cy="511016"/>
            </a:xfrm>
            <a:prstGeom prst="rect">
              <a:avLst/>
            </a:prstGeom>
            <a:solidFill>
              <a:srgbClr val="000099"/>
            </a:solidFill>
            <a:ln w="9525">
              <a:noFill/>
              <a:miter lim="800000"/>
              <a:headEnd/>
              <a:tailEnd/>
            </a:ln>
          </p:spPr>
          <p:txBody>
            <a:bodyPr/>
            <a:lstStyle/>
            <a:p>
              <a:endParaRPr lang="es-CO" sz="2000"/>
            </a:p>
          </p:txBody>
        </p:sp>
        <p:sp>
          <p:nvSpPr>
            <p:cNvPr id="11" name="Text Box 35"/>
            <p:cNvSpPr txBox="1">
              <a:spLocks noChangeArrowheads="1"/>
            </p:cNvSpPr>
            <p:nvPr/>
          </p:nvSpPr>
          <p:spPr bwMode="auto">
            <a:xfrm>
              <a:off x="3109913" y="1215906"/>
              <a:ext cx="1857375" cy="415872"/>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1.2. DIRECCIONAMIENTO ESTRATÉGICO.</a:t>
              </a:r>
              <a:endParaRPr lang="es-ES" sz="1100" dirty="0">
                <a:solidFill>
                  <a:srgbClr val="FFCC00"/>
                </a:solidFill>
                <a:latin typeface="Century Gothic" pitchFamily="34" charset="0"/>
              </a:endParaRPr>
            </a:p>
          </p:txBody>
        </p:sp>
      </p:grpSp>
      <p:grpSp>
        <p:nvGrpSpPr>
          <p:cNvPr id="19" name="18 Grupo"/>
          <p:cNvGrpSpPr/>
          <p:nvPr/>
        </p:nvGrpSpPr>
        <p:grpSpPr>
          <a:xfrm>
            <a:off x="2688890" y="2381574"/>
            <a:ext cx="1751013" cy="610764"/>
            <a:chOff x="3216275" y="1993939"/>
            <a:chExt cx="1751013" cy="610764"/>
          </a:xfrm>
        </p:grpSpPr>
        <p:sp>
          <p:nvSpPr>
            <p:cNvPr id="12" name="Rectangle 36"/>
            <p:cNvSpPr>
              <a:spLocks noChangeArrowheads="1"/>
            </p:cNvSpPr>
            <p:nvPr/>
          </p:nvSpPr>
          <p:spPr bwMode="auto">
            <a:xfrm>
              <a:off x="3216275" y="1993939"/>
              <a:ext cx="1679575" cy="610764"/>
            </a:xfrm>
            <a:prstGeom prst="rect">
              <a:avLst/>
            </a:prstGeom>
            <a:solidFill>
              <a:srgbClr val="000099"/>
            </a:solidFill>
            <a:ln w="9525">
              <a:noFill/>
              <a:miter lim="800000"/>
              <a:headEnd/>
              <a:tailEnd/>
            </a:ln>
          </p:spPr>
          <p:txBody>
            <a:bodyPr/>
            <a:lstStyle/>
            <a:p>
              <a:endParaRPr lang="es-CO" sz="2000"/>
            </a:p>
          </p:txBody>
        </p:sp>
        <p:sp>
          <p:nvSpPr>
            <p:cNvPr id="13" name="Text Box 37"/>
            <p:cNvSpPr txBox="1">
              <a:spLocks noChangeArrowheads="1"/>
            </p:cNvSpPr>
            <p:nvPr/>
          </p:nvSpPr>
          <p:spPr bwMode="auto">
            <a:xfrm>
              <a:off x="3281363" y="1993939"/>
              <a:ext cx="1685925" cy="415872"/>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1.3. ADMINISTRACIÓN DE RIESGOS.</a:t>
              </a:r>
              <a:endParaRPr lang="es-ES" sz="1100" dirty="0">
                <a:solidFill>
                  <a:srgbClr val="FFCC00"/>
                </a:solidFill>
                <a:latin typeface="Century Gothic" pitchFamily="34" charset="0"/>
              </a:endParaRPr>
            </a:p>
          </p:txBody>
        </p:sp>
      </p:grpSp>
      <p:grpSp>
        <p:nvGrpSpPr>
          <p:cNvPr id="21" name="20 Grupo"/>
          <p:cNvGrpSpPr/>
          <p:nvPr/>
        </p:nvGrpSpPr>
        <p:grpSpPr>
          <a:xfrm>
            <a:off x="4912612" y="1681935"/>
            <a:ext cx="3149601" cy="515620"/>
            <a:chOff x="5203825" y="1183679"/>
            <a:chExt cx="3149601" cy="515620"/>
          </a:xfrm>
        </p:grpSpPr>
        <p:sp>
          <p:nvSpPr>
            <p:cNvPr id="7" name="Rectangle 13"/>
            <p:cNvSpPr>
              <a:spLocks noChangeArrowheads="1"/>
            </p:cNvSpPr>
            <p:nvPr/>
          </p:nvSpPr>
          <p:spPr bwMode="auto">
            <a:xfrm>
              <a:off x="5224463" y="1183679"/>
              <a:ext cx="3128963" cy="515620"/>
            </a:xfrm>
            <a:prstGeom prst="rect">
              <a:avLst/>
            </a:prstGeom>
            <a:solidFill>
              <a:srgbClr val="FFCC00"/>
            </a:solidFill>
            <a:ln w="9525">
              <a:noFill/>
              <a:miter lim="800000"/>
              <a:headEnd/>
              <a:tailEnd/>
            </a:ln>
          </p:spPr>
          <p:txBody>
            <a:bodyPr/>
            <a:lstStyle/>
            <a:p>
              <a:endParaRPr lang="es-CO" sz="2000"/>
            </a:p>
          </p:txBody>
        </p:sp>
        <p:sp>
          <p:nvSpPr>
            <p:cNvPr id="14" name="Rectangle 70"/>
            <p:cNvSpPr>
              <a:spLocks noChangeArrowheads="1"/>
            </p:cNvSpPr>
            <p:nvPr/>
          </p:nvSpPr>
          <p:spPr bwMode="auto">
            <a:xfrm>
              <a:off x="5203825" y="1188283"/>
              <a:ext cx="3065463" cy="441960"/>
            </a:xfrm>
            <a:prstGeom prst="rect">
              <a:avLst/>
            </a:prstGeom>
            <a:noFill/>
            <a:ln w="9525">
              <a:noFill/>
              <a:miter lim="800000"/>
              <a:headEnd/>
              <a:tailEnd/>
            </a:ln>
          </p:spPr>
          <p:txBody>
            <a:bodyPr lIns="0" tIns="0" rIns="0" bIns="0">
              <a:spAutoFit/>
            </a:bodyPr>
            <a:lstStyle/>
            <a:p>
              <a:pPr marL="87313" algn="just">
                <a:buFontTx/>
                <a:buChar char="•"/>
              </a:pPr>
              <a:r>
                <a:rPr lang="es-CO" sz="1000" dirty="0">
                  <a:solidFill>
                    <a:srgbClr val="000099"/>
                  </a:solidFill>
                  <a:latin typeface="Century Gothic" pitchFamily="34" charset="0"/>
                </a:rPr>
                <a:t>PLANES Y PROGRAMAS.</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MODELO DE OPERACIÓN POR PROCESOS.</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ESTRUCTURA ORGANIZACIONAL.</a:t>
              </a:r>
              <a:endParaRPr lang="es-ES" sz="1000" dirty="0">
                <a:solidFill>
                  <a:srgbClr val="000099"/>
                </a:solidFill>
                <a:latin typeface="Century Gothic" pitchFamily="34" charset="0"/>
              </a:endParaRPr>
            </a:p>
          </p:txBody>
        </p:sp>
      </p:grpSp>
      <p:grpSp>
        <p:nvGrpSpPr>
          <p:cNvPr id="22" name="21 Grupo"/>
          <p:cNvGrpSpPr/>
          <p:nvPr/>
        </p:nvGrpSpPr>
        <p:grpSpPr>
          <a:xfrm>
            <a:off x="4912612" y="2243593"/>
            <a:ext cx="3128963" cy="883920"/>
            <a:chOff x="5203825" y="1745337"/>
            <a:chExt cx="3128963" cy="883920"/>
          </a:xfrm>
        </p:grpSpPr>
        <p:sp>
          <p:nvSpPr>
            <p:cNvPr id="8" name="Rectangle 14"/>
            <p:cNvSpPr>
              <a:spLocks noChangeArrowheads="1"/>
            </p:cNvSpPr>
            <p:nvPr/>
          </p:nvSpPr>
          <p:spPr bwMode="auto">
            <a:xfrm>
              <a:off x="5203825" y="1745337"/>
              <a:ext cx="3128963" cy="883920"/>
            </a:xfrm>
            <a:prstGeom prst="rect">
              <a:avLst/>
            </a:prstGeom>
            <a:solidFill>
              <a:srgbClr val="FFCC00"/>
            </a:solidFill>
            <a:ln w="9525">
              <a:noFill/>
              <a:miter lim="800000"/>
              <a:headEnd/>
              <a:tailEnd/>
            </a:ln>
          </p:spPr>
          <p:txBody>
            <a:bodyPr/>
            <a:lstStyle/>
            <a:p>
              <a:endParaRPr lang="es-CO" sz="2000"/>
            </a:p>
          </p:txBody>
        </p:sp>
        <p:sp>
          <p:nvSpPr>
            <p:cNvPr id="15" name="Rectangle 71"/>
            <p:cNvSpPr>
              <a:spLocks noChangeArrowheads="1"/>
            </p:cNvSpPr>
            <p:nvPr/>
          </p:nvSpPr>
          <p:spPr bwMode="auto">
            <a:xfrm>
              <a:off x="5272088" y="1797513"/>
              <a:ext cx="3060700" cy="736600"/>
            </a:xfrm>
            <a:prstGeom prst="rect">
              <a:avLst/>
            </a:prstGeom>
            <a:noFill/>
            <a:ln w="9525">
              <a:noFill/>
              <a:miter lim="800000"/>
              <a:headEnd/>
              <a:tailEnd/>
            </a:ln>
          </p:spPr>
          <p:txBody>
            <a:bodyPr lIns="0" tIns="0" rIns="0" bIns="0">
              <a:spAutoFit/>
            </a:bodyPr>
            <a:lstStyle/>
            <a:p>
              <a:pPr algn="just">
                <a:buFontTx/>
                <a:buChar char="•"/>
              </a:pPr>
              <a:r>
                <a:rPr lang="es-CO" sz="1000" dirty="0">
                  <a:solidFill>
                    <a:srgbClr val="000099"/>
                  </a:solidFill>
                  <a:latin typeface="Century Gothic" pitchFamily="34" charset="0"/>
                </a:rPr>
                <a:t>CONTEXTO ESTRATÉGICO.</a:t>
              </a:r>
            </a:p>
            <a:p>
              <a:pPr algn="just">
                <a:buFontTx/>
                <a:buChar char="•"/>
              </a:pPr>
              <a:r>
                <a:rPr lang="es-CO" sz="1000" dirty="0">
                  <a:solidFill>
                    <a:srgbClr val="000099"/>
                  </a:solidFill>
                  <a:latin typeface="Century Gothic" pitchFamily="34" charset="0"/>
                </a:rPr>
                <a:t>IDENTIFICACIÓN DE RIESGOS.</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algn="just">
                <a:buFontTx/>
                <a:buChar char="•"/>
              </a:pPr>
              <a:r>
                <a:rPr lang="es-CO" sz="1000" dirty="0">
                  <a:solidFill>
                    <a:srgbClr val="000099"/>
                  </a:solidFill>
                  <a:latin typeface="Century Gothic" pitchFamily="34" charset="0"/>
                </a:rPr>
                <a:t>ANÁLISIS DE RIESGOS.</a:t>
              </a:r>
            </a:p>
            <a:p>
              <a:pPr algn="just">
                <a:buFontTx/>
                <a:buChar char="•"/>
              </a:pPr>
              <a:r>
                <a:rPr lang="es-CO" sz="1000" dirty="0">
                  <a:solidFill>
                    <a:srgbClr val="000099"/>
                  </a:solidFill>
                  <a:latin typeface="Century Gothic" pitchFamily="34" charset="0"/>
                </a:rPr>
                <a:t>VALORACIÓN DE RIESGOS.</a:t>
              </a:r>
            </a:p>
            <a:p>
              <a:pPr algn="just">
                <a:buFontTx/>
                <a:buChar char="•"/>
              </a:pPr>
              <a:r>
                <a:rPr lang="es-CO" sz="1000" dirty="0">
                  <a:solidFill>
                    <a:srgbClr val="000099"/>
                  </a:solidFill>
                  <a:latin typeface="Century Gothic" pitchFamily="34" charset="0"/>
                </a:rPr>
                <a:t>POLÍTICAS DE ADMINISTRACIÓN DE RIESGOS.</a:t>
              </a:r>
              <a:endParaRPr lang="es-ES" sz="1000" dirty="0">
                <a:solidFill>
                  <a:srgbClr val="000099"/>
                </a:solidFill>
                <a:latin typeface="Century Gothic" pitchFamily="34" charset="0"/>
              </a:endParaRPr>
            </a:p>
          </p:txBody>
        </p:sp>
      </p:grpSp>
      <p:sp>
        <p:nvSpPr>
          <p:cNvPr id="23" name="22 Triángulo isósceles"/>
          <p:cNvSpPr/>
          <p:nvPr/>
        </p:nvSpPr>
        <p:spPr>
          <a:xfrm rot="5400000">
            <a:off x="1428467" y="1838279"/>
            <a:ext cx="1890607" cy="417513"/>
          </a:xfrm>
          <a:prstGeom prst="triangle">
            <a:avLst/>
          </a:prstGeom>
          <a:solidFill>
            <a:srgbClr val="FFCC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s-CO"/>
          </a:p>
        </p:txBody>
      </p:sp>
      <p:sp>
        <p:nvSpPr>
          <p:cNvPr id="24" name="23 Triángulo isósceles"/>
          <p:cNvSpPr/>
          <p:nvPr/>
        </p:nvSpPr>
        <p:spPr>
          <a:xfrm rot="5400000">
            <a:off x="3684910" y="1810656"/>
            <a:ext cx="1890607" cy="417513"/>
          </a:xfrm>
          <a:prstGeom prst="triangle">
            <a:avLst/>
          </a:prstGeom>
          <a:solidFill>
            <a:srgbClr val="FFCC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s-CO"/>
          </a:p>
        </p:txBody>
      </p:sp>
      <p:grpSp>
        <p:nvGrpSpPr>
          <p:cNvPr id="51" name="50 Grupo"/>
          <p:cNvGrpSpPr/>
          <p:nvPr/>
        </p:nvGrpSpPr>
        <p:grpSpPr>
          <a:xfrm>
            <a:off x="671997" y="3751580"/>
            <a:ext cx="7773494" cy="2081248"/>
            <a:chOff x="794829" y="4010892"/>
            <a:chExt cx="7773494" cy="2081248"/>
          </a:xfrm>
        </p:grpSpPr>
        <p:grpSp>
          <p:nvGrpSpPr>
            <p:cNvPr id="28" name="27 Grupo"/>
            <p:cNvGrpSpPr/>
            <p:nvPr/>
          </p:nvGrpSpPr>
          <p:grpSpPr>
            <a:xfrm>
              <a:off x="794829" y="4732499"/>
              <a:ext cx="1652588" cy="696701"/>
              <a:chOff x="957263" y="3370461"/>
              <a:chExt cx="1652588" cy="696701"/>
            </a:xfrm>
          </p:grpSpPr>
          <p:sp>
            <p:nvSpPr>
              <p:cNvPr id="26" name="Rectangle 26"/>
              <p:cNvSpPr>
                <a:spLocks noChangeArrowheads="1"/>
              </p:cNvSpPr>
              <p:nvPr/>
            </p:nvSpPr>
            <p:spPr bwMode="auto">
              <a:xfrm>
                <a:off x="957263" y="3370461"/>
                <a:ext cx="1652588" cy="696701"/>
              </a:xfrm>
              <a:prstGeom prst="rect">
                <a:avLst/>
              </a:prstGeom>
              <a:solidFill>
                <a:srgbClr val="FFCC00"/>
              </a:solidFill>
              <a:ln w="9525">
                <a:noFill/>
                <a:miter lim="800000"/>
                <a:headEnd/>
                <a:tailEnd/>
              </a:ln>
            </p:spPr>
            <p:txBody>
              <a:bodyPr/>
              <a:lstStyle/>
              <a:p>
                <a:endParaRPr lang="es-CO" sz="2000"/>
              </a:p>
            </p:txBody>
          </p:sp>
          <p:sp>
            <p:nvSpPr>
              <p:cNvPr id="27" name="Rectangle 27"/>
              <p:cNvSpPr>
                <a:spLocks noChangeArrowheads="1"/>
              </p:cNvSpPr>
              <p:nvPr/>
            </p:nvSpPr>
            <p:spPr bwMode="auto">
              <a:xfrm>
                <a:off x="966788" y="3439517"/>
                <a:ext cx="1576388" cy="487998"/>
              </a:xfrm>
              <a:prstGeom prst="rect">
                <a:avLst/>
              </a:prstGeom>
              <a:noFill/>
              <a:ln w="9525">
                <a:noFill/>
                <a:miter lim="800000"/>
                <a:headEnd/>
                <a:tailEnd/>
              </a:ln>
            </p:spPr>
            <p:txBody>
              <a:bodyPr lIns="0" tIns="0" rIns="0" bIns="0">
                <a:spAutoFit/>
              </a:bodyPr>
              <a:lstStyle/>
              <a:p>
                <a:pPr algn="ctr"/>
                <a:r>
                  <a:rPr lang="es-CO" sz="1100" dirty="0">
                    <a:solidFill>
                      <a:srgbClr val="333399"/>
                    </a:solidFill>
                    <a:latin typeface="Arial Black" pitchFamily="34" charset="0"/>
                  </a:rPr>
                  <a:t>2. SUBSISTEMA DE CONTROL DE GESTIÓN</a:t>
                </a:r>
                <a:endParaRPr lang="es-ES" sz="1100" dirty="0">
                  <a:solidFill>
                    <a:srgbClr val="333399"/>
                  </a:solidFill>
                  <a:latin typeface="Arial Black" pitchFamily="34" charset="0"/>
                </a:endParaRPr>
              </a:p>
            </p:txBody>
          </p:sp>
        </p:grpSp>
        <p:grpSp>
          <p:nvGrpSpPr>
            <p:cNvPr id="31" name="30 Grupo"/>
            <p:cNvGrpSpPr/>
            <p:nvPr/>
          </p:nvGrpSpPr>
          <p:grpSpPr>
            <a:xfrm>
              <a:off x="3100580" y="4153039"/>
              <a:ext cx="1682750" cy="414338"/>
              <a:chOff x="3216275" y="2923897"/>
              <a:chExt cx="1682750" cy="414338"/>
            </a:xfrm>
          </p:grpSpPr>
          <p:sp>
            <p:nvSpPr>
              <p:cNvPr id="29" name="Rectangle 38"/>
              <p:cNvSpPr>
                <a:spLocks noChangeArrowheads="1"/>
              </p:cNvSpPr>
              <p:nvPr/>
            </p:nvSpPr>
            <p:spPr bwMode="auto">
              <a:xfrm>
                <a:off x="3216275" y="2923897"/>
                <a:ext cx="1682750" cy="394388"/>
              </a:xfrm>
              <a:prstGeom prst="rect">
                <a:avLst/>
              </a:prstGeom>
              <a:solidFill>
                <a:srgbClr val="000099"/>
              </a:solidFill>
              <a:ln w="9525">
                <a:noFill/>
                <a:miter lim="800000"/>
                <a:headEnd/>
                <a:tailEnd/>
              </a:ln>
            </p:spPr>
            <p:txBody>
              <a:bodyPr/>
              <a:lstStyle/>
              <a:p>
                <a:endParaRPr lang="es-CO" sz="2000"/>
              </a:p>
            </p:txBody>
          </p:sp>
          <p:sp>
            <p:nvSpPr>
              <p:cNvPr id="30" name="Text Box 49"/>
              <p:cNvSpPr txBox="1">
                <a:spLocks noChangeArrowheads="1"/>
              </p:cNvSpPr>
              <p:nvPr/>
            </p:nvSpPr>
            <p:spPr bwMode="auto">
              <a:xfrm>
                <a:off x="3284538" y="2923897"/>
                <a:ext cx="1550988" cy="414338"/>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2.1. ACTIVIDADES DE CONTROL.</a:t>
                </a:r>
                <a:endParaRPr lang="es-ES" sz="1100" dirty="0">
                  <a:solidFill>
                    <a:srgbClr val="FFCC00"/>
                  </a:solidFill>
                  <a:latin typeface="Century Gothic" pitchFamily="34" charset="0"/>
                </a:endParaRPr>
              </a:p>
            </p:txBody>
          </p:sp>
        </p:grpSp>
        <p:grpSp>
          <p:nvGrpSpPr>
            <p:cNvPr id="36" name="35 Grupo"/>
            <p:cNvGrpSpPr/>
            <p:nvPr/>
          </p:nvGrpSpPr>
          <p:grpSpPr>
            <a:xfrm>
              <a:off x="3096633" y="4903407"/>
              <a:ext cx="1682751" cy="394388"/>
              <a:chOff x="3179763" y="4917262"/>
              <a:chExt cx="1682751" cy="394388"/>
            </a:xfrm>
          </p:grpSpPr>
          <p:sp>
            <p:nvSpPr>
              <p:cNvPr id="32" name="Rectangle 50"/>
              <p:cNvSpPr>
                <a:spLocks noChangeArrowheads="1"/>
              </p:cNvSpPr>
              <p:nvPr/>
            </p:nvSpPr>
            <p:spPr bwMode="auto">
              <a:xfrm>
                <a:off x="3179763" y="4917262"/>
                <a:ext cx="1682750" cy="394388"/>
              </a:xfrm>
              <a:prstGeom prst="rect">
                <a:avLst/>
              </a:prstGeom>
              <a:solidFill>
                <a:srgbClr val="000099"/>
              </a:solidFill>
              <a:ln w="9525">
                <a:noFill/>
                <a:miter lim="800000"/>
                <a:headEnd/>
                <a:tailEnd/>
              </a:ln>
            </p:spPr>
            <p:txBody>
              <a:bodyPr/>
              <a:lstStyle/>
              <a:p>
                <a:endParaRPr lang="es-CO" sz="2000"/>
              </a:p>
            </p:txBody>
          </p:sp>
          <p:sp>
            <p:nvSpPr>
              <p:cNvPr id="33" name="Text Box 51"/>
              <p:cNvSpPr txBox="1">
                <a:spLocks noChangeArrowheads="1"/>
              </p:cNvSpPr>
              <p:nvPr/>
            </p:nvSpPr>
            <p:spPr bwMode="auto">
              <a:xfrm>
                <a:off x="3248026" y="4955626"/>
                <a:ext cx="1614488" cy="251672"/>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2.2. INFORMACIÓN.</a:t>
                </a:r>
                <a:endParaRPr lang="es-ES" sz="1100" dirty="0">
                  <a:solidFill>
                    <a:srgbClr val="FFCC00"/>
                  </a:solidFill>
                  <a:latin typeface="Century Gothic" pitchFamily="34" charset="0"/>
                </a:endParaRPr>
              </a:p>
            </p:txBody>
          </p:sp>
        </p:grpSp>
        <p:grpSp>
          <p:nvGrpSpPr>
            <p:cNvPr id="37" name="36 Grupo"/>
            <p:cNvGrpSpPr/>
            <p:nvPr/>
          </p:nvGrpSpPr>
          <p:grpSpPr>
            <a:xfrm>
              <a:off x="3089418" y="5497072"/>
              <a:ext cx="1754188" cy="558588"/>
              <a:chOff x="3144838" y="5580202"/>
              <a:chExt cx="1754188" cy="558588"/>
            </a:xfrm>
          </p:grpSpPr>
          <p:sp>
            <p:nvSpPr>
              <p:cNvPr id="34" name="Rectangle 52"/>
              <p:cNvSpPr>
                <a:spLocks noChangeArrowheads="1"/>
              </p:cNvSpPr>
              <p:nvPr/>
            </p:nvSpPr>
            <p:spPr bwMode="auto">
              <a:xfrm>
                <a:off x="3179763" y="5580202"/>
                <a:ext cx="1679575" cy="558588"/>
              </a:xfrm>
              <a:prstGeom prst="rect">
                <a:avLst/>
              </a:prstGeom>
              <a:solidFill>
                <a:srgbClr val="000099"/>
              </a:solidFill>
              <a:ln w="9525">
                <a:noFill/>
                <a:miter lim="800000"/>
                <a:headEnd/>
                <a:tailEnd/>
              </a:ln>
            </p:spPr>
            <p:txBody>
              <a:bodyPr/>
              <a:lstStyle/>
              <a:p>
                <a:endParaRPr lang="es-CO" sz="2000"/>
              </a:p>
            </p:txBody>
          </p:sp>
          <p:sp>
            <p:nvSpPr>
              <p:cNvPr id="35" name="Text Box 53"/>
              <p:cNvSpPr txBox="1">
                <a:spLocks noChangeArrowheads="1"/>
              </p:cNvSpPr>
              <p:nvPr/>
            </p:nvSpPr>
            <p:spPr bwMode="auto">
              <a:xfrm>
                <a:off x="3144838" y="5644654"/>
                <a:ext cx="1754188" cy="415872"/>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2.3. COMUNICACIÓN PÚBLICA.</a:t>
                </a:r>
                <a:endParaRPr lang="es-ES" sz="1100" dirty="0">
                  <a:solidFill>
                    <a:srgbClr val="FFCC00"/>
                  </a:solidFill>
                  <a:latin typeface="Century Gothic" pitchFamily="34" charset="0"/>
                </a:endParaRPr>
              </a:p>
            </p:txBody>
          </p:sp>
        </p:grpSp>
        <p:grpSp>
          <p:nvGrpSpPr>
            <p:cNvPr id="40" name="39 Grupo"/>
            <p:cNvGrpSpPr/>
            <p:nvPr/>
          </p:nvGrpSpPr>
          <p:grpSpPr>
            <a:xfrm>
              <a:off x="5459998" y="4010892"/>
              <a:ext cx="3108325" cy="810260"/>
              <a:chOff x="5224463" y="3830777"/>
              <a:chExt cx="3108325" cy="810260"/>
            </a:xfrm>
          </p:grpSpPr>
          <p:sp>
            <p:nvSpPr>
              <p:cNvPr id="38" name="Rectangle 73"/>
              <p:cNvSpPr>
                <a:spLocks noChangeArrowheads="1"/>
              </p:cNvSpPr>
              <p:nvPr/>
            </p:nvSpPr>
            <p:spPr bwMode="auto">
              <a:xfrm>
                <a:off x="5224463" y="3830777"/>
                <a:ext cx="3108325" cy="810260"/>
              </a:xfrm>
              <a:prstGeom prst="rect">
                <a:avLst/>
              </a:prstGeom>
              <a:solidFill>
                <a:srgbClr val="FFCC00"/>
              </a:solidFill>
              <a:ln w="9525">
                <a:noFill/>
                <a:miter lim="800000"/>
                <a:headEnd/>
                <a:tailEnd/>
              </a:ln>
            </p:spPr>
            <p:txBody>
              <a:bodyPr/>
              <a:lstStyle/>
              <a:p>
                <a:endParaRPr lang="es-CO" sz="2000"/>
              </a:p>
            </p:txBody>
          </p:sp>
          <p:sp>
            <p:nvSpPr>
              <p:cNvPr id="39" name="Rectangle 74"/>
              <p:cNvSpPr>
                <a:spLocks noChangeArrowheads="1"/>
              </p:cNvSpPr>
              <p:nvPr/>
            </p:nvSpPr>
            <p:spPr bwMode="auto">
              <a:xfrm>
                <a:off x="5224463" y="3830777"/>
                <a:ext cx="3108325" cy="736600"/>
              </a:xfrm>
              <a:prstGeom prst="rect">
                <a:avLst/>
              </a:prstGeom>
              <a:noFill/>
              <a:ln w="9525">
                <a:noFill/>
                <a:miter lim="800000"/>
                <a:headEnd/>
                <a:tailEnd/>
              </a:ln>
            </p:spPr>
            <p:txBody>
              <a:bodyPr lIns="0" tIns="0" rIns="0" bIns="0">
                <a:spAutoFit/>
              </a:bodyPr>
              <a:lstStyle/>
              <a:p>
                <a:pPr marL="87313" algn="just">
                  <a:buFontTx/>
                  <a:buChar char="•"/>
                </a:pPr>
                <a:r>
                  <a:rPr lang="es-CO" sz="1000" dirty="0">
                    <a:solidFill>
                      <a:srgbClr val="000099"/>
                    </a:solidFill>
                    <a:latin typeface="Century Gothic" pitchFamily="34" charset="0"/>
                  </a:rPr>
                  <a:t>POLÍTICAS DE OPERACIÓN.</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PROCEDIMIENTOS.</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CONTROLES.</a:t>
                </a:r>
              </a:p>
              <a:p>
                <a:pPr marL="87313" algn="just">
                  <a:buFontTx/>
                  <a:buChar char="•"/>
                </a:pPr>
                <a:r>
                  <a:rPr lang="es-CO" sz="1000" dirty="0">
                    <a:solidFill>
                      <a:srgbClr val="000099"/>
                    </a:solidFill>
                    <a:latin typeface="Century Gothic" pitchFamily="34" charset="0"/>
                  </a:rPr>
                  <a:t>INDICADORES.</a:t>
                </a:r>
              </a:p>
              <a:p>
                <a:pPr marL="87313" algn="just">
                  <a:buFontTx/>
                  <a:buChar char="•"/>
                </a:pPr>
                <a:r>
                  <a:rPr lang="es-CO" sz="1000" dirty="0">
                    <a:solidFill>
                      <a:srgbClr val="000099"/>
                    </a:solidFill>
                    <a:latin typeface="Century Gothic" pitchFamily="34" charset="0"/>
                  </a:rPr>
                  <a:t>MANUAL DE PROCEDIMIENTOS.</a:t>
                </a:r>
                <a:endParaRPr lang="es-ES" sz="1000" dirty="0">
                  <a:solidFill>
                    <a:srgbClr val="000099"/>
                  </a:solidFill>
                  <a:latin typeface="Century Gothic" pitchFamily="34" charset="0"/>
                </a:endParaRPr>
              </a:p>
            </p:txBody>
          </p:sp>
        </p:grpSp>
        <p:grpSp>
          <p:nvGrpSpPr>
            <p:cNvPr id="43" name="42 Grupo"/>
            <p:cNvGrpSpPr/>
            <p:nvPr/>
          </p:nvGrpSpPr>
          <p:grpSpPr>
            <a:xfrm>
              <a:off x="5459998" y="4861623"/>
              <a:ext cx="3108325" cy="515620"/>
              <a:chOff x="5272088" y="4794408"/>
              <a:chExt cx="3108325" cy="515620"/>
            </a:xfrm>
          </p:grpSpPr>
          <p:sp>
            <p:nvSpPr>
              <p:cNvPr id="41" name="Rectangle 75"/>
              <p:cNvSpPr>
                <a:spLocks noChangeArrowheads="1"/>
              </p:cNvSpPr>
              <p:nvPr/>
            </p:nvSpPr>
            <p:spPr bwMode="auto">
              <a:xfrm>
                <a:off x="5272088" y="4794408"/>
                <a:ext cx="3108325" cy="515620"/>
              </a:xfrm>
              <a:prstGeom prst="rect">
                <a:avLst/>
              </a:prstGeom>
              <a:solidFill>
                <a:srgbClr val="FFCC00"/>
              </a:solidFill>
              <a:ln w="9525">
                <a:noFill/>
                <a:miter lim="800000"/>
                <a:headEnd/>
                <a:tailEnd/>
              </a:ln>
            </p:spPr>
            <p:txBody>
              <a:bodyPr/>
              <a:lstStyle/>
              <a:p>
                <a:endParaRPr lang="es-CO" sz="2000"/>
              </a:p>
            </p:txBody>
          </p:sp>
          <p:sp>
            <p:nvSpPr>
              <p:cNvPr id="42" name="Rectangle 77"/>
              <p:cNvSpPr>
                <a:spLocks noChangeArrowheads="1"/>
              </p:cNvSpPr>
              <p:nvPr/>
            </p:nvSpPr>
            <p:spPr bwMode="auto">
              <a:xfrm>
                <a:off x="5272088" y="4820058"/>
                <a:ext cx="3060700" cy="441960"/>
              </a:xfrm>
              <a:prstGeom prst="rect">
                <a:avLst/>
              </a:prstGeom>
              <a:noFill/>
              <a:ln w="9525">
                <a:noFill/>
                <a:miter lim="800000"/>
                <a:headEnd/>
                <a:tailEnd/>
              </a:ln>
            </p:spPr>
            <p:txBody>
              <a:bodyPr lIns="0" tIns="0" rIns="0" bIns="0">
                <a:spAutoFit/>
              </a:bodyPr>
              <a:lstStyle/>
              <a:p>
                <a:pPr marL="87313" algn="just">
                  <a:buFontTx/>
                  <a:buChar char="•"/>
                </a:pPr>
                <a:r>
                  <a:rPr lang="es-CO" sz="1000" dirty="0">
                    <a:solidFill>
                      <a:srgbClr val="000099"/>
                    </a:solidFill>
                    <a:latin typeface="Century Gothic" pitchFamily="34" charset="0"/>
                  </a:rPr>
                  <a:t>INFORMACIÓN PRIMARIA.</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INFORMACIÓN SECUNDARIA.</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SISTEMAS DE INFORMACIÓN.</a:t>
                </a:r>
                <a:endParaRPr lang="es-ES" sz="1000" dirty="0">
                  <a:solidFill>
                    <a:srgbClr val="000099"/>
                  </a:solidFill>
                  <a:latin typeface="Century Gothic" pitchFamily="34" charset="0"/>
                </a:endParaRPr>
              </a:p>
            </p:txBody>
          </p:sp>
        </p:grpSp>
        <p:grpSp>
          <p:nvGrpSpPr>
            <p:cNvPr id="48" name="47 Grupo"/>
            <p:cNvGrpSpPr/>
            <p:nvPr/>
          </p:nvGrpSpPr>
          <p:grpSpPr>
            <a:xfrm>
              <a:off x="5459998" y="5429200"/>
              <a:ext cx="3108325" cy="662940"/>
              <a:chOff x="5224463" y="5623170"/>
              <a:chExt cx="3108325" cy="662940"/>
            </a:xfrm>
          </p:grpSpPr>
          <p:sp>
            <p:nvSpPr>
              <p:cNvPr id="46" name="Rectangle 76"/>
              <p:cNvSpPr>
                <a:spLocks noChangeArrowheads="1"/>
              </p:cNvSpPr>
              <p:nvPr/>
            </p:nvSpPr>
            <p:spPr bwMode="auto">
              <a:xfrm>
                <a:off x="5224463" y="5623170"/>
                <a:ext cx="3108325" cy="662940"/>
              </a:xfrm>
              <a:prstGeom prst="rect">
                <a:avLst/>
              </a:prstGeom>
              <a:solidFill>
                <a:srgbClr val="FFCC00"/>
              </a:solidFill>
              <a:ln w="9525">
                <a:noFill/>
                <a:miter lim="800000"/>
                <a:headEnd/>
                <a:tailEnd/>
              </a:ln>
            </p:spPr>
            <p:txBody>
              <a:bodyPr/>
              <a:lstStyle/>
              <a:p>
                <a:endParaRPr lang="es-CO" sz="2000"/>
              </a:p>
            </p:txBody>
          </p:sp>
          <p:sp>
            <p:nvSpPr>
              <p:cNvPr id="47" name="Rectangle 78"/>
              <p:cNvSpPr>
                <a:spLocks noChangeArrowheads="1"/>
              </p:cNvSpPr>
              <p:nvPr/>
            </p:nvSpPr>
            <p:spPr bwMode="auto">
              <a:xfrm>
                <a:off x="5287963" y="5696830"/>
                <a:ext cx="2992438" cy="441960"/>
              </a:xfrm>
              <a:prstGeom prst="rect">
                <a:avLst/>
              </a:prstGeom>
              <a:noFill/>
              <a:ln w="9525">
                <a:noFill/>
                <a:miter lim="800000"/>
                <a:headEnd/>
                <a:tailEnd/>
              </a:ln>
            </p:spPr>
            <p:txBody>
              <a:bodyPr lIns="0" tIns="0" rIns="0" bIns="0">
                <a:spAutoFit/>
              </a:bodyPr>
              <a:lstStyle/>
              <a:p>
                <a:pPr algn="just">
                  <a:buFontTx/>
                  <a:buChar char="•"/>
                </a:pPr>
                <a:r>
                  <a:rPr lang="es-CO" sz="1000" dirty="0">
                    <a:solidFill>
                      <a:srgbClr val="000099"/>
                    </a:solidFill>
                    <a:latin typeface="Century Gothic" pitchFamily="34" charset="0"/>
                  </a:rPr>
                  <a:t>COMUNICACIÓN ORGANIZCIONAL.</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algn="just">
                  <a:buFontTx/>
                  <a:buChar char="•"/>
                </a:pPr>
                <a:r>
                  <a:rPr lang="es-CO" sz="1000" dirty="0">
                    <a:solidFill>
                      <a:srgbClr val="000099"/>
                    </a:solidFill>
                    <a:latin typeface="Century Gothic" pitchFamily="34" charset="0"/>
                  </a:rPr>
                  <a:t>COMUNICACIÓN INFORMATIVA.</a:t>
                </a:r>
              </a:p>
              <a:p>
                <a:pPr algn="just">
                  <a:buFontTx/>
                  <a:buChar char="•"/>
                </a:pPr>
                <a:r>
                  <a:rPr lang="es-CO" sz="1000" dirty="0">
                    <a:solidFill>
                      <a:srgbClr val="000099"/>
                    </a:solidFill>
                    <a:latin typeface="Century Gothic" pitchFamily="34" charset="0"/>
                  </a:rPr>
                  <a:t>MEDIOS DE COMUNICACIÓN.</a:t>
                </a:r>
                <a:endParaRPr lang="es-ES" sz="1000" dirty="0">
                  <a:solidFill>
                    <a:srgbClr val="000099"/>
                  </a:solidFill>
                  <a:latin typeface="Century Gothic" pitchFamily="34" charset="0"/>
                </a:endParaRPr>
              </a:p>
            </p:txBody>
          </p:sp>
        </p:grpSp>
        <p:sp>
          <p:nvSpPr>
            <p:cNvPr id="49" name="48 Triángulo isósceles"/>
            <p:cNvSpPr/>
            <p:nvPr/>
          </p:nvSpPr>
          <p:spPr>
            <a:xfrm rot="5400000">
              <a:off x="1840158" y="4848152"/>
              <a:ext cx="1890607" cy="417513"/>
            </a:xfrm>
            <a:prstGeom prst="triangle">
              <a:avLst/>
            </a:prstGeom>
            <a:solidFill>
              <a:srgbClr val="FFCC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s-CO"/>
            </a:p>
          </p:txBody>
        </p:sp>
        <p:sp>
          <p:nvSpPr>
            <p:cNvPr id="50" name="49 Triángulo isósceles"/>
            <p:cNvSpPr/>
            <p:nvPr/>
          </p:nvSpPr>
          <p:spPr>
            <a:xfrm rot="5400000">
              <a:off x="4192136" y="4848152"/>
              <a:ext cx="1890607" cy="417513"/>
            </a:xfrm>
            <a:prstGeom prst="triangle">
              <a:avLst/>
            </a:prstGeom>
            <a:solidFill>
              <a:srgbClr val="FFCC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s-CO"/>
            </a:p>
          </p:txBody>
        </p:sp>
      </p:grpSp>
      <p:sp>
        <p:nvSpPr>
          <p:cNvPr id="52" name="51 Rectángulo redondeado"/>
          <p:cNvSpPr/>
          <p:nvPr/>
        </p:nvSpPr>
        <p:spPr>
          <a:xfrm>
            <a:off x="3768288" y="193970"/>
            <a:ext cx="4241427"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Principales cambios</a:t>
            </a:r>
            <a:endParaRPr lang="es-CO" sz="2800" dirty="0"/>
          </a:p>
        </p:txBody>
      </p:sp>
      <p:sp>
        <p:nvSpPr>
          <p:cNvPr id="76" name="75 CuadroTexto"/>
          <p:cNvSpPr txBox="1"/>
          <p:nvPr/>
        </p:nvSpPr>
        <p:spPr>
          <a:xfrm>
            <a:off x="-10968" y="1594542"/>
            <a:ext cx="387928" cy="646331"/>
          </a:xfrm>
          <a:prstGeom prst="rect">
            <a:avLst/>
          </a:prstGeom>
          <a:noFill/>
        </p:spPr>
        <p:txBody>
          <a:bodyPr wrap="square" rtlCol="0">
            <a:spAutoFit/>
          </a:bodyPr>
          <a:lstStyle/>
          <a:p>
            <a:r>
              <a:rPr lang="es-CO" sz="3600" b="1" dirty="0" smtClean="0">
                <a:latin typeface="Futura Std Book" pitchFamily="34" charset="0"/>
              </a:rPr>
              <a:t>P</a:t>
            </a:r>
            <a:endParaRPr lang="es-CO" sz="3600" b="1" dirty="0">
              <a:latin typeface="Futura Std Book" pitchFamily="34" charset="0"/>
            </a:endParaRPr>
          </a:p>
        </p:txBody>
      </p:sp>
      <p:sp>
        <p:nvSpPr>
          <p:cNvPr id="77" name="76 CuadroTexto"/>
          <p:cNvSpPr txBox="1"/>
          <p:nvPr/>
        </p:nvSpPr>
        <p:spPr>
          <a:xfrm>
            <a:off x="174798" y="4494333"/>
            <a:ext cx="387928" cy="646331"/>
          </a:xfrm>
          <a:prstGeom prst="rect">
            <a:avLst/>
          </a:prstGeom>
          <a:noFill/>
        </p:spPr>
        <p:txBody>
          <a:bodyPr wrap="square" rtlCol="0">
            <a:spAutoFit/>
          </a:bodyPr>
          <a:lstStyle/>
          <a:p>
            <a:r>
              <a:rPr lang="es-CO" sz="3600" b="1" dirty="0" smtClean="0">
                <a:latin typeface="Futura Std Book" pitchFamily="34" charset="0"/>
              </a:rPr>
              <a:t>H</a:t>
            </a:r>
            <a:endParaRPr lang="es-CO" sz="3600" b="1" dirty="0">
              <a:latin typeface="Futura Std Book" pitchFamily="34" charset="0"/>
            </a:endParaRPr>
          </a:p>
        </p:txBody>
      </p:sp>
      <p:sp>
        <p:nvSpPr>
          <p:cNvPr id="53" name="Rectangle 1"/>
          <p:cNvSpPr>
            <a:spLocks noChangeArrowheads="1"/>
          </p:cNvSpPr>
          <p:nvPr/>
        </p:nvSpPr>
        <p:spPr bwMode="auto">
          <a:xfrm>
            <a:off x="1498291" y="6023741"/>
            <a:ext cx="5054138" cy="442674"/>
          </a:xfrm>
          <a:prstGeom prst="round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vert="horz" wrap="square" lIns="91440" tIns="45720" rIns="91440" bIns="45720" numCol="1" anchor="ctr" anchorCtr="0" compatLnSpc="1">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s-CO" sz="2000" b="1" i="0" u="none" strike="noStrike" cap="none" normalizeH="0" baseline="0" dirty="0" smtClean="0">
                <a:ln>
                  <a:noFill/>
                </a:ln>
                <a:solidFill>
                  <a:schemeClr val="bg1"/>
                </a:solidFill>
                <a:effectLst/>
                <a:latin typeface="Futura Std Medium" pitchFamily="34" charset="0"/>
                <a:ea typeface="Calibri" pitchFamily="34" charset="0"/>
                <a:cs typeface="Arial" pitchFamily="34" charset="0"/>
              </a:rPr>
              <a:t>MÓDULO DE PLANEACIÓN Y GESTIÓN</a:t>
            </a:r>
            <a:endParaRPr kumimoji="0" lang="es-CO" sz="2000" b="0" i="0" u="none" strike="noStrike" cap="none" normalizeH="0" baseline="0" dirty="0" smtClean="0">
              <a:ln>
                <a:noFill/>
              </a:ln>
              <a:solidFill>
                <a:schemeClr val="bg1"/>
              </a:solidFill>
              <a:effectLst/>
              <a:latin typeface="Arial"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6"/>
                                        </p:tgtEl>
                                        <p:attrNameLst>
                                          <p:attrName>style.visibility</p:attrName>
                                        </p:attrNameLst>
                                      </p:cBhvr>
                                      <p:to>
                                        <p:strVal val="visible"/>
                                      </p:to>
                                    </p:set>
                                    <p:anim calcmode="lin" valueType="num">
                                      <p:cBhvr additive="base">
                                        <p:cTn id="7" dur="500" fill="hold"/>
                                        <p:tgtEl>
                                          <p:spTgt spid="76"/>
                                        </p:tgtEl>
                                        <p:attrNameLst>
                                          <p:attrName>ppt_x</p:attrName>
                                        </p:attrNameLst>
                                      </p:cBhvr>
                                      <p:tavLst>
                                        <p:tav tm="0">
                                          <p:val>
                                            <p:strVal val="#ppt_x"/>
                                          </p:val>
                                        </p:tav>
                                        <p:tav tm="100000">
                                          <p:val>
                                            <p:strVal val="#ppt_x"/>
                                          </p:val>
                                        </p:tav>
                                      </p:tavLst>
                                    </p:anim>
                                    <p:anim calcmode="lin" valueType="num">
                                      <p:cBhvr additive="base">
                                        <p:cTn id="8" dur="500" fill="hold"/>
                                        <p:tgtEl>
                                          <p:spTgt spid="7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additive="base">
                                        <p:cTn id="13" dur="500" fill="hold"/>
                                        <p:tgtEl>
                                          <p:spTgt spid="77"/>
                                        </p:tgtEl>
                                        <p:attrNameLst>
                                          <p:attrName>ppt_x</p:attrName>
                                        </p:attrNameLst>
                                      </p:cBhvr>
                                      <p:tavLst>
                                        <p:tav tm="0">
                                          <p:val>
                                            <p:strVal val="#ppt_x"/>
                                          </p:val>
                                        </p:tav>
                                        <p:tav tm="100000">
                                          <p:val>
                                            <p:strVal val="#ppt_x"/>
                                          </p:val>
                                        </p:tav>
                                      </p:tavLst>
                                    </p:anim>
                                    <p:anim calcmode="lin" valueType="num">
                                      <p:cBhvr additive="base">
                                        <p:cTn id="14" dur="500" fill="hold"/>
                                        <p:tgtEl>
                                          <p:spTgt spid="7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 calcmode="lin" valueType="num">
                                      <p:cBhvr additive="base">
                                        <p:cTn id="19" dur="500" fill="hold"/>
                                        <p:tgtEl>
                                          <p:spTgt spid="53"/>
                                        </p:tgtEl>
                                        <p:attrNameLst>
                                          <p:attrName>ppt_x</p:attrName>
                                        </p:attrNameLst>
                                      </p:cBhvr>
                                      <p:tavLst>
                                        <p:tav tm="0">
                                          <p:val>
                                            <p:strVal val="#ppt_x"/>
                                          </p:val>
                                        </p:tav>
                                        <p:tav tm="100000">
                                          <p:val>
                                            <p:strVal val="#ppt_x"/>
                                          </p:val>
                                        </p:tav>
                                      </p:tavLst>
                                    </p:anim>
                                    <p:anim calcmode="lin" valueType="num">
                                      <p:cBhvr additive="base">
                                        <p:cTn id="20"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p:bldP spid="77" grpId="0"/>
      <p:bldP spid="5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 name="50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52" name="51 Grupo"/>
          <p:cNvGrpSpPr/>
          <p:nvPr/>
        </p:nvGrpSpPr>
        <p:grpSpPr>
          <a:xfrm>
            <a:off x="0" y="-27383"/>
            <a:ext cx="9144000" cy="6890884"/>
            <a:chOff x="0" y="-27383"/>
            <a:chExt cx="9144000" cy="6890884"/>
          </a:xfrm>
        </p:grpSpPr>
        <p:pic>
          <p:nvPicPr>
            <p:cNvPr id="53"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4" name="53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55" name="54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56" name="55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57"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3" name="2 Rectángulo redondeado"/>
          <p:cNvSpPr/>
          <p:nvPr/>
        </p:nvSpPr>
        <p:spPr>
          <a:xfrm>
            <a:off x="4261402" y="193970"/>
            <a:ext cx="3816554"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Principales cambios</a:t>
            </a:r>
            <a:endParaRPr lang="es-CO" sz="2800" dirty="0"/>
          </a:p>
        </p:txBody>
      </p:sp>
      <p:grpSp>
        <p:nvGrpSpPr>
          <p:cNvPr id="28" name="27 Grupo"/>
          <p:cNvGrpSpPr/>
          <p:nvPr/>
        </p:nvGrpSpPr>
        <p:grpSpPr>
          <a:xfrm>
            <a:off x="1202117" y="1145564"/>
            <a:ext cx="6630404" cy="2063183"/>
            <a:chOff x="1238999" y="1108897"/>
            <a:chExt cx="6630404" cy="2063183"/>
          </a:xfrm>
        </p:grpSpPr>
        <p:sp>
          <p:nvSpPr>
            <p:cNvPr id="1025" name="Rectangle 1"/>
            <p:cNvSpPr>
              <a:spLocks noChangeArrowheads="1"/>
            </p:cNvSpPr>
            <p:nvPr/>
          </p:nvSpPr>
          <p:spPr bwMode="auto">
            <a:xfrm>
              <a:off x="1706881" y="1108897"/>
              <a:ext cx="5054138" cy="442674"/>
            </a:xfrm>
            <a:prstGeom prst="round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vert="horz" wrap="square" lIns="91440" tIns="45720" rIns="91440" bIns="45720" numCol="1" anchor="ctr" anchorCtr="0" compatLnSpc="1">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s-CO" sz="2000" b="1" i="0" u="none" strike="noStrike" cap="none" normalizeH="0" baseline="0" dirty="0" smtClean="0">
                  <a:ln>
                    <a:noFill/>
                  </a:ln>
                  <a:solidFill>
                    <a:schemeClr val="bg1"/>
                  </a:solidFill>
                  <a:effectLst/>
                  <a:latin typeface="Futura Std Medium" pitchFamily="34" charset="0"/>
                  <a:ea typeface="Calibri" pitchFamily="34" charset="0"/>
                  <a:cs typeface="Arial" pitchFamily="34" charset="0"/>
                </a:rPr>
                <a:t>MÓDULO DE PLANEACIÓN Y GESTIÓN</a:t>
              </a:r>
              <a:endParaRPr kumimoji="0" lang="es-CO" sz="2000" b="0" i="0" u="none" strike="noStrike" cap="none" normalizeH="0" baseline="0" dirty="0" smtClean="0">
                <a:ln>
                  <a:noFill/>
                </a:ln>
                <a:solidFill>
                  <a:schemeClr val="bg1"/>
                </a:solidFill>
                <a:effectLst/>
                <a:latin typeface="Arial" pitchFamily="34" charset="0"/>
              </a:endParaRPr>
            </a:p>
          </p:txBody>
        </p:sp>
        <p:sp>
          <p:nvSpPr>
            <p:cNvPr id="16" name="15 Elipse"/>
            <p:cNvSpPr/>
            <p:nvPr/>
          </p:nvSpPr>
          <p:spPr>
            <a:xfrm>
              <a:off x="1238999" y="1773252"/>
              <a:ext cx="1576388" cy="1357884"/>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s-CO" sz="1600" b="1" dirty="0" smtClean="0"/>
                <a:t>Talento Humano</a:t>
              </a:r>
              <a:endParaRPr lang="es-CO" sz="1600" b="1" dirty="0"/>
            </a:p>
          </p:txBody>
        </p:sp>
        <p:sp>
          <p:nvSpPr>
            <p:cNvPr id="18" name="17 Elipse"/>
            <p:cNvSpPr/>
            <p:nvPr/>
          </p:nvSpPr>
          <p:spPr>
            <a:xfrm>
              <a:off x="3630304" y="1592515"/>
              <a:ext cx="1856091" cy="1579565"/>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s-CO" sz="1400" b="1" dirty="0" err="1" smtClean="0"/>
                <a:t>Direccionamto</a:t>
              </a:r>
              <a:endParaRPr lang="es-CO" sz="1400" b="1" dirty="0" smtClean="0"/>
            </a:p>
            <a:p>
              <a:pPr algn="ctr"/>
              <a:r>
                <a:rPr lang="es-CO" sz="1400" b="1" dirty="0" smtClean="0"/>
                <a:t>Estratégico</a:t>
              </a:r>
              <a:endParaRPr lang="es-CO" sz="1400" b="1" dirty="0"/>
            </a:p>
          </p:txBody>
        </p:sp>
        <p:sp>
          <p:nvSpPr>
            <p:cNvPr id="19" name="18 Elipse"/>
            <p:cNvSpPr/>
            <p:nvPr/>
          </p:nvSpPr>
          <p:spPr>
            <a:xfrm>
              <a:off x="6293015" y="1773252"/>
              <a:ext cx="1576388" cy="1357884"/>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s-CO" sz="1400" b="1" dirty="0" smtClean="0"/>
                <a:t>Administra. del Riesgo</a:t>
              </a:r>
              <a:endParaRPr lang="es-CO" sz="1400" b="1" dirty="0"/>
            </a:p>
          </p:txBody>
        </p:sp>
      </p:grpSp>
      <p:cxnSp>
        <p:nvCxnSpPr>
          <p:cNvPr id="23" name="22 Conector recto de flecha"/>
          <p:cNvCxnSpPr/>
          <p:nvPr/>
        </p:nvCxnSpPr>
        <p:spPr>
          <a:xfrm flipV="1">
            <a:off x="4197068" y="3208747"/>
            <a:ext cx="596605" cy="2125434"/>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cxnSp>
        <p:nvCxnSpPr>
          <p:cNvPr id="26" name="25 Conector recto de flecha"/>
          <p:cNvCxnSpPr>
            <a:stCxn id="43" idx="3"/>
            <a:endCxn id="19" idx="3"/>
          </p:cNvCxnSpPr>
          <p:nvPr/>
        </p:nvCxnSpPr>
        <p:spPr>
          <a:xfrm flipV="1">
            <a:off x="4237790" y="2968945"/>
            <a:ext cx="2249200" cy="3101112"/>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grpSp>
        <p:nvGrpSpPr>
          <p:cNvPr id="362" name="361 Grupo"/>
          <p:cNvGrpSpPr/>
          <p:nvPr/>
        </p:nvGrpSpPr>
        <p:grpSpPr>
          <a:xfrm>
            <a:off x="661184" y="4328436"/>
            <a:ext cx="7837788" cy="2182178"/>
            <a:chOff x="661184" y="4519508"/>
            <a:chExt cx="7837788" cy="2182178"/>
          </a:xfrm>
        </p:grpSpPr>
        <p:grpSp>
          <p:nvGrpSpPr>
            <p:cNvPr id="30" name="29 Grupo"/>
            <p:cNvGrpSpPr/>
            <p:nvPr/>
          </p:nvGrpSpPr>
          <p:grpSpPr>
            <a:xfrm>
              <a:off x="661184" y="5177670"/>
              <a:ext cx="1609725" cy="695166"/>
              <a:chOff x="966788" y="1156100"/>
              <a:chExt cx="1609725" cy="695166"/>
            </a:xfrm>
          </p:grpSpPr>
          <p:sp>
            <p:nvSpPr>
              <p:cNvPr id="31" name="Rectangle 24"/>
              <p:cNvSpPr>
                <a:spLocks noChangeArrowheads="1"/>
              </p:cNvSpPr>
              <p:nvPr/>
            </p:nvSpPr>
            <p:spPr bwMode="auto">
              <a:xfrm>
                <a:off x="966788" y="1156100"/>
                <a:ext cx="1609725" cy="695166"/>
              </a:xfrm>
              <a:prstGeom prst="rect">
                <a:avLst/>
              </a:prstGeom>
              <a:solidFill>
                <a:srgbClr val="FFCC00"/>
              </a:solidFill>
              <a:ln w="9525">
                <a:noFill/>
                <a:miter lim="800000"/>
                <a:headEnd/>
                <a:tailEnd/>
              </a:ln>
            </p:spPr>
            <p:txBody>
              <a:bodyPr/>
              <a:lstStyle/>
              <a:p>
                <a:endParaRPr lang="es-CO" sz="2000"/>
              </a:p>
            </p:txBody>
          </p:sp>
          <p:sp>
            <p:nvSpPr>
              <p:cNvPr id="32" name="Rectangle 25"/>
              <p:cNvSpPr>
                <a:spLocks noChangeArrowheads="1"/>
              </p:cNvSpPr>
              <p:nvPr/>
            </p:nvSpPr>
            <p:spPr bwMode="auto">
              <a:xfrm>
                <a:off x="966788" y="1229717"/>
                <a:ext cx="1576388" cy="487998"/>
              </a:xfrm>
              <a:prstGeom prst="rect">
                <a:avLst/>
              </a:prstGeom>
              <a:noFill/>
              <a:ln w="9525">
                <a:noFill/>
                <a:miter lim="800000"/>
                <a:headEnd/>
                <a:tailEnd/>
              </a:ln>
            </p:spPr>
            <p:txBody>
              <a:bodyPr lIns="0" tIns="0" rIns="0" bIns="0">
                <a:spAutoFit/>
              </a:bodyPr>
              <a:lstStyle/>
              <a:p>
                <a:pPr algn="ctr"/>
                <a:r>
                  <a:rPr lang="es-CO" sz="1100" dirty="0">
                    <a:solidFill>
                      <a:srgbClr val="333399"/>
                    </a:solidFill>
                    <a:latin typeface="Arial Black" pitchFamily="34" charset="0"/>
                  </a:rPr>
                  <a:t>1. SUBSISTEMA DE CONTROL ESTRATÉGICO</a:t>
                </a:r>
                <a:endParaRPr lang="es-ES" sz="1100" dirty="0">
                  <a:solidFill>
                    <a:srgbClr val="333399"/>
                  </a:solidFill>
                  <a:latin typeface="Arial Black" pitchFamily="34" charset="0"/>
                </a:endParaRPr>
              </a:p>
            </p:txBody>
          </p:sp>
        </p:grpSp>
        <p:grpSp>
          <p:nvGrpSpPr>
            <p:cNvPr id="33" name="32 Grupo"/>
            <p:cNvGrpSpPr/>
            <p:nvPr/>
          </p:nvGrpSpPr>
          <p:grpSpPr>
            <a:xfrm>
              <a:off x="5330321" y="4519508"/>
              <a:ext cx="3168651" cy="715387"/>
              <a:chOff x="5184775" y="447079"/>
              <a:chExt cx="3168651" cy="715387"/>
            </a:xfrm>
          </p:grpSpPr>
          <p:sp>
            <p:nvSpPr>
              <p:cNvPr id="34" name="Rectangle 11"/>
              <p:cNvSpPr>
                <a:spLocks noChangeArrowheads="1"/>
              </p:cNvSpPr>
              <p:nvPr/>
            </p:nvSpPr>
            <p:spPr bwMode="auto">
              <a:xfrm>
                <a:off x="5224463" y="447079"/>
                <a:ext cx="3128963" cy="687493"/>
              </a:xfrm>
              <a:prstGeom prst="rect">
                <a:avLst/>
              </a:prstGeom>
              <a:solidFill>
                <a:srgbClr val="FFCC00"/>
              </a:solidFill>
              <a:ln w="9525">
                <a:noFill/>
                <a:miter lim="800000"/>
                <a:headEnd/>
                <a:tailEnd/>
              </a:ln>
            </p:spPr>
            <p:txBody>
              <a:bodyPr/>
              <a:lstStyle/>
              <a:p>
                <a:endParaRPr lang="es-CO" sz="2000"/>
              </a:p>
            </p:txBody>
          </p:sp>
          <p:sp>
            <p:nvSpPr>
              <p:cNvPr id="35" name="Rectangle 12"/>
              <p:cNvSpPr>
                <a:spLocks noChangeArrowheads="1"/>
              </p:cNvSpPr>
              <p:nvPr/>
            </p:nvSpPr>
            <p:spPr bwMode="auto">
              <a:xfrm>
                <a:off x="5184775" y="516135"/>
                <a:ext cx="3128963" cy="646331"/>
              </a:xfrm>
              <a:prstGeom prst="rect">
                <a:avLst/>
              </a:prstGeom>
              <a:noFill/>
              <a:ln w="9525">
                <a:noFill/>
                <a:miter lim="800000"/>
                <a:headEnd/>
                <a:tailEnd/>
              </a:ln>
            </p:spPr>
            <p:txBody>
              <a:bodyPr lIns="0" tIns="0" rIns="0" bIns="0">
                <a:spAutoFit/>
              </a:bodyPr>
              <a:lstStyle/>
              <a:p>
                <a:pPr marL="171450" indent="-84138" algn="just">
                  <a:buFontTx/>
                  <a:buChar char="•"/>
                </a:pPr>
                <a:r>
                  <a:rPr lang="es-ES" sz="1000" dirty="0">
                    <a:solidFill>
                      <a:srgbClr val="000099"/>
                    </a:solidFill>
                    <a:latin typeface="Century Gothic" pitchFamily="34" charset="0"/>
                  </a:rPr>
                  <a:t>ACUERDOS, COMPROMISOS O PROTOCOLOS  </a:t>
                </a:r>
                <a:r>
                  <a:rPr lang="es-CO" sz="1000" dirty="0">
                    <a:solidFill>
                      <a:srgbClr val="000099"/>
                    </a:solidFill>
                    <a:latin typeface="Century Gothic" pitchFamily="34" charset="0"/>
                  </a:rPr>
                  <a:t>É</a:t>
                </a:r>
                <a:r>
                  <a:rPr lang="es-ES" sz="1000" dirty="0">
                    <a:solidFill>
                      <a:srgbClr val="000099"/>
                    </a:solidFill>
                    <a:latin typeface="Century Gothic" pitchFamily="34" charset="0"/>
                  </a:rPr>
                  <a:t>TICOS. </a:t>
                </a:r>
                <a:endParaRPr lang="es-CO" sz="1000" dirty="0">
                  <a:solidFill>
                    <a:srgbClr val="000099"/>
                  </a:solidFill>
                  <a:latin typeface="Century Gothic" pitchFamily="34" charset="0"/>
                </a:endParaRPr>
              </a:p>
              <a:p>
                <a:pPr marL="171450" indent="-84138" algn="just">
                  <a:buFontTx/>
                  <a:buChar char="•"/>
                </a:pPr>
                <a:r>
                  <a:rPr lang="es-ES" sz="1200" b="1" dirty="0">
                    <a:solidFill>
                      <a:srgbClr val="000099"/>
                    </a:solidFill>
                    <a:latin typeface="Century Gothic" pitchFamily="34" charset="0"/>
                  </a:rPr>
                  <a:t>DESARROLLO DEL TALENTO HUMANO.</a:t>
                </a:r>
                <a:endParaRPr lang="es-CO" sz="1200" b="1" dirty="0">
                  <a:solidFill>
                    <a:srgbClr val="000099"/>
                  </a:solidFill>
                  <a:latin typeface="Century Gothic" pitchFamily="34" charset="0"/>
                </a:endParaRPr>
              </a:p>
              <a:p>
                <a:pPr marL="171450" indent="-84138" algn="just">
                  <a:buFontTx/>
                  <a:buChar char="•"/>
                </a:pPr>
                <a:r>
                  <a:rPr lang="es-ES" sz="1000" dirty="0">
                    <a:solidFill>
                      <a:srgbClr val="000099"/>
                    </a:solidFill>
                    <a:latin typeface="Century Gothic" pitchFamily="34" charset="0"/>
                  </a:rPr>
                  <a:t>ESTILO DE DIRECCI</a:t>
                </a:r>
                <a:r>
                  <a:rPr lang="es-CO" sz="1000" dirty="0">
                    <a:solidFill>
                      <a:srgbClr val="000099"/>
                    </a:solidFill>
                    <a:latin typeface="Century Gothic" pitchFamily="34" charset="0"/>
                  </a:rPr>
                  <a:t>Ó</a:t>
                </a:r>
                <a:r>
                  <a:rPr lang="es-ES" sz="1000" dirty="0">
                    <a:solidFill>
                      <a:srgbClr val="000099"/>
                    </a:solidFill>
                    <a:latin typeface="Century Gothic" pitchFamily="34" charset="0"/>
                  </a:rPr>
                  <a:t>N.</a:t>
                </a:r>
              </a:p>
            </p:txBody>
          </p:sp>
        </p:grpSp>
        <p:grpSp>
          <p:nvGrpSpPr>
            <p:cNvPr id="36" name="35 Grupo"/>
            <p:cNvGrpSpPr/>
            <p:nvPr/>
          </p:nvGrpSpPr>
          <p:grpSpPr>
            <a:xfrm>
              <a:off x="2558215" y="4675905"/>
              <a:ext cx="1682750" cy="414338"/>
              <a:chOff x="3216275" y="714097"/>
              <a:chExt cx="1682750" cy="414338"/>
            </a:xfrm>
          </p:grpSpPr>
          <p:sp>
            <p:nvSpPr>
              <p:cNvPr id="37" name="Rectangle 8"/>
              <p:cNvSpPr>
                <a:spLocks noChangeArrowheads="1"/>
              </p:cNvSpPr>
              <p:nvPr/>
            </p:nvSpPr>
            <p:spPr bwMode="auto">
              <a:xfrm>
                <a:off x="3216275" y="714097"/>
                <a:ext cx="1682750" cy="394388"/>
              </a:xfrm>
              <a:prstGeom prst="rect">
                <a:avLst/>
              </a:prstGeom>
              <a:solidFill>
                <a:srgbClr val="000099"/>
              </a:solidFill>
              <a:ln w="9525">
                <a:noFill/>
                <a:miter lim="800000"/>
                <a:headEnd/>
                <a:tailEnd/>
              </a:ln>
            </p:spPr>
            <p:txBody>
              <a:bodyPr/>
              <a:lstStyle/>
              <a:p>
                <a:endParaRPr lang="es-CO" sz="2000"/>
              </a:p>
            </p:txBody>
          </p:sp>
          <p:sp>
            <p:nvSpPr>
              <p:cNvPr id="38" name="Text Box 33"/>
              <p:cNvSpPr txBox="1">
                <a:spLocks noChangeArrowheads="1"/>
              </p:cNvSpPr>
              <p:nvPr/>
            </p:nvSpPr>
            <p:spPr bwMode="auto">
              <a:xfrm>
                <a:off x="3284538" y="714097"/>
                <a:ext cx="1550988" cy="414338"/>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1.1. AMBIENTE DE CONTROL.</a:t>
                </a:r>
                <a:endParaRPr lang="es-ES" sz="1100" dirty="0">
                  <a:solidFill>
                    <a:srgbClr val="FFCC00"/>
                  </a:solidFill>
                  <a:latin typeface="Century Gothic" pitchFamily="34" charset="0"/>
                </a:endParaRPr>
              </a:p>
            </p:txBody>
          </p:sp>
        </p:grpSp>
        <p:grpSp>
          <p:nvGrpSpPr>
            <p:cNvPr id="39" name="38 Grupo"/>
            <p:cNvGrpSpPr/>
            <p:nvPr/>
          </p:nvGrpSpPr>
          <p:grpSpPr>
            <a:xfrm>
              <a:off x="2451853" y="5177714"/>
              <a:ext cx="1857375" cy="552449"/>
              <a:chOff x="3109913" y="1215906"/>
              <a:chExt cx="1857375" cy="552449"/>
            </a:xfrm>
          </p:grpSpPr>
          <p:sp>
            <p:nvSpPr>
              <p:cNvPr id="40" name="Rectangle 34"/>
              <p:cNvSpPr>
                <a:spLocks noChangeArrowheads="1"/>
              </p:cNvSpPr>
              <p:nvPr/>
            </p:nvSpPr>
            <p:spPr bwMode="auto">
              <a:xfrm>
                <a:off x="3216275" y="1257339"/>
                <a:ext cx="1682750" cy="511016"/>
              </a:xfrm>
              <a:prstGeom prst="rect">
                <a:avLst/>
              </a:prstGeom>
              <a:solidFill>
                <a:srgbClr val="000099"/>
              </a:solidFill>
              <a:ln w="9525">
                <a:noFill/>
                <a:miter lim="800000"/>
                <a:headEnd/>
                <a:tailEnd/>
              </a:ln>
            </p:spPr>
            <p:txBody>
              <a:bodyPr/>
              <a:lstStyle/>
              <a:p>
                <a:endParaRPr lang="es-CO" sz="2000"/>
              </a:p>
            </p:txBody>
          </p:sp>
          <p:sp>
            <p:nvSpPr>
              <p:cNvPr id="41" name="Text Box 35"/>
              <p:cNvSpPr txBox="1">
                <a:spLocks noChangeArrowheads="1"/>
              </p:cNvSpPr>
              <p:nvPr/>
            </p:nvSpPr>
            <p:spPr bwMode="auto">
              <a:xfrm>
                <a:off x="3109913" y="1215906"/>
                <a:ext cx="1857375" cy="415872"/>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1.2. DIRECCIONAMIENTO ESTRATÉGICO.</a:t>
                </a:r>
                <a:endParaRPr lang="es-ES" sz="1100" dirty="0">
                  <a:solidFill>
                    <a:srgbClr val="FFCC00"/>
                  </a:solidFill>
                  <a:latin typeface="Century Gothic" pitchFamily="34" charset="0"/>
                </a:endParaRPr>
              </a:p>
            </p:txBody>
          </p:sp>
        </p:grpSp>
        <p:grpSp>
          <p:nvGrpSpPr>
            <p:cNvPr id="42" name="41 Grupo"/>
            <p:cNvGrpSpPr/>
            <p:nvPr/>
          </p:nvGrpSpPr>
          <p:grpSpPr>
            <a:xfrm>
              <a:off x="2558215" y="5955747"/>
              <a:ext cx="1751013" cy="610764"/>
              <a:chOff x="3216275" y="1993939"/>
              <a:chExt cx="1751013" cy="610764"/>
            </a:xfrm>
          </p:grpSpPr>
          <p:sp>
            <p:nvSpPr>
              <p:cNvPr id="43" name="Rectangle 36"/>
              <p:cNvSpPr>
                <a:spLocks noChangeArrowheads="1"/>
              </p:cNvSpPr>
              <p:nvPr/>
            </p:nvSpPr>
            <p:spPr bwMode="auto">
              <a:xfrm>
                <a:off x="3216275" y="1993939"/>
                <a:ext cx="1679575" cy="610764"/>
              </a:xfrm>
              <a:prstGeom prst="rect">
                <a:avLst/>
              </a:prstGeom>
              <a:solidFill>
                <a:srgbClr val="000099"/>
              </a:solidFill>
              <a:ln w="9525">
                <a:noFill/>
                <a:miter lim="800000"/>
                <a:headEnd/>
                <a:tailEnd/>
              </a:ln>
            </p:spPr>
            <p:txBody>
              <a:bodyPr/>
              <a:lstStyle/>
              <a:p>
                <a:endParaRPr lang="es-CO" sz="2000"/>
              </a:p>
            </p:txBody>
          </p:sp>
          <p:sp>
            <p:nvSpPr>
              <p:cNvPr id="44" name="Text Box 37"/>
              <p:cNvSpPr txBox="1">
                <a:spLocks noChangeArrowheads="1"/>
              </p:cNvSpPr>
              <p:nvPr/>
            </p:nvSpPr>
            <p:spPr bwMode="auto">
              <a:xfrm>
                <a:off x="3281363" y="1993939"/>
                <a:ext cx="1685925" cy="415872"/>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1.3. ADMINISTRACIÓN DE RIESGOS.</a:t>
                </a:r>
                <a:endParaRPr lang="es-ES" sz="1100" dirty="0">
                  <a:solidFill>
                    <a:srgbClr val="FFCC00"/>
                  </a:solidFill>
                  <a:latin typeface="Century Gothic" pitchFamily="34" charset="0"/>
                </a:endParaRPr>
              </a:p>
            </p:txBody>
          </p:sp>
        </p:grpSp>
        <p:grpSp>
          <p:nvGrpSpPr>
            <p:cNvPr id="45" name="44 Grupo"/>
            <p:cNvGrpSpPr/>
            <p:nvPr/>
          </p:nvGrpSpPr>
          <p:grpSpPr>
            <a:xfrm>
              <a:off x="5349371" y="5256108"/>
              <a:ext cx="3149601" cy="515620"/>
              <a:chOff x="5203825" y="1183679"/>
              <a:chExt cx="3149601" cy="515620"/>
            </a:xfrm>
          </p:grpSpPr>
          <p:sp>
            <p:nvSpPr>
              <p:cNvPr id="46" name="Rectangle 13"/>
              <p:cNvSpPr>
                <a:spLocks noChangeArrowheads="1"/>
              </p:cNvSpPr>
              <p:nvPr/>
            </p:nvSpPr>
            <p:spPr bwMode="auto">
              <a:xfrm>
                <a:off x="5224463" y="1183679"/>
                <a:ext cx="3128963" cy="515620"/>
              </a:xfrm>
              <a:prstGeom prst="rect">
                <a:avLst/>
              </a:prstGeom>
              <a:solidFill>
                <a:srgbClr val="FFCC00"/>
              </a:solidFill>
              <a:ln w="9525">
                <a:noFill/>
                <a:miter lim="800000"/>
                <a:headEnd/>
                <a:tailEnd/>
              </a:ln>
            </p:spPr>
            <p:txBody>
              <a:bodyPr/>
              <a:lstStyle/>
              <a:p>
                <a:endParaRPr lang="es-CO" sz="2000"/>
              </a:p>
            </p:txBody>
          </p:sp>
          <p:sp>
            <p:nvSpPr>
              <p:cNvPr id="47" name="Rectangle 70"/>
              <p:cNvSpPr>
                <a:spLocks noChangeArrowheads="1"/>
              </p:cNvSpPr>
              <p:nvPr/>
            </p:nvSpPr>
            <p:spPr bwMode="auto">
              <a:xfrm>
                <a:off x="5203825" y="1188283"/>
                <a:ext cx="3065463" cy="441960"/>
              </a:xfrm>
              <a:prstGeom prst="rect">
                <a:avLst/>
              </a:prstGeom>
              <a:noFill/>
              <a:ln w="9525">
                <a:noFill/>
                <a:miter lim="800000"/>
                <a:headEnd/>
                <a:tailEnd/>
              </a:ln>
            </p:spPr>
            <p:txBody>
              <a:bodyPr lIns="0" tIns="0" rIns="0" bIns="0">
                <a:spAutoFit/>
              </a:bodyPr>
              <a:lstStyle/>
              <a:p>
                <a:pPr marL="87313" algn="just">
                  <a:buFontTx/>
                  <a:buChar char="•"/>
                </a:pPr>
                <a:r>
                  <a:rPr lang="es-CO" sz="1000" dirty="0">
                    <a:solidFill>
                      <a:srgbClr val="000099"/>
                    </a:solidFill>
                    <a:latin typeface="Century Gothic" pitchFamily="34" charset="0"/>
                  </a:rPr>
                  <a:t>PLANES Y PROGRAMAS.</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MODELO DE OPERACIÓN POR PROCESOS.</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ESTRUCTURA ORGANIZACIONAL.</a:t>
                </a:r>
                <a:endParaRPr lang="es-ES" sz="1000" dirty="0">
                  <a:solidFill>
                    <a:srgbClr val="000099"/>
                  </a:solidFill>
                  <a:latin typeface="Century Gothic" pitchFamily="34" charset="0"/>
                </a:endParaRPr>
              </a:p>
            </p:txBody>
          </p:sp>
        </p:grpSp>
        <p:grpSp>
          <p:nvGrpSpPr>
            <p:cNvPr id="48" name="47 Grupo"/>
            <p:cNvGrpSpPr/>
            <p:nvPr/>
          </p:nvGrpSpPr>
          <p:grpSpPr>
            <a:xfrm>
              <a:off x="5349371" y="5817766"/>
              <a:ext cx="3128963" cy="883920"/>
              <a:chOff x="5203825" y="1745337"/>
              <a:chExt cx="3128963" cy="883920"/>
            </a:xfrm>
          </p:grpSpPr>
          <p:sp>
            <p:nvSpPr>
              <p:cNvPr id="49" name="Rectangle 14"/>
              <p:cNvSpPr>
                <a:spLocks noChangeArrowheads="1"/>
              </p:cNvSpPr>
              <p:nvPr/>
            </p:nvSpPr>
            <p:spPr bwMode="auto">
              <a:xfrm>
                <a:off x="5203825" y="1745337"/>
                <a:ext cx="3128963" cy="883920"/>
              </a:xfrm>
              <a:prstGeom prst="rect">
                <a:avLst/>
              </a:prstGeom>
              <a:solidFill>
                <a:srgbClr val="FFCC00"/>
              </a:solidFill>
              <a:ln w="9525">
                <a:noFill/>
                <a:miter lim="800000"/>
                <a:headEnd/>
                <a:tailEnd/>
              </a:ln>
            </p:spPr>
            <p:txBody>
              <a:bodyPr/>
              <a:lstStyle/>
              <a:p>
                <a:endParaRPr lang="es-CO" sz="2000"/>
              </a:p>
            </p:txBody>
          </p:sp>
          <p:sp>
            <p:nvSpPr>
              <p:cNvPr id="50" name="Rectangle 71"/>
              <p:cNvSpPr>
                <a:spLocks noChangeArrowheads="1"/>
              </p:cNvSpPr>
              <p:nvPr/>
            </p:nvSpPr>
            <p:spPr bwMode="auto">
              <a:xfrm>
                <a:off x="5272088" y="1797513"/>
                <a:ext cx="3060700" cy="736600"/>
              </a:xfrm>
              <a:prstGeom prst="rect">
                <a:avLst/>
              </a:prstGeom>
              <a:noFill/>
              <a:ln w="9525">
                <a:noFill/>
                <a:miter lim="800000"/>
                <a:headEnd/>
                <a:tailEnd/>
              </a:ln>
            </p:spPr>
            <p:txBody>
              <a:bodyPr lIns="0" tIns="0" rIns="0" bIns="0">
                <a:spAutoFit/>
              </a:bodyPr>
              <a:lstStyle/>
              <a:p>
                <a:pPr algn="just">
                  <a:buFontTx/>
                  <a:buChar char="•"/>
                </a:pPr>
                <a:r>
                  <a:rPr lang="es-CO" sz="1000" dirty="0">
                    <a:solidFill>
                      <a:srgbClr val="000099"/>
                    </a:solidFill>
                    <a:latin typeface="Century Gothic" pitchFamily="34" charset="0"/>
                  </a:rPr>
                  <a:t>CONTEXTO ESTRATÉGICO.</a:t>
                </a:r>
              </a:p>
              <a:p>
                <a:pPr algn="just">
                  <a:buFontTx/>
                  <a:buChar char="•"/>
                </a:pPr>
                <a:r>
                  <a:rPr lang="es-CO" sz="1000" dirty="0">
                    <a:solidFill>
                      <a:srgbClr val="000099"/>
                    </a:solidFill>
                    <a:latin typeface="Century Gothic" pitchFamily="34" charset="0"/>
                  </a:rPr>
                  <a:t>IDENTIFICACIÓN DE RIESGOS.</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algn="just">
                  <a:buFontTx/>
                  <a:buChar char="•"/>
                </a:pPr>
                <a:r>
                  <a:rPr lang="es-CO" sz="1000" dirty="0">
                    <a:solidFill>
                      <a:srgbClr val="000099"/>
                    </a:solidFill>
                    <a:latin typeface="Century Gothic" pitchFamily="34" charset="0"/>
                  </a:rPr>
                  <a:t>ANÁLISIS DE RIESGOS.</a:t>
                </a:r>
              </a:p>
              <a:p>
                <a:pPr algn="just">
                  <a:buFontTx/>
                  <a:buChar char="•"/>
                </a:pPr>
                <a:r>
                  <a:rPr lang="es-CO" sz="1000" dirty="0">
                    <a:solidFill>
                      <a:srgbClr val="000099"/>
                    </a:solidFill>
                    <a:latin typeface="Century Gothic" pitchFamily="34" charset="0"/>
                  </a:rPr>
                  <a:t>VALORACIÓN DE RIESGOS.</a:t>
                </a:r>
              </a:p>
              <a:p>
                <a:pPr algn="just">
                  <a:buFontTx/>
                  <a:buChar char="•"/>
                </a:pPr>
                <a:r>
                  <a:rPr lang="es-CO" sz="1000" dirty="0">
                    <a:solidFill>
                      <a:srgbClr val="000099"/>
                    </a:solidFill>
                    <a:latin typeface="Century Gothic" pitchFamily="34" charset="0"/>
                  </a:rPr>
                  <a:t>POLÍTICAS DE ADMINISTRACIÓN DE RIESGOS.</a:t>
                </a:r>
                <a:endParaRPr lang="es-ES" sz="1000" dirty="0">
                  <a:solidFill>
                    <a:srgbClr val="000099"/>
                  </a:solidFill>
                  <a:latin typeface="Century Gothic" pitchFamily="34" charset="0"/>
                </a:endParaRPr>
              </a:p>
            </p:txBody>
          </p:sp>
        </p:grpSp>
      </p:grpSp>
      <p:cxnSp>
        <p:nvCxnSpPr>
          <p:cNvPr id="21" name="20 Conector recto de flecha"/>
          <p:cNvCxnSpPr>
            <a:stCxn id="35" idx="1"/>
          </p:cNvCxnSpPr>
          <p:nvPr/>
        </p:nvCxnSpPr>
        <p:spPr>
          <a:xfrm flipH="1" flipV="1">
            <a:off x="2778506" y="2784144"/>
            <a:ext cx="2551815" cy="1936514"/>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 calcmode="lin" valueType="num">
                                      <p:cBhvr additive="base">
                                        <p:cTn id="7" dur="500" fill="hold"/>
                                        <p:tgtEl>
                                          <p:spTgt spid="28"/>
                                        </p:tgtEl>
                                        <p:attrNameLst>
                                          <p:attrName>ppt_x</p:attrName>
                                        </p:attrNameLst>
                                      </p:cBhvr>
                                      <p:tavLst>
                                        <p:tav tm="0">
                                          <p:val>
                                            <p:strVal val="#ppt_x"/>
                                          </p:val>
                                        </p:tav>
                                        <p:tav tm="100000">
                                          <p:val>
                                            <p:strVal val="#ppt_x"/>
                                          </p:val>
                                        </p:tav>
                                      </p:tavLst>
                                    </p:anim>
                                    <p:anim calcmode="lin" valueType="num">
                                      <p:cBhvr additive="base">
                                        <p:cTn id="8" dur="500" fill="hold"/>
                                        <p:tgtEl>
                                          <p:spTgt spid="2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62"/>
                                        </p:tgtEl>
                                        <p:attrNameLst>
                                          <p:attrName>style.visibility</p:attrName>
                                        </p:attrNameLst>
                                      </p:cBhvr>
                                      <p:to>
                                        <p:strVal val="visible"/>
                                      </p:to>
                                    </p:set>
                                    <p:anim calcmode="lin" valueType="num">
                                      <p:cBhvr additive="base">
                                        <p:cTn id="13" dur="500" fill="hold"/>
                                        <p:tgtEl>
                                          <p:spTgt spid="362"/>
                                        </p:tgtEl>
                                        <p:attrNameLst>
                                          <p:attrName>ppt_x</p:attrName>
                                        </p:attrNameLst>
                                      </p:cBhvr>
                                      <p:tavLst>
                                        <p:tav tm="0">
                                          <p:val>
                                            <p:strVal val="#ppt_x"/>
                                          </p:val>
                                        </p:tav>
                                        <p:tav tm="100000">
                                          <p:val>
                                            <p:strVal val="#ppt_x"/>
                                          </p:val>
                                        </p:tav>
                                      </p:tavLst>
                                    </p:anim>
                                    <p:anim calcmode="lin" valueType="num">
                                      <p:cBhvr additive="base">
                                        <p:cTn id="14" dur="500" fill="hold"/>
                                        <p:tgtEl>
                                          <p:spTgt spid="36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2" presetClass="entr" presetSubtype="4"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wipe(down)">
                                      <p:cBhvr>
                                        <p:cTn id="19" dur="500"/>
                                        <p:tgtEl>
                                          <p:spTgt spid="21"/>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down)">
                                      <p:cBhvr>
                                        <p:cTn id="24" dur="500"/>
                                        <p:tgtEl>
                                          <p:spTgt spid="23"/>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nodeType="click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wipe(down)">
                                      <p:cBhvr>
                                        <p:cTn id="2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26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33" name="32 Grupo"/>
          <p:cNvGrpSpPr/>
          <p:nvPr/>
        </p:nvGrpSpPr>
        <p:grpSpPr>
          <a:xfrm>
            <a:off x="0" y="-27383"/>
            <a:ext cx="9144000" cy="6890884"/>
            <a:chOff x="0" y="-27383"/>
            <a:chExt cx="9144000" cy="6890884"/>
          </a:xfrm>
        </p:grpSpPr>
        <p:pic>
          <p:nvPicPr>
            <p:cNvPr id="35"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7" name="36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38" name="37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40" name="3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41"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3" name="2 Rectángulo redondeado"/>
          <p:cNvSpPr/>
          <p:nvPr/>
        </p:nvSpPr>
        <p:spPr>
          <a:xfrm>
            <a:off x="3915349" y="193970"/>
            <a:ext cx="3957485"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Principales cambios</a:t>
            </a:r>
            <a:endParaRPr lang="es-CO" sz="2800" dirty="0"/>
          </a:p>
        </p:txBody>
      </p:sp>
      <p:grpSp>
        <p:nvGrpSpPr>
          <p:cNvPr id="2" name="27 Grupo"/>
          <p:cNvGrpSpPr/>
          <p:nvPr/>
        </p:nvGrpSpPr>
        <p:grpSpPr>
          <a:xfrm>
            <a:off x="1238999" y="1244102"/>
            <a:ext cx="6630404" cy="2022239"/>
            <a:chOff x="1238999" y="1108897"/>
            <a:chExt cx="6630404" cy="2022239"/>
          </a:xfrm>
        </p:grpSpPr>
        <p:sp>
          <p:nvSpPr>
            <p:cNvPr id="1025" name="Rectangle 1"/>
            <p:cNvSpPr>
              <a:spLocks noChangeArrowheads="1"/>
            </p:cNvSpPr>
            <p:nvPr/>
          </p:nvSpPr>
          <p:spPr bwMode="auto">
            <a:xfrm>
              <a:off x="1844643" y="1108897"/>
              <a:ext cx="5139895" cy="442674"/>
            </a:xfrm>
            <a:prstGeom prst="round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vert="horz" wrap="square" lIns="91440" tIns="45720" rIns="91440" bIns="45720" numCol="1" anchor="ctr" anchorCtr="0" compatLnSpc="1">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s-CO" sz="2000" b="1" i="0" u="none" strike="noStrike" cap="none" normalizeH="0" baseline="0" dirty="0" smtClean="0">
                  <a:ln>
                    <a:noFill/>
                  </a:ln>
                  <a:solidFill>
                    <a:schemeClr val="bg1"/>
                  </a:solidFill>
                  <a:effectLst/>
                  <a:latin typeface="Futura Std Medium" pitchFamily="34" charset="0"/>
                  <a:ea typeface="Calibri" pitchFamily="34" charset="0"/>
                  <a:cs typeface="Arial" pitchFamily="34" charset="0"/>
                </a:rPr>
                <a:t>MÓDULO DE PLANEACIÓN Y GESTIÓN</a:t>
              </a:r>
              <a:endParaRPr kumimoji="0" lang="es-CO" sz="2000" b="0" i="0" u="none" strike="noStrike" cap="none" normalizeH="0" baseline="0" dirty="0" smtClean="0">
                <a:ln>
                  <a:noFill/>
                </a:ln>
                <a:solidFill>
                  <a:schemeClr val="bg1"/>
                </a:solidFill>
                <a:effectLst/>
                <a:latin typeface="Arial" pitchFamily="34" charset="0"/>
              </a:endParaRPr>
            </a:p>
          </p:txBody>
        </p:sp>
        <p:sp>
          <p:nvSpPr>
            <p:cNvPr id="16" name="15 Elipse"/>
            <p:cNvSpPr/>
            <p:nvPr/>
          </p:nvSpPr>
          <p:spPr>
            <a:xfrm>
              <a:off x="1238999" y="1773252"/>
              <a:ext cx="1576388" cy="1357884"/>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s-CO" sz="1600" b="1" dirty="0" smtClean="0"/>
                <a:t>Talento Humano</a:t>
              </a:r>
              <a:endParaRPr lang="es-CO" sz="1600" b="1" dirty="0"/>
            </a:p>
          </p:txBody>
        </p:sp>
        <p:sp>
          <p:nvSpPr>
            <p:cNvPr id="18" name="17 Elipse"/>
            <p:cNvSpPr/>
            <p:nvPr/>
          </p:nvSpPr>
          <p:spPr>
            <a:xfrm>
              <a:off x="3811367" y="1773252"/>
              <a:ext cx="1576388" cy="1357884"/>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s-CO" sz="1400" b="1" dirty="0" err="1" smtClean="0"/>
                <a:t>Direccionam</a:t>
              </a:r>
              <a:endParaRPr lang="es-CO" sz="1400" b="1" dirty="0" smtClean="0"/>
            </a:p>
            <a:p>
              <a:pPr algn="ctr"/>
              <a:r>
                <a:rPr lang="es-CO" sz="1400" b="1" dirty="0" smtClean="0"/>
                <a:t>Estratégico</a:t>
              </a:r>
              <a:endParaRPr lang="es-CO" sz="1400" b="1" dirty="0"/>
            </a:p>
          </p:txBody>
        </p:sp>
        <p:sp>
          <p:nvSpPr>
            <p:cNvPr id="19" name="18 Elipse"/>
            <p:cNvSpPr/>
            <p:nvPr/>
          </p:nvSpPr>
          <p:spPr>
            <a:xfrm>
              <a:off x="6293015" y="1773252"/>
              <a:ext cx="1576388" cy="1357884"/>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s-CO" sz="1400" b="1" dirty="0" smtClean="0"/>
                <a:t>Administra. del Riesgo</a:t>
              </a:r>
              <a:endParaRPr lang="es-CO" sz="1400" b="1" dirty="0"/>
            </a:p>
          </p:txBody>
        </p:sp>
      </p:grpSp>
      <p:grpSp>
        <p:nvGrpSpPr>
          <p:cNvPr id="69" name="68 Grupo"/>
          <p:cNvGrpSpPr/>
          <p:nvPr/>
        </p:nvGrpSpPr>
        <p:grpSpPr>
          <a:xfrm>
            <a:off x="896429" y="4346384"/>
            <a:ext cx="7643960" cy="810260"/>
            <a:chOff x="794829" y="4996624"/>
            <a:chExt cx="7643960" cy="810260"/>
          </a:xfrm>
        </p:grpSpPr>
        <p:grpSp>
          <p:nvGrpSpPr>
            <p:cNvPr id="36" name="27 Grupo"/>
            <p:cNvGrpSpPr/>
            <p:nvPr/>
          </p:nvGrpSpPr>
          <p:grpSpPr>
            <a:xfrm>
              <a:off x="794829" y="5110183"/>
              <a:ext cx="1652588" cy="696701"/>
              <a:chOff x="957263" y="3370461"/>
              <a:chExt cx="1652588" cy="696701"/>
            </a:xfrm>
          </p:grpSpPr>
          <p:sp>
            <p:nvSpPr>
              <p:cNvPr id="67" name="Rectangle 26"/>
              <p:cNvSpPr>
                <a:spLocks noChangeArrowheads="1"/>
              </p:cNvSpPr>
              <p:nvPr/>
            </p:nvSpPr>
            <p:spPr bwMode="auto">
              <a:xfrm>
                <a:off x="957263" y="3370461"/>
                <a:ext cx="1652588" cy="696701"/>
              </a:xfrm>
              <a:prstGeom prst="rect">
                <a:avLst/>
              </a:prstGeom>
              <a:solidFill>
                <a:srgbClr val="FFCC00"/>
              </a:solidFill>
              <a:ln w="9525">
                <a:noFill/>
                <a:miter lim="800000"/>
                <a:headEnd/>
                <a:tailEnd/>
              </a:ln>
            </p:spPr>
            <p:txBody>
              <a:bodyPr/>
              <a:lstStyle/>
              <a:p>
                <a:endParaRPr lang="es-CO" sz="2000"/>
              </a:p>
            </p:txBody>
          </p:sp>
          <p:sp>
            <p:nvSpPr>
              <p:cNvPr id="68" name="Rectangle 27"/>
              <p:cNvSpPr>
                <a:spLocks noChangeArrowheads="1"/>
              </p:cNvSpPr>
              <p:nvPr/>
            </p:nvSpPr>
            <p:spPr bwMode="auto">
              <a:xfrm>
                <a:off x="966788" y="3439517"/>
                <a:ext cx="1576388" cy="487998"/>
              </a:xfrm>
              <a:prstGeom prst="rect">
                <a:avLst/>
              </a:prstGeom>
              <a:noFill/>
              <a:ln w="9525">
                <a:noFill/>
                <a:miter lim="800000"/>
                <a:headEnd/>
                <a:tailEnd/>
              </a:ln>
            </p:spPr>
            <p:txBody>
              <a:bodyPr lIns="0" tIns="0" rIns="0" bIns="0">
                <a:spAutoFit/>
              </a:bodyPr>
              <a:lstStyle/>
              <a:p>
                <a:pPr algn="ctr"/>
                <a:r>
                  <a:rPr lang="es-CO" sz="1100" dirty="0">
                    <a:solidFill>
                      <a:srgbClr val="333399"/>
                    </a:solidFill>
                    <a:latin typeface="Arial Black" pitchFamily="34" charset="0"/>
                  </a:rPr>
                  <a:t>2. SUBSISTEMA DE CONTROL DE GESTIÓN</a:t>
                </a:r>
                <a:endParaRPr lang="es-ES" sz="1100" dirty="0">
                  <a:solidFill>
                    <a:srgbClr val="333399"/>
                  </a:solidFill>
                  <a:latin typeface="Arial Black" pitchFamily="34" charset="0"/>
                </a:endParaRPr>
              </a:p>
            </p:txBody>
          </p:sp>
        </p:grpSp>
        <p:grpSp>
          <p:nvGrpSpPr>
            <p:cNvPr id="39" name="30 Grupo"/>
            <p:cNvGrpSpPr/>
            <p:nvPr/>
          </p:nvGrpSpPr>
          <p:grpSpPr>
            <a:xfrm>
              <a:off x="2969992" y="5179239"/>
              <a:ext cx="1682750" cy="414338"/>
              <a:chOff x="3216275" y="2923897"/>
              <a:chExt cx="1682750" cy="414338"/>
            </a:xfrm>
          </p:grpSpPr>
          <p:sp>
            <p:nvSpPr>
              <p:cNvPr id="65" name="Rectangle 38"/>
              <p:cNvSpPr>
                <a:spLocks noChangeArrowheads="1"/>
              </p:cNvSpPr>
              <p:nvPr/>
            </p:nvSpPr>
            <p:spPr bwMode="auto">
              <a:xfrm>
                <a:off x="3216275" y="2923897"/>
                <a:ext cx="1682750" cy="394388"/>
              </a:xfrm>
              <a:prstGeom prst="rect">
                <a:avLst/>
              </a:prstGeom>
              <a:solidFill>
                <a:srgbClr val="000099"/>
              </a:solidFill>
              <a:ln w="9525">
                <a:noFill/>
                <a:miter lim="800000"/>
                <a:headEnd/>
                <a:tailEnd/>
              </a:ln>
            </p:spPr>
            <p:txBody>
              <a:bodyPr/>
              <a:lstStyle/>
              <a:p>
                <a:endParaRPr lang="es-CO" sz="2000"/>
              </a:p>
            </p:txBody>
          </p:sp>
          <p:sp>
            <p:nvSpPr>
              <p:cNvPr id="66" name="Text Box 49"/>
              <p:cNvSpPr txBox="1">
                <a:spLocks noChangeArrowheads="1"/>
              </p:cNvSpPr>
              <p:nvPr/>
            </p:nvSpPr>
            <p:spPr bwMode="auto">
              <a:xfrm>
                <a:off x="3284538" y="2923897"/>
                <a:ext cx="1550988" cy="414338"/>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2.1. ACTIVIDADES DE CONTROL.</a:t>
                </a:r>
                <a:endParaRPr lang="es-ES" sz="1100" dirty="0">
                  <a:solidFill>
                    <a:srgbClr val="FFCC00"/>
                  </a:solidFill>
                  <a:latin typeface="Century Gothic" pitchFamily="34" charset="0"/>
                </a:endParaRPr>
              </a:p>
            </p:txBody>
          </p:sp>
        </p:grpSp>
        <p:grpSp>
          <p:nvGrpSpPr>
            <p:cNvPr id="48" name="39 Grupo"/>
            <p:cNvGrpSpPr/>
            <p:nvPr/>
          </p:nvGrpSpPr>
          <p:grpSpPr>
            <a:xfrm>
              <a:off x="5330464" y="4996624"/>
              <a:ext cx="3108325" cy="810260"/>
              <a:chOff x="5224463" y="3830777"/>
              <a:chExt cx="3108325" cy="810260"/>
            </a:xfrm>
          </p:grpSpPr>
          <p:sp>
            <p:nvSpPr>
              <p:cNvPr id="59" name="Rectangle 73"/>
              <p:cNvSpPr>
                <a:spLocks noChangeArrowheads="1"/>
              </p:cNvSpPr>
              <p:nvPr/>
            </p:nvSpPr>
            <p:spPr bwMode="auto">
              <a:xfrm>
                <a:off x="5224463" y="3830777"/>
                <a:ext cx="3108325" cy="810260"/>
              </a:xfrm>
              <a:prstGeom prst="rect">
                <a:avLst/>
              </a:prstGeom>
              <a:solidFill>
                <a:srgbClr val="FFCC00"/>
              </a:solidFill>
              <a:ln w="9525">
                <a:noFill/>
                <a:miter lim="800000"/>
                <a:headEnd/>
                <a:tailEnd/>
              </a:ln>
            </p:spPr>
            <p:txBody>
              <a:bodyPr/>
              <a:lstStyle/>
              <a:p>
                <a:endParaRPr lang="es-CO" sz="2000"/>
              </a:p>
            </p:txBody>
          </p:sp>
          <p:sp>
            <p:nvSpPr>
              <p:cNvPr id="60" name="Rectangle 74"/>
              <p:cNvSpPr>
                <a:spLocks noChangeArrowheads="1"/>
              </p:cNvSpPr>
              <p:nvPr/>
            </p:nvSpPr>
            <p:spPr bwMode="auto">
              <a:xfrm>
                <a:off x="5224463" y="3830777"/>
                <a:ext cx="3108325" cy="736600"/>
              </a:xfrm>
              <a:prstGeom prst="rect">
                <a:avLst/>
              </a:prstGeom>
              <a:noFill/>
              <a:ln w="9525">
                <a:noFill/>
                <a:miter lim="800000"/>
                <a:headEnd/>
                <a:tailEnd/>
              </a:ln>
            </p:spPr>
            <p:txBody>
              <a:bodyPr lIns="0" tIns="0" rIns="0" bIns="0">
                <a:spAutoFit/>
              </a:bodyPr>
              <a:lstStyle/>
              <a:p>
                <a:pPr marL="87313" algn="just">
                  <a:buFontTx/>
                  <a:buChar char="•"/>
                </a:pPr>
                <a:r>
                  <a:rPr lang="es-CO" sz="1000" dirty="0">
                    <a:solidFill>
                      <a:srgbClr val="000099"/>
                    </a:solidFill>
                    <a:latin typeface="Century Gothic" pitchFamily="34" charset="0"/>
                  </a:rPr>
                  <a:t>POLÍTICAS DE OPERACIÓN.</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PROCEDIMIENTOS.</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CONTROLES.</a:t>
                </a:r>
              </a:p>
              <a:p>
                <a:pPr marL="87313" algn="just">
                  <a:buFontTx/>
                  <a:buChar char="•"/>
                </a:pPr>
                <a:r>
                  <a:rPr lang="es-CO" sz="1000" dirty="0">
                    <a:solidFill>
                      <a:srgbClr val="000099"/>
                    </a:solidFill>
                    <a:latin typeface="Century Gothic" pitchFamily="34" charset="0"/>
                  </a:rPr>
                  <a:t>INDICADORES.</a:t>
                </a:r>
              </a:p>
              <a:p>
                <a:pPr marL="87313" algn="just">
                  <a:buFontTx/>
                  <a:buChar char="•"/>
                </a:pPr>
                <a:r>
                  <a:rPr lang="es-CO" sz="1000" dirty="0">
                    <a:solidFill>
                      <a:srgbClr val="000099"/>
                    </a:solidFill>
                    <a:latin typeface="Century Gothic" pitchFamily="34" charset="0"/>
                  </a:rPr>
                  <a:t>MANUAL DE PROCEDIMIENTOS.</a:t>
                </a:r>
                <a:endParaRPr lang="es-ES" sz="1000" dirty="0">
                  <a:solidFill>
                    <a:srgbClr val="000099"/>
                  </a:solidFill>
                  <a:latin typeface="Century Gothic" pitchFamily="34" charset="0"/>
                </a:endParaRPr>
              </a:p>
            </p:txBody>
          </p:sp>
        </p:grpSp>
      </p:grpSp>
      <p:grpSp>
        <p:nvGrpSpPr>
          <p:cNvPr id="29" name="28 Grupo"/>
          <p:cNvGrpSpPr/>
          <p:nvPr/>
        </p:nvGrpSpPr>
        <p:grpSpPr>
          <a:xfrm>
            <a:off x="6333772" y="2977990"/>
            <a:ext cx="817848" cy="1760704"/>
            <a:chOff x="6333772" y="2977990"/>
            <a:chExt cx="817848" cy="1760704"/>
          </a:xfrm>
        </p:grpSpPr>
        <p:cxnSp>
          <p:nvCxnSpPr>
            <p:cNvPr id="22" name="21 Conector recto de flecha"/>
            <p:cNvCxnSpPr/>
            <p:nvPr/>
          </p:nvCxnSpPr>
          <p:spPr>
            <a:xfrm flipV="1">
              <a:off x="6631484" y="2977990"/>
              <a:ext cx="520136" cy="1748203"/>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cxnSp>
          <p:nvCxnSpPr>
            <p:cNvPr id="32" name="31 Conector recto"/>
            <p:cNvCxnSpPr/>
            <p:nvPr/>
          </p:nvCxnSpPr>
          <p:spPr>
            <a:xfrm flipH="1">
              <a:off x="6333772" y="4738694"/>
              <a:ext cx="297712" cy="0"/>
            </a:xfrm>
            <a:prstGeom prst="line">
              <a:avLst/>
            </a:prstGeom>
          </p:spPr>
          <p:style>
            <a:lnRef idx="3">
              <a:schemeClr val="accent2"/>
            </a:lnRef>
            <a:fillRef idx="0">
              <a:schemeClr val="accent2"/>
            </a:fillRef>
            <a:effectRef idx="2">
              <a:schemeClr val="accent2"/>
            </a:effectRef>
            <a:fontRef idx="minor">
              <a:schemeClr val="tx1"/>
            </a:fontRef>
          </p:style>
        </p:cxnSp>
      </p:grpSp>
      <p:grpSp>
        <p:nvGrpSpPr>
          <p:cNvPr id="28" name="27 Grupo"/>
          <p:cNvGrpSpPr/>
          <p:nvPr/>
        </p:nvGrpSpPr>
        <p:grpSpPr>
          <a:xfrm>
            <a:off x="4599561" y="3266341"/>
            <a:ext cx="954173" cy="1601194"/>
            <a:chOff x="4599561" y="3266341"/>
            <a:chExt cx="954173" cy="1601194"/>
          </a:xfrm>
        </p:grpSpPr>
        <p:cxnSp>
          <p:nvCxnSpPr>
            <p:cNvPr id="20" name="19 Conector recto de flecha"/>
            <p:cNvCxnSpPr>
              <a:endCxn id="18" idx="4"/>
            </p:cNvCxnSpPr>
            <p:nvPr/>
          </p:nvCxnSpPr>
          <p:spPr>
            <a:xfrm flipH="1" flipV="1">
              <a:off x="4599561" y="3266341"/>
              <a:ext cx="635794" cy="1391158"/>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cxnSp>
          <p:nvCxnSpPr>
            <p:cNvPr id="13" name="12 Conector recto"/>
            <p:cNvCxnSpPr/>
            <p:nvPr/>
          </p:nvCxnSpPr>
          <p:spPr>
            <a:xfrm flipH="1">
              <a:off x="5235355" y="4459943"/>
              <a:ext cx="304208"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30" name="29 Conector recto"/>
            <p:cNvCxnSpPr/>
            <p:nvPr/>
          </p:nvCxnSpPr>
          <p:spPr>
            <a:xfrm flipH="1">
              <a:off x="5256022" y="4580444"/>
              <a:ext cx="297712"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31" name="30 Conector recto"/>
            <p:cNvCxnSpPr/>
            <p:nvPr/>
          </p:nvCxnSpPr>
          <p:spPr>
            <a:xfrm flipH="1">
              <a:off x="5235355" y="4867535"/>
              <a:ext cx="318379"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34" name="33 Conector recto"/>
            <p:cNvCxnSpPr/>
            <p:nvPr/>
          </p:nvCxnSpPr>
          <p:spPr>
            <a:xfrm>
              <a:off x="5235355" y="4447464"/>
              <a:ext cx="0" cy="420071"/>
            </a:xfrm>
            <a:prstGeom prst="line">
              <a:avLst/>
            </a:prstGeom>
          </p:spPr>
          <p:style>
            <a:lnRef idx="3">
              <a:schemeClr val="accent2"/>
            </a:lnRef>
            <a:fillRef idx="0">
              <a:schemeClr val="accent2"/>
            </a:fillRef>
            <a:effectRef idx="2">
              <a:schemeClr val="accent2"/>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9"/>
                                        </p:tgtEl>
                                        <p:attrNameLst>
                                          <p:attrName>style.visibility</p:attrName>
                                        </p:attrNameLst>
                                      </p:cBhvr>
                                      <p:to>
                                        <p:strVal val="visible"/>
                                      </p:to>
                                    </p:set>
                                    <p:anim calcmode="lin" valueType="num">
                                      <p:cBhvr additive="base">
                                        <p:cTn id="13" dur="500" fill="hold"/>
                                        <p:tgtEl>
                                          <p:spTgt spid="69"/>
                                        </p:tgtEl>
                                        <p:attrNameLst>
                                          <p:attrName>ppt_x</p:attrName>
                                        </p:attrNameLst>
                                      </p:cBhvr>
                                      <p:tavLst>
                                        <p:tav tm="0">
                                          <p:val>
                                            <p:strVal val="#ppt_x"/>
                                          </p:val>
                                        </p:tav>
                                        <p:tav tm="100000">
                                          <p:val>
                                            <p:strVal val="#ppt_x"/>
                                          </p:val>
                                        </p:tav>
                                      </p:tavLst>
                                    </p:anim>
                                    <p:anim calcmode="lin" valueType="num">
                                      <p:cBhvr additive="base">
                                        <p:cTn id="14" dur="500" fill="hold"/>
                                        <p:tgtEl>
                                          <p:spTgt spid="69"/>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2" presetClass="entr" presetSubtype="4" fill="hold" nodeType="click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wipe(down)">
                                      <p:cBhvr>
                                        <p:cTn id="19" dur="500"/>
                                        <p:tgtEl>
                                          <p:spTgt spid="28"/>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wipe(down)">
                                      <p:cBhvr>
                                        <p:cTn id="24"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4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6" name="5 Grupo"/>
          <p:cNvGrpSpPr/>
          <p:nvPr/>
        </p:nvGrpSpPr>
        <p:grpSpPr>
          <a:xfrm>
            <a:off x="0" y="-27383"/>
            <a:ext cx="9144000" cy="6890884"/>
            <a:chOff x="0" y="-27383"/>
            <a:chExt cx="9144000" cy="6890884"/>
          </a:xfrm>
        </p:grpSpPr>
        <p:pic>
          <p:nvPicPr>
            <p:cNvPr id="7"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1"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graphicFrame>
        <p:nvGraphicFramePr>
          <p:cNvPr id="3" name="2 Diagrama"/>
          <p:cNvGraphicFramePr/>
          <p:nvPr>
            <p:extLst>
              <p:ext uri="{D42A27DB-BD31-4B8C-83A1-F6EECF244321}">
                <p14:modId xmlns:p14="http://schemas.microsoft.com/office/powerpoint/2010/main" val="2105191646"/>
              </p:ext>
            </p:extLst>
          </p:nvPr>
        </p:nvGraphicFramePr>
        <p:xfrm>
          <a:off x="387928" y="1396999"/>
          <a:ext cx="7630030" cy="436995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3 Rectángulo redondeado"/>
          <p:cNvSpPr/>
          <p:nvPr/>
        </p:nvSpPr>
        <p:spPr>
          <a:xfrm>
            <a:off x="4212140" y="193970"/>
            <a:ext cx="3865816"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Principales cambios</a:t>
            </a:r>
            <a:endParaRPr lang="es-CO" sz="2800" dirty="0"/>
          </a:p>
        </p:txBody>
      </p:sp>
    </p:spTree>
    <p:extLst>
      <p:ext uri="{BB962C8B-B14F-4D97-AF65-F5344CB8AC3E}">
        <p14:creationId xmlns:p14="http://schemas.microsoft.com/office/powerpoint/2010/main" val="2639540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graphicEl>
                                              <a:dgm id="{B63F9A8B-F335-4541-8EF1-73EE3FD51390}"/>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graphicEl>
                                              <a:dgm id="{D04D0EA0-41DA-46BE-B17C-078C329DF4EE}"/>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Sub>
          <a:bldDgm bld="one"/>
        </p:bldSub>
      </p:bldGraphic>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4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6" name="5 Grupo"/>
          <p:cNvGrpSpPr/>
          <p:nvPr/>
        </p:nvGrpSpPr>
        <p:grpSpPr>
          <a:xfrm>
            <a:off x="0" y="-27383"/>
            <a:ext cx="9144000" cy="6890884"/>
            <a:chOff x="0" y="-27383"/>
            <a:chExt cx="9144000" cy="6890884"/>
          </a:xfrm>
        </p:grpSpPr>
        <p:pic>
          <p:nvPicPr>
            <p:cNvPr id="7"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1"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graphicFrame>
        <p:nvGraphicFramePr>
          <p:cNvPr id="3" name="2 Diagrama"/>
          <p:cNvGraphicFramePr/>
          <p:nvPr>
            <p:extLst>
              <p:ext uri="{D42A27DB-BD31-4B8C-83A1-F6EECF244321}">
                <p14:modId xmlns:p14="http://schemas.microsoft.com/office/powerpoint/2010/main" val="3218275297"/>
              </p:ext>
            </p:extLst>
          </p:nvPr>
        </p:nvGraphicFramePr>
        <p:xfrm>
          <a:off x="244550" y="882502"/>
          <a:ext cx="7671152" cy="535881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3 Rectángulo redondeado"/>
          <p:cNvSpPr/>
          <p:nvPr/>
        </p:nvSpPr>
        <p:spPr>
          <a:xfrm>
            <a:off x="4198492" y="193970"/>
            <a:ext cx="3865816"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Principales cambios</a:t>
            </a:r>
            <a:endParaRPr lang="es-CO" sz="2800" dirty="0"/>
          </a:p>
        </p:txBody>
      </p:sp>
    </p:spTree>
    <p:extLst>
      <p:ext uri="{BB962C8B-B14F-4D97-AF65-F5344CB8AC3E}">
        <p14:creationId xmlns:p14="http://schemas.microsoft.com/office/powerpoint/2010/main" val="31105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graphicEl>
                                              <a:dgm id="{41020ADB-D051-48DD-847F-5D64120A6CC8}"/>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graphicEl>
                                              <a:dgm id="{868C0B29-ABBF-4E74-9734-753C4DE109F0}"/>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graphicEl>
                                              <a:dgm id="{3B750CF7-81CA-451C-9021-629D59E0A605}"/>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graphicEl>
                                              <a:dgm id="{46DB918C-0F65-4AB9-818C-ADF4EEC5123E}"/>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graphicEl>
                                              <a:dgm id="{21035A7E-4A8B-44E8-9AC8-C4BC4AB73FDA}"/>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graphicEl>
                                              <a:dgm id="{4751F5A4-5372-4AEC-B3EE-EFBCFE64B11D}"/>
                                            </p:graphic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graphicEl>
                                              <a:dgm id="{1C408B90-2245-4E68-A1B5-9500FF298F81}"/>
                                            </p:graphic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graphicEl>
                                              <a:dgm id="{F82EE0EA-E830-4724-B8ED-033552580DAD}"/>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Sub>
          <a:bldDgm bld="one"/>
        </p:bldSub>
      </p:bldGraphic>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4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6" name="5 Grupo"/>
          <p:cNvGrpSpPr/>
          <p:nvPr/>
        </p:nvGrpSpPr>
        <p:grpSpPr>
          <a:xfrm>
            <a:off x="0" y="-27383"/>
            <a:ext cx="9144000" cy="6890884"/>
            <a:chOff x="0" y="-27383"/>
            <a:chExt cx="9144000" cy="6890884"/>
          </a:xfrm>
        </p:grpSpPr>
        <p:pic>
          <p:nvPicPr>
            <p:cNvPr id="7"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1"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graphicFrame>
        <p:nvGraphicFramePr>
          <p:cNvPr id="3" name="2 Diagrama"/>
          <p:cNvGraphicFramePr/>
          <p:nvPr>
            <p:extLst>
              <p:ext uri="{D42A27DB-BD31-4B8C-83A1-F6EECF244321}">
                <p14:modId xmlns:p14="http://schemas.microsoft.com/office/powerpoint/2010/main" val="2120369850"/>
              </p:ext>
            </p:extLst>
          </p:nvPr>
        </p:nvGraphicFramePr>
        <p:xfrm>
          <a:off x="387928" y="1397000"/>
          <a:ext cx="7432240" cy="391198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3 Rectángulo redondeado"/>
          <p:cNvSpPr/>
          <p:nvPr/>
        </p:nvSpPr>
        <p:spPr>
          <a:xfrm>
            <a:off x="4152141" y="237175"/>
            <a:ext cx="3865816"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Principales cambios</a:t>
            </a:r>
            <a:endParaRPr lang="es-CO" sz="2800" dirty="0"/>
          </a:p>
        </p:txBody>
      </p:sp>
    </p:spTree>
    <p:extLst>
      <p:ext uri="{BB962C8B-B14F-4D97-AF65-F5344CB8AC3E}">
        <p14:creationId xmlns:p14="http://schemas.microsoft.com/office/powerpoint/2010/main" val="3167124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graphicEl>
                                              <a:dgm id="{7795B1FB-90D6-49C5-8517-51C402017CAB}"/>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graphicEl>
                                              <a:dgm id="{EBAD8A6F-13D7-4682-BC82-977933B1E5A7}"/>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Sub>
          <a:bldDgm bld="one"/>
        </p:bldSub>
      </p:bldGraphic>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32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34" name="33 Grupo"/>
          <p:cNvGrpSpPr/>
          <p:nvPr/>
        </p:nvGrpSpPr>
        <p:grpSpPr>
          <a:xfrm>
            <a:off x="0" y="-27383"/>
            <a:ext cx="9144000" cy="6890884"/>
            <a:chOff x="0" y="-27383"/>
            <a:chExt cx="9144000" cy="6890884"/>
          </a:xfrm>
        </p:grpSpPr>
        <p:pic>
          <p:nvPicPr>
            <p:cNvPr id="35"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6" name="35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40" name="39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41" name="40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4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grpSp>
        <p:nvGrpSpPr>
          <p:cNvPr id="38" name="37 Grupo"/>
          <p:cNvGrpSpPr/>
          <p:nvPr/>
        </p:nvGrpSpPr>
        <p:grpSpPr>
          <a:xfrm>
            <a:off x="538590" y="4542985"/>
            <a:ext cx="7931150" cy="1767840"/>
            <a:chOff x="538590" y="4542985"/>
            <a:chExt cx="7931150" cy="1767840"/>
          </a:xfrm>
        </p:grpSpPr>
        <p:grpSp>
          <p:nvGrpSpPr>
            <p:cNvPr id="5" name="4 Grupo"/>
            <p:cNvGrpSpPr/>
            <p:nvPr/>
          </p:nvGrpSpPr>
          <p:grpSpPr>
            <a:xfrm>
              <a:off x="538590" y="5014102"/>
              <a:ext cx="1674813" cy="718185"/>
              <a:chOff x="1669353" y="5485205"/>
              <a:chExt cx="1674813" cy="718185"/>
            </a:xfrm>
          </p:grpSpPr>
          <p:sp>
            <p:nvSpPr>
              <p:cNvPr id="3" name="Rectangle 28"/>
              <p:cNvSpPr>
                <a:spLocks noChangeArrowheads="1"/>
              </p:cNvSpPr>
              <p:nvPr/>
            </p:nvSpPr>
            <p:spPr bwMode="auto">
              <a:xfrm>
                <a:off x="1669353" y="5485205"/>
                <a:ext cx="1674813" cy="718185"/>
              </a:xfrm>
              <a:prstGeom prst="rect">
                <a:avLst/>
              </a:prstGeom>
              <a:solidFill>
                <a:srgbClr val="FFCC00"/>
              </a:solidFill>
              <a:ln w="9525">
                <a:noFill/>
                <a:miter lim="800000"/>
                <a:headEnd/>
                <a:tailEnd/>
              </a:ln>
            </p:spPr>
            <p:txBody>
              <a:bodyPr/>
              <a:lstStyle/>
              <a:p>
                <a:endParaRPr lang="es-CO" sz="2000"/>
              </a:p>
            </p:txBody>
          </p:sp>
          <p:sp>
            <p:nvSpPr>
              <p:cNvPr id="4" name="Rectangle 29"/>
              <p:cNvSpPr>
                <a:spLocks noChangeArrowheads="1"/>
              </p:cNvSpPr>
              <p:nvPr/>
            </p:nvSpPr>
            <p:spPr bwMode="auto">
              <a:xfrm>
                <a:off x="1701103" y="5607972"/>
                <a:ext cx="1576388" cy="487998"/>
              </a:xfrm>
              <a:prstGeom prst="rect">
                <a:avLst/>
              </a:prstGeom>
              <a:noFill/>
              <a:ln w="9525">
                <a:noFill/>
                <a:miter lim="800000"/>
                <a:headEnd/>
                <a:tailEnd/>
              </a:ln>
            </p:spPr>
            <p:txBody>
              <a:bodyPr lIns="0" tIns="0" rIns="0" bIns="0">
                <a:spAutoFit/>
              </a:bodyPr>
              <a:lstStyle/>
              <a:p>
                <a:pPr algn="ctr"/>
                <a:r>
                  <a:rPr lang="es-CO" sz="1100">
                    <a:solidFill>
                      <a:srgbClr val="333399"/>
                    </a:solidFill>
                    <a:latin typeface="Arial Black" pitchFamily="34" charset="0"/>
                  </a:rPr>
                  <a:t>3. SUBSISTEMA DE CONTROL DE EVALUACIÓN</a:t>
                </a:r>
                <a:endParaRPr lang="es-ES" sz="1100">
                  <a:solidFill>
                    <a:srgbClr val="333399"/>
                  </a:solidFill>
                  <a:latin typeface="Arial Black" pitchFamily="34" charset="0"/>
                </a:endParaRPr>
              </a:p>
            </p:txBody>
          </p:sp>
        </p:grpSp>
        <p:grpSp>
          <p:nvGrpSpPr>
            <p:cNvPr id="12" name="11 Grupo"/>
            <p:cNvGrpSpPr/>
            <p:nvPr/>
          </p:nvGrpSpPr>
          <p:grpSpPr>
            <a:xfrm>
              <a:off x="2619802" y="4596695"/>
              <a:ext cx="1946275" cy="346816"/>
              <a:chOff x="3826765" y="5067798"/>
              <a:chExt cx="1946275" cy="346816"/>
            </a:xfrm>
          </p:grpSpPr>
          <p:sp>
            <p:nvSpPr>
              <p:cNvPr id="6" name="Rectangle 54"/>
              <p:cNvSpPr>
                <a:spLocks noChangeArrowheads="1"/>
              </p:cNvSpPr>
              <p:nvPr/>
            </p:nvSpPr>
            <p:spPr bwMode="auto">
              <a:xfrm>
                <a:off x="3826765" y="5067798"/>
                <a:ext cx="1727200" cy="346816"/>
              </a:xfrm>
              <a:prstGeom prst="rect">
                <a:avLst/>
              </a:prstGeom>
              <a:solidFill>
                <a:srgbClr val="000099"/>
              </a:solidFill>
              <a:ln w="9525">
                <a:noFill/>
                <a:miter lim="800000"/>
                <a:headEnd/>
                <a:tailEnd/>
              </a:ln>
            </p:spPr>
            <p:txBody>
              <a:bodyPr/>
              <a:lstStyle/>
              <a:p>
                <a:endParaRPr lang="es-CO" sz="2000"/>
              </a:p>
            </p:txBody>
          </p:sp>
          <p:sp>
            <p:nvSpPr>
              <p:cNvPr id="7" name="Text Box 65"/>
              <p:cNvSpPr txBox="1">
                <a:spLocks noChangeArrowheads="1"/>
              </p:cNvSpPr>
              <p:nvPr/>
            </p:nvSpPr>
            <p:spPr bwMode="auto">
              <a:xfrm>
                <a:off x="3902965" y="5138389"/>
                <a:ext cx="1870075" cy="253206"/>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3.1. AUTOEVALUACIÓN.</a:t>
                </a:r>
                <a:endParaRPr lang="es-ES" sz="1100" dirty="0">
                  <a:solidFill>
                    <a:srgbClr val="FFCC00"/>
                  </a:solidFill>
                  <a:latin typeface="Century Gothic" pitchFamily="34" charset="0"/>
                </a:endParaRPr>
              </a:p>
            </p:txBody>
          </p:sp>
        </p:grpSp>
        <p:grpSp>
          <p:nvGrpSpPr>
            <p:cNvPr id="13" name="12 Grupo"/>
            <p:cNvGrpSpPr/>
            <p:nvPr/>
          </p:nvGrpSpPr>
          <p:grpSpPr>
            <a:xfrm>
              <a:off x="2629327" y="5083687"/>
              <a:ext cx="1681163" cy="481859"/>
              <a:chOff x="3950590" y="5630990"/>
              <a:chExt cx="1681163" cy="481859"/>
            </a:xfrm>
          </p:grpSpPr>
          <p:sp>
            <p:nvSpPr>
              <p:cNvPr id="8" name="Rectangle 66"/>
              <p:cNvSpPr>
                <a:spLocks noChangeArrowheads="1"/>
              </p:cNvSpPr>
              <p:nvPr/>
            </p:nvSpPr>
            <p:spPr bwMode="auto">
              <a:xfrm>
                <a:off x="3950590" y="5630990"/>
                <a:ext cx="1679575" cy="481859"/>
              </a:xfrm>
              <a:prstGeom prst="rect">
                <a:avLst/>
              </a:prstGeom>
              <a:solidFill>
                <a:srgbClr val="000099"/>
              </a:solidFill>
              <a:ln w="9525">
                <a:noFill/>
                <a:miter lim="800000"/>
                <a:headEnd/>
                <a:tailEnd/>
              </a:ln>
            </p:spPr>
            <p:txBody>
              <a:bodyPr/>
              <a:lstStyle/>
              <a:p>
                <a:endParaRPr lang="es-CO" sz="2000"/>
              </a:p>
            </p:txBody>
          </p:sp>
          <p:sp>
            <p:nvSpPr>
              <p:cNvPr id="9" name="Text Box 67"/>
              <p:cNvSpPr txBox="1">
                <a:spLocks noChangeArrowheads="1"/>
              </p:cNvSpPr>
              <p:nvPr/>
            </p:nvSpPr>
            <p:spPr bwMode="auto">
              <a:xfrm>
                <a:off x="4118865" y="5695443"/>
                <a:ext cx="1512888" cy="414338"/>
              </a:xfrm>
              <a:prstGeom prst="rect">
                <a:avLst/>
              </a:prstGeom>
              <a:noFill/>
              <a:ln w="9525">
                <a:noFill/>
                <a:miter lim="800000"/>
                <a:headEnd/>
                <a:tailEnd/>
              </a:ln>
            </p:spPr>
            <p:txBody>
              <a:bodyPr>
                <a:spAutoFit/>
              </a:bodyPr>
              <a:lstStyle/>
              <a:p>
                <a:pPr algn="just">
                  <a:spcBef>
                    <a:spcPct val="50000"/>
                  </a:spcBef>
                </a:pPr>
                <a:r>
                  <a:rPr lang="es-CO" sz="1100">
                    <a:solidFill>
                      <a:srgbClr val="FFCC00"/>
                    </a:solidFill>
                    <a:latin typeface="Century Gothic" pitchFamily="34" charset="0"/>
                  </a:rPr>
                  <a:t>3.2.EVALUACIÓN INDEPENDIENTE.</a:t>
                </a:r>
                <a:endParaRPr lang="es-ES" sz="1100">
                  <a:solidFill>
                    <a:srgbClr val="FFCC00"/>
                  </a:solidFill>
                  <a:latin typeface="Century Gothic" pitchFamily="34" charset="0"/>
                </a:endParaRPr>
              </a:p>
            </p:txBody>
          </p:sp>
        </p:grpSp>
        <p:grpSp>
          <p:nvGrpSpPr>
            <p:cNvPr id="14" name="13 Grupo"/>
            <p:cNvGrpSpPr/>
            <p:nvPr/>
          </p:nvGrpSpPr>
          <p:grpSpPr>
            <a:xfrm>
              <a:off x="2629327" y="5710803"/>
              <a:ext cx="1682750" cy="511016"/>
              <a:chOff x="3950590" y="6181906"/>
              <a:chExt cx="1682750" cy="511016"/>
            </a:xfrm>
          </p:grpSpPr>
          <p:sp>
            <p:nvSpPr>
              <p:cNvPr id="10" name="Rectangle 68"/>
              <p:cNvSpPr>
                <a:spLocks noChangeArrowheads="1"/>
              </p:cNvSpPr>
              <p:nvPr/>
            </p:nvSpPr>
            <p:spPr bwMode="auto">
              <a:xfrm>
                <a:off x="3950590" y="6181906"/>
                <a:ext cx="1682750" cy="511016"/>
              </a:xfrm>
              <a:prstGeom prst="rect">
                <a:avLst/>
              </a:prstGeom>
              <a:solidFill>
                <a:srgbClr val="000099"/>
              </a:solidFill>
              <a:ln w="9525">
                <a:noFill/>
                <a:miter lim="800000"/>
                <a:headEnd/>
                <a:tailEnd/>
              </a:ln>
            </p:spPr>
            <p:txBody>
              <a:bodyPr/>
              <a:lstStyle/>
              <a:p>
                <a:endParaRPr lang="es-CO" sz="2000"/>
              </a:p>
            </p:txBody>
          </p:sp>
          <p:sp>
            <p:nvSpPr>
              <p:cNvPr id="11" name="Text Box 69"/>
              <p:cNvSpPr txBox="1">
                <a:spLocks noChangeArrowheads="1"/>
              </p:cNvSpPr>
              <p:nvPr/>
            </p:nvSpPr>
            <p:spPr bwMode="auto">
              <a:xfrm>
                <a:off x="4079178" y="6255566"/>
                <a:ext cx="1550988" cy="414338"/>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3.3. PLANES DE MEJORAMIENTO.</a:t>
                </a:r>
                <a:endParaRPr lang="es-ES" sz="1100" dirty="0">
                  <a:solidFill>
                    <a:srgbClr val="FFCC00"/>
                  </a:solidFill>
                  <a:latin typeface="Century Gothic" pitchFamily="34" charset="0"/>
                </a:endParaRPr>
              </a:p>
            </p:txBody>
          </p:sp>
        </p:grpSp>
        <p:grpSp>
          <p:nvGrpSpPr>
            <p:cNvPr id="21" name="20 Grupo"/>
            <p:cNvGrpSpPr/>
            <p:nvPr/>
          </p:nvGrpSpPr>
          <p:grpSpPr>
            <a:xfrm>
              <a:off x="5361415" y="4542985"/>
              <a:ext cx="3108325" cy="441960"/>
              <a:chOff x="5958778" y="5014088"/>
              <a:chExt cx="3108325" cy="441960"/>
            </a:xfrm>
          </p:grpSpPr>
          <p:sp>
            <p:nvSpPr>
              <p:cNvPr id="15" name="Rectangle 79"/>
              <p:cNvSpPr>
                <a:spLocks noChangeArrowheads="1"/>
              </p:cNvSpPr>
              <p:nvPr/>
            </p:nvSpPr>
            <p:spPr bwMode="auto">
              <a:xfrm>
                <a:off x="5958778" y="5014088"/>
                <a:ext cx="3108325" cy="441960"/>
              </a:xfrm>
              <a:prstGeom prst="rect">
                <a:avLst/>
              </a:prstGeom>
              <a:solidFill>
                <a:srgbClr val="FFCC00"/>
              </a:solidFill>
              <a:ln w="9525">
                <a:noFill/>
                <a:miter lim="800000"/>
                <a:headEnd/>
                <a:tailEnd/>
              </a:ln>
            </p:spPr>
            <p:txBody>
              <a:bodyPr/>
              <a:lstStyle/>
              <a:p>
                <a:endParaRPr lang="es-CO" sz="2000"/>
              </a:p>
            </p:txBody>
          </p:sp>
          <p:sp>
            <p:nvSpPr>
              <p:cNvPr id="16" name="Rectangle 80"/>
              <p:cNvSpPr>
                <a:spLocks noChangeArrowheads="1"/>
              </p:cNvSpPr>
              <p:nvPr/>
            </p:nvSpPr>
            <p:spPr bwMode="auto">
              <a:xfrm>
                <a:off x="6022278" y="5121509"/>
                <a:ext cx="2928938" cy="294640"/>
              </a:xfrm>
              <a:prstGeom prst="rect">
                <a:avLst/>
              </a:prstGeom>
              <a:noFill/>
              <a:ln w="9525">
                <a:noFill/>
                <a:miter lim="800000"/>
                <a:headEnd/>
                <a:tailEnd/>
              </a:ln>
            </p:spPr>
            <p:txBody>
              <a:bodyPr lIns="0" tIns="0" rIns="0" bIns="0">
                <a:spAutoFit/>
              </a:bodyPr>
              <a:lstStyle/>
              <a:p>
                <a:pPr>
                  <a:buFontTx/>
                  <a:buChar char="•"/>
                </a:pPr>
                <a:r>
                  <a:rPr lang="es-CO" sz="1000" dirty="0">
                    <a:solidFill>
                      <a:srgbClr val="000099"/>
                    </a:solidFill>
                    <a:latin typeface="Century Gothic" pitchFamily="34" charset="0"/>
                  </a:rPr>
                  <a:t>AUTOEVALUACIÓN DEL CONTROL</a:t>
                </a:r>
              </a:p>
              <a:p>
                <a:pPr>
                  <a:buFontTx/>
                  <a:buChar char="•"/>
                </a:pPr>
                <a:r>
                  <a:rPr lang="es-CO" sz="1000" dirty="0">
                    <a:solidFill>
                      <a:srgbClr val="000099"/>
                    </a:solidFill>
                    <a:latin typeface="Century Gothic" pitchFamily="34" charset="0"/>
                  </a:rPr>
                  <a:t>AUTOEVALUACIÓN DE GESTIÓN.</a:t>
                </a:r>
                <a:endParaRPr lang="es-ES" sz="1000" dirty="0">
                  <a:solidFill>
                    <a:srgbClr val="000099"/>
                  </a:solidFill>
                  <a:latin typeface="Century Gothic" pitchFamily="34" charset="0"/>
                </a:endParaRPr>
              </a:p>
            </p:txBody>
          </p:sp>
        </p:grpSp>
        <p:grpSp>
          <p:nvGrpSpPr>
            <p:cNvPr id="22" name="21 Grupo"/>
            <p:cNvGrpSpPr/>
            <p:nvPr/>
          </p:nvGrpSpPr>
          <p:grpSpPr>
            <a:xfrm>
              <a:off x="5361415" y="5132265"/>
              <a:ext cx="3108325" cy="515620"/>
              <a:chOff x="5958778" y="5603368"/>
              <a:chExt cx="3108325" cy="515620"/>
            </a:xfrm>
          </p:grpSpPr>
          <p:sp>
            <p:nvSpPr>
              <p:cNvPr id="17" name="Rectangle 81"/>
              <p:cNvSpPr>
                <a:spLocks noChangeArrowheads="1"/>
              </p:cNvSpPr>
              <p:nvPr/>
            </p:nvSpPr>
            <p:spPr bwMode="auto">
              <a:xfrm>
                <a:off x="5958778" y="5603368"/>
                <a:ext cx="3108325" cy="515620"/>
              </a:xfrm>
              <a:prstGeom prst="rect">
                <a:avLst/>
              </a:prstGeom>
              <a:solidFill>
                <a:srgbClr val="FFCC00"/>
              </a:solidFill>
              <a:ln w="9525">
                <a:noFill/>
                <a:miter lim="800000"/>
                <a:headEnd/>
                <a:tailEnd/>
              </a:ln>
            </p:spPr>
            <p:txBody>
              <a:bodyPr/>
              <a:lstStyle/>
              <a:p>
                <a:endParaRPr lang="es-CO" sz="2000"/>
              </a:p>
            </p:txBody>
          </p:sp>
          <p:sp>
            <p:nvSpPr>
              <p:cNvPr id="18" name="Rectangle 82"/>
              <p:cNvSpPr>
                <a:spLocks noChangeArrowheads="1"/>
              </p:cNvSpPr>
              <p:nvPr/>
            </p:nvSpPr>
            <p:spPr bwMode="auto">
              <a:xfrm>
                <a:off x="5990528" y="5624852"/>
                <a:ext cx="2990850" cy="441960"/>
              </a:xfrm>
              <a:prstGeom prst="rect">
                <a:avLst/>
              </a:prstGeom>
              <a:noFill/>
              <a:ln w="9525">
                <a:noFill/>
                <a:miter lim="800000"/>
                <a:headEnd/>
                <a:tailEnd/>
              </a:ln>
            </p:spPr>
            <p:txBody>
              <a:bodyPr lIns="0" tIns="0" rIns="0" bIns="0">
                <a:spAutoFit/>
              </a:bodyPr>
              <a:lstStyle/>
              <a:p>
                <a:pPr marL="95250" indent="-95250">
                  <a:buFontTx/>
                  <a:buChar char="•"/>
                </a:pPr>
                <a:r>
                  <a:rPr lang="es-CO" sz="1000" dirty="0">
                    <a:solidFill>
                      <a:srgbClr val="000099"/>
                    </a:solidFill>
                    <a:latin typeface="Century Gothic" pitchFamily="34" charset="0"/>
                  </a:rPr>
                  <a:t>EVALUACIÓN DEL SISTEMA DE CONTROL INTERNO.</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95250" indent="-95250">
                  <a:buFontTx/>
                  <a:buChar char="•"/>
                </a:pPr>
                <a:r>
                  <a:rPr lang="es-CO" sz="1000" dirty="0">
                    <a:solidFill>
                      <a:srgbClr val="000099"/>
                    </a:solidFill>
                    <a:latin typeface="Century Gothic" pitchFamily="34" charset="0"/>
                  </a:rPr>
                  <a:t>AUDITORÍA INTERNA.</a:t>
                </a:r>
                <a:endParaRPr lang="es-ES" sz="1000" dirty="0">
                  <a:solidFill>
                    <a:srgbClr val="000099"/>
                  </a:solidFill>
                  <a:latin typeface="Century Gothic" pitchFamily="34" charset="0"/>
                </a:endParaRPr>
              </a:p>
            </p:txBody>
          </p:sp>
        </p:grpSp>
        <p:grpSp>
          <p:nvGrpSpPr>
            <p:cNvPr id="23" name="22 Grupo"/>
            <p:cNvGrpSpPr/>
            <p:nvPr/>
          </p:nvGrpSpPr>
          <p:grpSpPr>
            <a:xfrm>
              <a:off x="5361415" y="5721545"/>
              <a:ext cx="3108325" cy="589280"/>
              <a:chOff x="5958778" y="6192648"/>
              <a:chExt cx="3108325" cy="589280"/>
            </a:xfrm>
          </p:grpSpPr>
          <p:sp>
            <p:nvSpPr>
              <p:cNvPr id="19" name="Rectangle 83"/>
              <p:cNvSpPr>
                <a:spLocks noChangeArrowheads="1"/>
              </p:cNvSpPr>
              <p:nvPr/>
            </p:nvSpPr>
            <p:spPr bwMode="auto">
              <a:xfrm>
                <a:off x="5958778" y="6192648"/>
                <a:ext cx="3108325" cy="589280"/>
              </a:xfrm>
              <a:prstGeom prst="rect">
                <a:avLst/>
              </a:prstGeom>
              <a:solidFill>
                <a:srgbClr val="FFCC00"/>
              </a:solidFill>
              <a:ln w="9525">
                <a:noFill/>
                <a:miter lim="800000"/>
                <a:headEnd/>
                <a:tailEnd/>
              </a:ln>
            </p:spPr>
            <p:txBody>
              <a:bodyPr/>
              <a:lstStyle/>
              <a:p>
                <a:endParaRPr lang="es-CO" sz="2000"/>
              </a:p>
            </p:txBody>
          </p:sp>
          <p:sp>
            <p:nvSpPr>
              <p:cNvPr id="20" name="Rectangle 84"/>
              <p:cNvSpPr>
                <a:spLocks noChangeArrowheads="1"/>
              </p:cNvSpPr>
              <p:nvPr/>
            </p:nvSpPr>
            <p:spPr bwMode="auto">
              <a:xfrm>
                <a:off x="6022278" y="6297000"/>
                <a:ext cx="2928938" cy="441960"/>
              </a:xfrm>
              <a:prstGeom prst="rect">
                <a:avLst/>
              </a:prstGeom>
              <a:noFill/>
              <a:ln w="9525">
                <a:noFill/>
                <a:miter lim="800000"/>
                <a:headEnd/>
                <a:tailEnd/>
              </a:ln>
            </p:spPr>
            <p:txBody>
              <a:bodyPr lIns="0" tIns="0" rIns="0" bIns="0">
                <a:spAutoFit/>
              </a:bodyPr>
              <a:lstStyle/>
              <a:p>
                <a:pPr>
                  <a:buFontTx/>
                  <a:buChar char="•"/>
                </a:pPr>
                <a:r>
                  <a:rPr lang="es-CO" sz="1000" dirty="0">
                    <a:solidFill>
                      <a:srgbClr val="000099"/>
                    </a:solidFill>
                    <a:latin typeface="Century Gothic" pitchFamily="34" charset="0"/>
                  </a:rPr>
                  <a:t>PLAN DE MEJORAMIENTO INSTITUCIONAL.</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a:buFontTx/>
                  <a:buChar char="•"/>
                </a:pPr>
                <a:r>
                  <a:rPr lang="es-CO" sz="1000" dirty="0">
                    <a:solidFill>
                      <a:srgbClr val="000099"/>
                    </a:solidFill>
                    <a:latin typeface="Century Gothic" pitchFamily="34" charset="0"/>
                  </a:rPr>
                  <a:t>PLAN DE MEJORAMIENTO FUNCIONAL.</a:t>
                </a:r>
              </a:p>
              <a:p>
                <a:pPr>
                  <a:buFontTx/>
                  <a:buChar char="•"/>
                </a:pPr>
                <a:r>
                  <a:rPr lang="es-CO" sz="1000" dirty="0">
                    <a:solidFill>
                      <a:srgbClr val="000099"/>
                    </a:solidFill>
                    <a:latin typeface="Century Gothic" pitchFamily="34" charset="0"/>
                  </a:rPr>
                  <a:t>PLAN DE MEJORAMIENTO INDIVIDUAL.</a:t>
                </a:r>
                <a:endParaRPr lang="es-ES" sz="1000" dirty="0">
                  <a:solidFill>
                    <a:srgbClr val="000099"/>
                  </a:solidFill>
                  <a:latin typeface="Century Gothic" pitchFamily="34" charset="0"/>
                </a:endParaRPr>
              </a:p>
            </p:txBody>
          </p:sp>
        </p:grpSp>
      </p:grpSp>
      <p:grpSp>
        <p:nvGrpSpPr>
          <p:cNvPr id="24" name="27 Grupo"/>
          <p:cNvGrpSpPr/>
          <p:nvPr/>
        </p:nvGrpSpPr>
        <p:grpSpPr>
          <a:xfrm>
            <a:off x="756745" y="1244102"/>
            <a:ext cx="7112658" cy="2287374"/>
            <a:chOff x="1238999" y="1108897"/>
            <a:chExt cx="6630404" cy="2022239"/>
          </a:xfrm>
        </p:grpSpPr>
        <p:sp>
          <p:nvSpPr>
            <p:cNvPr id="25" name="Rectangle 1"/>
            <p:cNvSpPr>
              <a:spLocks noChangeArrowheads="1"/>
            </p:cNvSpPr>
            <p:nvPr/>
          </p:nvSpPr>
          <p:spPr bwMode="auto">
            <a:xfrm>
              <a:off x="1844643" y="1108897"/>
              <a:ext cx="5707040" cy="442674"/>
            </a:xfrm>
            <a:prstGeom prst="roundRect">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vert="horz" wrap="square" lIns="91440" tIns="45720" rIns="91440" bIns="45720" numCol="1" anchor="ctr" anchorCtr="0" compatLnSpc="1">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s-CO" sz="2000" b="1" i="0" u="none" strike="noStrike" cap="none" normalizeH="0" baseline="0" dirty="0" smtClean="0">
                  <a:ln>
                    <a:noFill/>
                  </a:ln>
                  <a:solidFill>
                    <a:schemeClr val="bg1"/>
                  </a:solidFill>
                  <a:effectLst/>
                  <a:latin typeface="Futura Std Medium" pitchFamily="34" charset="0"/>
                  <a:ea typeface="Calibri" pitchFamily="34" charset="0"/>
                  <a:cs typeface="Arial" pitchFamily="34" charset="0"/>
                </a:rPr>
                <a:t>MÓDULO DE EVALUACIÓN Y SEGUIMIENTO</a:t>
              </a:r>
              <a:endParaRPr kumimoji="0" lang="es-CO" sz="2000" b="0" i="0" u="none" strike="noStrike" cap="none" normalizeH="0" baseline="0" dirty="0" smtClean="0">
                <a:ln>
                  <a:noFill/>
                </a:ln>
                <a:solidFill>
                  <a:schemeClr val="bg1"/>
                </a:solidFill>
                <a:effectLst/>
                <a:latin typeface="Arial" pitchFamily="34" charset="0"/>
              </a:endParaRPr>
            </a:p>
          </p:txBody>
        </p:sp>
        <p:sp>
          <p:nvSpPr>
            <p:cNvPr id="26" name="25 Elipse"/>
            <p:cNvSpPr/>
            <p:nvPr/>
          </p:nvSpPr>
          <p:spPr>
            <a:xfrm>
              <a:off x="1238999" y="1773252"/>
              <a:ext cx="1576388" cy="135788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b="1" dirty="0" smtClean="0"/>
                <a:t>Autoevaluación</a:t>
              </a:r>
            </a:p>
            <a:p>
              <a:pPr algn="ctr"/>
              <a:r>
                <a:rPr lang="es-CO" sz="1200" b="1" dirty="0" smtClean="0"/>
                <a:t>Institucional</a:t>
              </a:r>
              <a:endParaRPr lang="es-CO" sz="1200" b="1" dirty="0"/>
            </a:p>
          </p:txBody>
        </p:sp>
        <p:sp>
          <p:nvSpPr>
            <p:cNvPr id="27" name="26 Elipse"/>
            <p:cNvSpPr/>
            <p:nvPr/>
          </p:nvSpPr>
          <p:spPr>
            <a:xfrm>
              <a:off x="3811367" y="1773252"/>
              <a:ext cx="1576388" cy="135788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b="1" dirty="0" smtClean="0"/>
                <a:t>Auditoría</a:t>
              </a:r>
            </a:p>
            <a:p>
              <a:pPr algn="ctr"/>
              <a:r>
                <a:rPr lang="es-CO" sz="1400" b="1" dirty="0" smtClean="0"/>
                <a:t>Interna</a:t>
              </a:r>
              <a:endParaRPr lang="es-CO" sz="1400" b="1" dirty="0"/>
            </a:p>
          </p:txBody>
        </p:sp>
        <p:sp>
          <p:nvSpPr>
            <p:cNvPr id="28" name="27 Elipse"/>
            <p:cNvSpPr/>
            <p:nvPr/>
          </p:nvSpPr>
          <p:spPr>
            <a:xfrm>
              <a:off x="6293015" y="1773252"/>
              <a:ext cx="1576388" cy="135788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300" b="1" dirty="0" smtClean="0"/>
                <a:t>Planes de Mejoramiento</a:t>
              </a:r>
              <a:endParaRPr lang="es-CO" sz="1300" b="1" dirty="0"/>
            </a:p>
          </p:txBody>
        </p:sp>
      </p:grpSp>
      <p:cxnSp>
        <p:nvCxnSpPr>
          <p:cNvPr id="30" name="29 Conector recto de flecha"/>
          <p:cNvCxnSpPr>
            <a:stCxn id="6" idx="0"/>
            <a:endCxn id="26" idx="5"/>
          </p:cNvCxnSpPr>
          <p:nvPr/>
        </p:nvCxnSpPr>
        <p:spPr>
          <a:xfrm flipH="1" flipV="1">
            <a:off x="2200142" y="3306546"/>
            <a:ext cx="1283260" cy="1290149"/>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cxnSp>
        <p:nvCxnSpPr>
          <p:cNvPr id="37" name="36 Conector angular"/>
          <p:cNvCxnSpPr>
            <a:stCxn id="8" idx="3"/>
          </p:cNvCxnSpPr>
          <p:nvPr/>
        </p:nvCxnSpPr>
        <p:spPr>
          <a:xfrm flipV="1">
            <a:off x="4308902" y="3531476"/>
            <a:ext cx="158605" cy="1793141"/>
          </a:xfrm>
          <a:prstGeom prst="bentConnector2">
            <a:avLst/>
          </a:prstGeom>
          <a:ln>
            <a:tailEnd type="arrow"/>
          </a:ln>
        </p:spPr>
        <p:style>
          <a:lnRef idx="3">
            <a:schemeClr val="accent2"/>
          </a:lnRef>
          <a:fillRef idx="0">
            <a:schemeClr val="accent2"/>
          </a:fillRef>
          <a:effectRef idx="2">
            <a:schemeClr val="accent2"/>
          </a:effectRef>
          <a:fontRef idx="minor">
            <a:schemeClr val="tx1"/>
          </a:fontRef>
        </p:style>
      </p:cxnSp>
      <p:cxnSp>
        <p:nvCxnSpPr>
          <p:cNvPr id="39" name="38 Conector recto de flecha"/>
          <p:cNvCxnSpPr>
            <a:stCxn id="10" idx="3"/>
          </p:cNvCxnSpPr>
          <p:nvPr/>
        </p:nvCxnSpPr>
        <p:spPr>
          <a:xfrm flipV="1">
            <a:off x="4312077" y="3143250"/>
            <a:ext cx="2050623" cy="2823061"/>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sp>
        <p:nvSpPr>
          <p:cNvPr id="32" name="31 Rectángulo redondeado"/>
          <p:cNvSpPr/>
          <p:nvPr/>
        </p:nvSpPr>
        <p:spPr>
          <a:xfrm>
            <a:off x="3730092" y="188900"/>
            <a:ext cx="4241427"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Principales cambios</a:t>
            </a:r>
            <a:endParaRPr lang="es-CO" sz="2800" dirty="0"/>
          </a:p>
        </p:txBody>
      </p:sp>
    </p:spTree>
    <p:extLst>
      <p:ext uri="{BB962C8B-B14F-4D97-AF65-F5344CB8AC3E}">
        <p14:creationId xmlns:p14="http://schemas.microsoft.com/office/powerpoint/2010/main" val="3601991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 calcmode="lin" valueType="num">
                                      <p:cBhvr additive="base">
                                        <p:cTn id="7" dur="500" fill="hold"/>
                                        <p:tgtEl>
                                          <p:spTgt spid="24"/>
                                        </p:tgtEl>
                                        <p:attrNameLst>
                                          <p:attrName>ppt_x</p:attrName>
                                        </p:attrNameLst>
                                      </p:cBhvr>
                                      <p:tavLst>
                                        <p:tav tm="0">
                                          <p:val>
                                            <p:strVal val="#ppt_x"/>
                                          </p:val>
                                        </p:tav>
                                        <p:tav tm="100000">
                                          <p:val>
                                            <p:strVal val="#ppt_x"/>
                                          </p:val>
                                        </p:tav>
                                      </p:tavLst>
                                    </p:anim>
                                    <p:anim calcmode="lin" valueType="num">
                                      <p:cBhvr additive="base">
                                        <p:cTn id="8"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8"/>
                                        </p:tgtEl>
                                        <p:attrNameLst>
                                          <p:attrName>style.visibility</p:attrName>
                                        </p:attrNameLst>
                                      </p:cBhvr>
                                      <p:to>
                                        <p:strVal val="visible"/>
                                      </p:to>
                                    </p:set>
                                    <p:anim calcmode="lin" valueType="num">
                                      <p:cBhvr additive="base">
                                        <p:cTn id="13" dur="500" fill="hold"/>
                                        <p:tgtEl>
                                          <p:spTgt spid="38"/>
                                        </p:tgtEl>
                                        <p:attrNameLst>
                                          <p:attrName>ppt_x</p:attrName>
                                        </p:attrNameLst>
                                      </p:cBhvr>
                                      <p:tavLst>
                                        <p:tav tm="0">
                                          <p:val>
                                            <p:strVal val="#ppt_x"/>
                                          </p:val>
                                        </p:tav>
                                        <p:tav tm="100000">
                                          <p:val>
                                            <p:strVal val="#ppt_x"/>
                                          </p:val>
                                        </p:tav>
                                      </p:tavLst>
                                    </p:anim>
                                    <p:anim calcmode="lin" valueType="num">
                                      <p:cBhvr additive="base">
                                        <p:cTn id="14" dur="500" fill="hold"/>
                                        <p:tgtEl>
                                          <p:spTgt spid="38"/>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2" presetClass="entr" presetSubtype="4"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down)">
                                      <p:cBhvr>
                                        <p:cTn id="19" dur="500"/>
                                        <p:tgtEl>
                                          <p:spTgt spid="30"/>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37"/>
                                        </p:tgtEl>
                                        <p:attrNameLst>
                                          <p:attrName>style.visibility</p:attrName>
                                        </p:attrNameLst>
                                      </p:cBhvr>
                                      <p:to>
                                        <p:strVal val="visible"/>
                                      </p:to>
                                    </p:set>
                                    <p:animEffect transition="in" filter="wipe(down)">
                                      <p:cBhvr>
                                        <p:cTn id="24" dur="500"/>
                                        <p:tgtEl>
                                          <p:spTgt spid="37"/>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nodeType="click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wipe(down)">
                                      <p:cBhvr>
                                        <p:cTn id="29"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5 Imagen"/>
          <p:cNvPicPr>
            <a:picLocks noChangeAspect="1"/>
          </p:cNvPicPr>
          <p:nvPr/>
        </p:nvPicPr>
        <p:blipFill rotWithShape="1">
          <a:blip r:embed="rId2">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7" name="6 Grupo"/>
          <p:cNvGrpSpPr/>
          <p:nvPr/>
        </p:nvGrpSpPr>
        <p:grpSpPr>
          <a:xfrm>
            <a:off x="0" y="-27383"/>
            <a:ext cx="9144000" cy="6890884"/>
            <a:chOff x="0" y="-27383"/>
            <a:chExt cx="9144000" cy="6890884"/>
          </a:xfrm>
        </p:grpSpPr>
        <p:pic>
          <p:nvPicPr>
            <p:cNvPr id="8"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8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1" name="10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2" name="Content Placeholder 2"/>
          <p:cNvSpPr txBox="1">
            <a:spLocks/>
          </p:cNvSpPr>
          <p:nvPr/>
        </p:nvSpPr>
        <p:spPr bwMode="auto">
          <a:xfrm>
            <a:off x="171505" y="1023389"/>
            <a:ext cx="7792818" cy="1415011"/>
          </a:xfrm>
          <a:prstGeom prst="roundRect">
            <a:avLst>
              <a:gd name="adj" fmla="val 3506"/>
            </a:avLst>
          </a:prstGeom>
          <a:solidFill>
            <a:schemeClr val="accent1">
              <a:lumMod val="20000"/>
              <a:lumOff val="80000"/>
            </a:schemeClr>
          </a:solidFill>
          <a:ln w="38100" cmpd="sng">
            <a:solidFill>
              <a:schemeClr val="accent6">
                <a:lumMod val="75000"/>
              </a:schemeClr>
            </a:solidFill>
            <a:prstDash val="sysDash"/>
            <a:round/>
            <a:headEnd/>
            <a:tailEnd/>
          </a:ln>
          <a:effectLst/>
        </p:spPr>
        <p:txBody>
          <a:bodyPr/>
          <a:lstStyle/>
          <a:p>
            <a:pPr marL="342900" indent="-342900" algn="just">
              <a:lnSpc>
                <a:spcPct val="90000"/>
              </a:lnSpc>
              <a:spcBef>
                <a:spcPct val="20000"/>
              </a:spcBef>
              <a:buClr>
                <a:srgbClr val="C00000"/>
              </a:buClr>
              <a:buSzPct val="75000"/>
              <a:buFont typeface="Wingdings" pitchFamily="2" charset="2"/>
              <a:buChar char="ü"/>
              <a:defRPr/>
            </a:pPr>
            <a:r>
              <a:rPr kumimoji="1" lang="es-ES" sz="2100" dirty="0" smtClean="0">
                <a:solidFill>
                  <a:schemeClr val="tx1"/>
                </a:solidFill>
                <a:latin typeface="Futura Bk BT" pitchFamily="34" charset="0"/>
              </a:rPr>
              <a:t>La autoevaluación institucional recoge los análisis que se realizan a través de los indicadores de gestión y relaciona las técnicas que pueden utilizarse para realizar proceso de autoevaluación periódicos.</a:t>
            </a:r>
            <a:endParaRPr kumimoji="1" lang="es-ES" sz="2100" dirty="0">
              <a:solidFill>
                <a:schemeClr val="tx1"/>
              </a:solidFill>
              <a:latin typeface="Futura Bk BT" pitchFamily="34" charset="0"/>
            </a:endParaRPr>
          </a:p>
        </p:txBody>
      </p:sp>
      <p:sp>
        <p:nvSpPr>
          <p:cNvPr id="3" name="2 Rectángulo redondeado"/>
          <p:cNvSpPr/>
          <p:nvPr/>
        </p:nvSpPr>
        <p:spPr>
          <a:xfrm>
            <a:off x="4157548" y="193970"/>
            <a:ext cx="3865816"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Principales cambios</a:t>
            </a:r>
            <a:endParaRPr lang="es-CO" sz="2800" b="1" dirty="0"/>
          </a:p>
        </p:txBody>
      </p:sp>
      <p:sp>
        <p:nvSpPr>
          <p:cNvPr id="4" name="Content Placeholder 2"/>
          <p:cNvSpPr txBox="1">
            <a:spLocks/>
          </p:cNvSpPr>
          <p:nvPr/>
        </p:nvSpPr>
        <p:spPr bwMode="auto">
          <a:xfrm>
            <a:off x="176946" y="2628139"/>
            <a:ext cx="7943466" cy="1494907"/>
          </a:xfrm>
          <a:prstGeom prst="roundRect">
            <a:avLst>
              <a:gd name="adj" fmla="val 3506"/>
            </a:avLst>
          </a:prstGeom>
          <a:solidFill>
            <a:schemeClr val="accent1">
              <a:lumMod val="20000"/>
              <a:lumOff val="80000"/>
            </a:schemeClr>
          </a:solidFill>
          <a:ln w="38100" cmpd="sng">
            <a:solidFill>
              <a:schemeClr val="accent6">
                <a:lumMod val="75000"/>
              </a:schemeClr>
            </a:solidFill>
            <a:prstDash val="sysDash"/>
            <a:round/>
            <a:headEnd/>
            <a:tailEnd/>
          </a:ln>
          <a:effectLst/>
        </p:spPr>
        <p:txBody>
          <a:bodyPr/>
          <a:lstStyle/>
          <a:p>
            <a:pPr marL="342900" lvl="0" indent="-342900" algn="just">
              <a:lnSpc>
                <a:spcPct val="90000"/>
              </a:lnSpc>
              <a:spcBef>
                <a:spcPct val="20000"/>
              </a:spcBef>
              <a:buClr>
                <a:srgbClr val="C00000"/>
              </a:buClr>
              <a:buSzPct val="75000"/>
              <a:buFont typeface="Wingdings" pitchFamily="2" charset="2"/>
              <a:buChar char="ü"/>
              <a:defRPr/>
            </a:pPr>
            <a:r>
              <a:rPr kumimoji="1" lang="es-CO" sz="1900" dirty="0" smtClean="0">
                <a:latin typeface="Futura Bk BT" pitchFamily="34" charset="0"/>
              </a:rPr>
              <a:t>Dentro de la Auditoría interna se hace énfasis en las normas internacionales para la práctica profesional de auditoría interna. La evaluación al Sistema de Control Interno se constituye en una actividad que debe ser sistemática y es un insumo básico para la realización del Informe Ejecutivo Anual de Control Interno.</a:t>
            </a:r>
            <a:endParaRPr kumimoji="1" lang="es-ES" sz="1900" dirty="0">
              <a:solidFill>
                <a:schemeClr val="tx1"/>
              </a:solidFill>
              <a:latin typeface="Futura Bk BT" pitchFamily="34" charset="0"/>
            </a:endParaRPr>
          </a:p>
        </p:txBody>
      </p:sp>
      <p:sp>
        <p:nvSpPr>
          <p:cNvPr id="5" name="Content Placeholder 2"/>
          <p:cNvSpPr txBox="1">
            <a:spLocks/>
          </p:cNvSpPr>
          <p:nvPr/>
        </p:nvSpPr>
        <p:spPr bwMode="auto">
          <a:xfrm>
            <a:off x="177410" y="4292972"/>
            <a:ext cx="7478984" cy="1066816"/>
          </a:xfrm>
          <a:prstGeom prst="roundRect">
            <a:avLst>
              <a:gd name="adj" fmla="val 3506"/>
            </a:avLst>
          </a:prstGeom>
          <a:solidFill>
            <a:schemeClr val="accent1">
              <a:lumMod val="20000"/>
              <a:lumOff val="80000"/>
            </a:schemeClr>
          </a:solidFill>
          <a:ln w="38100" cmpd="sng">
            <a:solidFill>
              <a:schemeClr val="accent6">
                <a:lumMod val="75000"/>
              </a:schemeClr>
            </a:solidFill>
            <a:prstDash val="sysDash"/>
            <a:round/>
            <a:headEnd/>
            <a:tailEnd/>
          </a:ln>
          <a:effectLst/>
        </p:spPr>
        <p:txBody>
          <a:bodyPr/>
          <a:lstStyle/>
          <a:p>
            <a:pPr marL="342900" indent="-342900" algn="just">
              <a:lnSpc>
                <a:spcPct val="90000"/>
              </a:lnSpc>
              <a:spcBef>
                <a:spcPct val="20000"/>
              </a:spcBef>
              <a:buClr>
                <a:srgbClr val="C00000"/>
              </a:buClr>
              <a:buSzPct val="75000"/>
              <a:buFont typeface="Wingdings" pitchFamily="2" charset="2"/>
              <a:buChar char="ü"/>
              <a:defRPr/>
            </a:pPr>
            <a:r>
              <a:rPr kumimoji="1" lang="es-ES" sz="2100" dirty="0" smtClean="0">
                <a:solidFill>
                  <a:schemeClr val="tx1"/>
                </a:solidFill>
                <a:latin typeface="Futura Bk BT" pitchFamily="34" charset="0"/>
              </a:rPr>
              <a:t>Los planes de mejoramiento institucional recogen los hallazgos del ente de control y aquellos producto de las auditorías internas.</a:t>
            </a:r>
            <a:endParaRPr kumimoji="1" lang="es-ES" sz="2100" dirty="0">
              <a:solidFill>
                <a:schemeClr val="tx1"/>
              </a:solidFill>
              <a:latin typeface="Futura Bk BT" pitchFamily="34" charset="0"/>
            </a:endParaRPr>
          </a:p>
        </p:txBody>
      </p:sp>
      <p:sp>
        <p:nvSpPr>
          <p:cNvPr id="13" name="Content Placeholder 2"/>
          <p:cNvSpPr txBox="1">
            <a:spLocks/>
          </p:cNvSpPr>
          <p:nvPr/>
        </p:nvSpPr>
        <p:spPr bwMode="auto">
          <a:xfrm>
            <a:off x="136465" y="5482620"/>
            <a:ext cx="6676028" cy="1000068"/>
          </a:xfrm>
          <a:prstGeom prst="roundRect">
            <a:avLst>
              <a:gd name="adj" fmla="val 3506"/>
            </a:avLst>
          </a:prstGeom>
          <a:solidFill>
            <a:schemeClr val="accent1">
              <a:lumMod val="20000"/>
              <a:lumOff val="80000"/>
            </a:schemeClr>
          </a:solidFill>
          <a:ln w="38100" cmpd="sng">
            <a:solidFill>
              <a:schemeClr val="accent6">
                <a:lumMod val="75000"/>
              </a:schemeClr>
            </a:solidFill>
            <a:prstDash val="sysDash"/>
            <a:round/>
            <a:headEnd/>
            <a:tailEnd/>
          </a:ln>
          <a:effectLst/>
        </p:spPr>
        <p:txBody>
          <a:bodyPr/>
          <a:lstStyle/>
          <a:p>
            <a:pPr marL="342900" indent="-342900" algn="just">
              <a:lnSpc>
                <a:spcPct val="90000"/>
              </a:lnSpc>
              <a:spcBef>
                <a:spcPct val="20000"/>
              </a:spcBef>
              <a:buClr>
                <a:srgbClr val="C00000"/>
              </a:buClr>
              <a:buSzPct val="75000"/>
              <a:buFont typeface="Wingdings" pitchFamily="2" charset="2"/>
              <a:buChar char="ü"/>
              <a:defRPr/>
            </a:pPr>
            <a:r>
              <a:rPr kumimoji="1" lang="es-ES" sz="2100" dirty="0" smtClean="0">
                <a:latin typeface="Futura Bk BT" pitchFamily="34" charset="0"/>
              </a:rPr>
              <a:t>El plan de mejoramiento individual debe orientarse a través de los lineamientos de la Circular 003 de 2010 – DAFP.</a:t>
            </a:r>
            <a:endParaRPr kumimoji="1" lang="es-ES" sz="2100" dirty="0">
              <a:solidFill>
                <a:schemeClr val="tx1"/>
              </a:solidFill>
              <a:latin typeface="Futura Bk BT" pitchFamily="34" charset="0"/>
            </a:endParaRPr>
          </a:p>
        </p:txBody>
      </p:sp>
    </p:spTree>
    <p:extLst>
      <p:ext uri="{BB962C8B-B14F-4D97-AF65-F5344CB8AC3E}">
        <p14:creationId xmlns:p14="http://schemas.microsoft.com/office/powerpoint/2010/main" val="1323375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linds(horizont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linds(horizontal)">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blinds(horizontal)">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blinds(horizontal)">
                                      <p:cBhvr>
                                        <p:cTn id="2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13"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28 Grupo"/>
          <p:cNvGrpSpPr/>
          <p:nvPr/>
        </p:nvGrpSpPr>
        <p:grpSpPr>
          <a:xfrm>
            <a:off x="0" y="-27383"/>
            <a:ext cx="9144000" cy="6890884"/>
            <a:chOff x="0" y="-27383"/>
            <a:chExt cx="9144000" cy="6890884"/>
          </a:xfrm>
        </p:grpSpPr>
        <p:pic>
          <p:nvPicPr>
            <p:cNvPr id="30"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1" name="30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32" name="31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33" name="32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34"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35" name="34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22" name="21 Grupo"/>
          <p:cNvGrpSpPr/>
          <p:nvPr/>
        </p:nvGrpSpPr>
        <p:grpSpPr>
          <a:xfrm>
            <a:off x="899053" y="4559110"/>
            <a:ext cx="7404100" cy="1298258"/>
            <a:chOff x="899053" y="4406710"/>
            <a:chExt cx="7404100" cy="1298258"/>
          </a:xfrm>
        </p:grpSpPr>
        <p:grpSp>
          <p:nvGrpSpPr>
            <p:cNvPr id="4" name="3 Grupo"/>
            <p:cNvGrpSpPr/>
            <p:nvPr/>
          </p:nvGrpSpPr>
          <p:grpSpPr>
            <a:xfrm>
              <a:off x="899053" y="4603904"/>
              <a:ext cx="1652588" cy="696701"/>
              <a:chOff x="1691578" y="3398171"/>
              <a:chExt cx="1652588" cy="696701"/>
            </a:xfrm>
          </p:grpSpPr>
          <p:sp>
            <p:nvSpPr>
              <p:cNvPr id="2" name="Rectangle 26"/>
              <p:cNvSpPr>
                <a:spLocks noChangeArrowheads="1"/>
              </p:cNvSpPr>
              <p:nvPr/>
            </p:nvSpPr>
            <p:spPr bwMode="auto">
              <a:xfrm>
                <a:off x="1691578" y="3398171"/>
                <a:ext cx="1652588" cy="696701"/>
              </a:xfrm>
              <a:prstGeom prst="rect">
                <a:avLst/>
              </a:prstGeom>
              <a:solidFill>
                <a:srgbClr val="FFCC00"/>
              </a:solidFill>
              <a:ln w="9525">
                <a:noFill/>
                <a:miter lim="800000"/>
                <a:headEnd/>
                <a:tailEnd/>
              </a:ln>
            </p:spPr>
            <p:txBody>
              <a:bodyPr/>
              <a:lstStyle/>
              <a:p>
                <a:endParaRPr lang="es-CO" sz="2000"/>
              </a:p>
            </p:txBody>
          </p:sp>
          <p:sp>
            <p:nvSpPr>
              <p:cNvPr id="3" name="Rectangle 27"/>
              <p:cNvSpPr>
                <a:spLocks noChangeArrowheads="1"/>
              </p:cNvSpPr>
              <p:nvPr/>
            </p:nvSpPr>
            <p:spPr bwMode="auto">
              <a:xfrm>
                <a:off x="1701103" y="3467227"/>
                <a:ext cx="1576388" cy="487998"/>
              </a:xfrm>
              <a:prstGeom prst="rect">
                <a:avLst/>
              </a:prstGeom>
              <a:noFill/>
              <a:ln w="9525">
                <a:noFill/>
                <a:miter lim="800000"/>
                <a:headEnd/>
                <a:tailEnd/>
              </a:ln>
            </p:spPr>
            <p:txBody>
              <a:bodyPr lIns="0" tIns="0" rIns="0" bIns="0">
                <a:spAutoFit/>
              </a:bodyPr>
              <a:lstStyle/>
              <a:p>
                <a:pPr algn="ctr"/>
                <a:r>
                  <a:rPr lang="es-CO" sz="1100" dirty="0">
                    <a:solidFill>
                      <a:srgbClr val="333399"/>
                    </a:solidFill>
                    <a:latin typeface="Arial Black" pitchFamily="34" charset="0"/>
                  </a:rPr>
                  <a:t>2. SUBSISTEMA DE CONTROL DE GESTIÓN</a:t>
                </a:r>
                <a:endParaRPr lang="es-ES" sz="1100" dirty="0">
                  <a:solidFill>
                    <a:srgbClr val="333399"/>
                  </a:solidFill>
                  <a:latin typeface="Arial Black" pitchFamily="34" charset="0"/>
                </a:endParaRPr>
              </a:p>
            </p:txBody>
          </p:sp>
        </p:grpSp>
        <p:grpSp>
          <p:nvGrpSpPr>
            <p:cNvPr id="9" name="8 Grupo"/>
            <p:cNvGrpSpPr/>
            <p:nvPr/>
          </p:nvGrpSpPr>
          <p:grpSpPr>
            <a:xfrm>
              <a:off x="3186640" y="4406710"/>
              <a:ext cx="1682751" cy="394388"/>
              <a:chOff x="3950590" y="3568510"/>
              <a:chExt cx="1682751" cy="394388"/>
            </a:xfrm>
          </p:grpSpPr>
          <p:sp>
            <p:nvSpPr>
              <p:cNvPr id="5" name="Rectangle 50"/>
              <p:cNvSpPr>
                <a:spLocks noChangeArrowheads="1"/>
              </p:cNvSpPr>
              <p:nvPr/>
            </p:nvSpPr>
            <p:spPr bwMode="auto">
              <a:xfrm>
                <a:off x="3950590" y="3568510"/>
                <a:ext cx="1682750" cy="394388"/>
              </a:xfrm>
              <a:prstGeom prst="rect">
                <a:avLst/>
              </a:prstGeom>
              <a:solidFill>
                <a:srgbClr val="000099"/>
              </a:solidFill>
              <a:ln w="9525">
                <a:noFill/>
                <a:miter lim="800000"/>
                <a:headEnd/>
                <a:tailEnd/>
              </a:ln>
            </p:spPr>
            <p:txBody>
              <a:bodyPr/>
              <a:lstStyle/>
              <a:p>
                <a:endParaRPr lang="es-CO" sz="2000"/>
              </a:p>
            </p:txBody>
          </p:sp>
          <p:sp>
            <p:nvSpPr>
              <p:cNvPr id="6" name="Text Box 51"/>
              <p:cNvSpPr txBox="1">
                <a:spLocks noChangeArrowheads="1"/>
              </p:cNvSpPr>
              <p:nvPr/>
            </p:nvSpPr>
            <p:spPr bwMode="auto">
              <a:xfrm>
                <a:off x="4018853" y="3606875"/>
                <a:ext cx="1614488" cy="251672"/>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2.2. INFORMACIÓN.</a:t>
                </a:r>
                <a:endParaRPr lang="es-ES" sz="1100" dirty="0">
                  <a:solidFill>
                    <a:srgbClr val="FFCC00"/>
                  </a:solidFill>
                  <a:latin typeface="Century Gothic" pitchFamily="34" charset="0"/>
                </a:endParaRPr>
              </a:p>
            </p:txBody>
          </p:sp>
        </p:grpSp>
        <p:grpSp>
          <p:nvGrpSpPr>
            <p:cNvPr id="10" name="9 Grupo"/>
            <p:cNvGrpSpPr/>
            <p:nvPr/>
          </p:nvGrpSpPr>
          <p:grpSpPr>
            <a:xfrm>
              <a:off x="3151715" y="5069650"/>
              <a:ext cx="1754188" cy="558588"/>
              <a:chOff x="3915665" y="4231450"/>
              <a:chExt cx="1754188" cy="558588"/>
            </a:xfrm>
          </p:grpSpPr>
          <p:sp>
            <p:nvSpPr>
              <p:cNvPr id="7" name="Rectangle 52"/>
              <p:cNvSpPr>
                <a:spLocks noChangeArrowheads="1"/>
              </p:cNvSpPr>
              <p:nvPr/>
            </p:nvSpPr>
            <p:spPr bwMode="auto">
              <a:xfrm>
                <a:off x="3950590" y="4231450"/>
                <a:ext cx="1679575" cy="558588"/>
              </a:xfrm>
              <a:prstGeom prst="rect">
                <a:avLst/>
              </a:prstGeom>
              <a:solidFill>
                <a:srgbClr val="000099"/>
              </a:solidFill>
              <a:ln w="9525">
                <a:noFill/>
                <a:miter lim="800000"/>
                <a:headEnd/>
                <a:tailEnd/>
              </a:ln>
            </p:spPr>
            <p:txBody>
              <a:bodyPr/>
              <a:lstStyle/>
              <a:p>
                <a:endParaRPr lang="es-CO" sz="2000"/>
              </a:p>
            </p:txBody>
          </p:sp>
          <p:sp>
            <p:nvSpPr>
              <p:cNvPr id="8" name="Text Box 53"/>
              <p:cNvSpPr txBox="1">
                <a:spLocks noChangeArrowheads="1"/>
              </p:cNvSpPr>
              <p:nvPr/>
            </p:nvSpPr>
            <p:spPr bwMode="auto">
              <a:xfrm>
                <a:off x="3915665" y="4295903"/>
                <a:ext cx="1754188" cy="415872"/>
              </a:xfrm>
              <a:prstGeom prst="rect">
                <a:avLst/>
              </a:prstGeom>
              <a:noFill/>
              <a:ln w="9525">
                <a:noFill/>
                <a:miter lim="800000"/>
                <a:headEnd/>
                <a:tailEnd/>
              </a:ln>
            </p:spPr>
            <p:txBody>
              <a:bodyPr>
                <a:spAutoFit/>
              </a:bodyPr>
              <a:lstStyle/>
              <a:p>
                <a:pPr algn="just">
                  <a:spcBef>
                    <a:spcPct val="50000"/>
                  </a:spcBef>
                </a:pPr>
                <a:r>
                  <a:rPr lang="es-CO" sz="1100" dirty="0">
                    <a:solidFill>
                      <a:srgbClr val="FFCC00"/>
                    </a:solidFill>
                    <a:latin typeface="Century Gothic" pitchFamily="34" charset="0"/>
                  </a:rPr>
                  <a:t>2.3. COMUNICACIÓN PÚBLICA.</a:t>
                </a:r>
                <a:endParaRPr lang="es-ES" sz="1100" dirty="0">
                  <a:solidFill>
                    <a:srgbClr val="FFCC00"/>
                  </a:solidFill>
                  <a:latin typeface="Century Gothic" pitchFamily="34" charset="0"/>
                </a:endParaRPr>
              </a:p>
            </p:txBody>
          </p:sp>
        </p:grpSp>
        <p:grpSp>
          <p:nvGrpSpPr>
            <p:cNvPr id="13" name="12 Grupo"/>
            <p:cNvGrpSpPr/>
            <p:nvPr/>
          </p:nvGrpSpPr>
          <p:grpSpPr>
            <a:xfrm>
              <a:off x="5172603" y="4445075"/>
              <a:ext cx="3114675" cy="515620"/>
              <a:chOff x="5936553" y="3606875"/>
              <a:chExt cx="3114675" cy="515620"/>
            </a:xfrm>
          </p:grpSpPr>
          <p:sp>
            <p:nvSpPr>
              <p:cNvPr id="11" name="Rectangle 75"/>
              <p:cNvSpPr>
                <a:spLocks noChangeArrowheads="1"/>
              </p:cNvSpPr>
              <p:nvPr/>
            </p:nvSpPr>
            <p:spPr bwMode="auto">
              <a:xfrm>
                <a:off x="5936553" y="3606875"/>
                <a:ext cx="3108325" cy="515620"/>
              </a:xfrm>
              <a:prstGeom prst="rect">
                <a:avLst/>
              </a:prstGeom>
              <a:solidFill>
                <a:srgbClr val="FFCC00"/>
              </a:solidFill>
              <a:ln w="9525">
                <a:noFill/>
                <a:miter lim="800000"/>
                <a:headEnd/>
                <a:tailEnd/>
              </a:ln>
            </p:spPr>
            <p:txBody>
              <a:bodyPr/>
              <a:lstStyle/>
              <a:p>
                <a:endParaRPr lang="es-CO" sz="2000"/>
              </a:p>
            </p:txBody>
          </p:sp>
          <p:sp>
            <p:nvSpPr>
              <p:cNvPr id="12" name="Rectangle 77"/>
              <p:cNvSpPr>
                <a:spLocks noChangeArrowheads="1"/>
              </p:cNvSpPr>
              <p:nvPr/>
            </p:nvSpPr>
            <p:spPr bwMode="auto">
              <a:xfrm>
                <a:off x="5990528" y="3637566"/>
                <a:ext cx="3060700" cy="441960"/>
              </a:xfrm>
              <a:prstGeom prst="rect">
                <a:avLst/>
              </a:prstGeom>
              <a:noFill/>
              <a:ln w="9525">
                <a:noFill/>
                <a:miter lim="800000"/>
                <a:headEnd/>
                <a:tailEnd/>
              </a:ln>
            </p:spPr>
            <p:txBody>
              <a:bodyPr lIns="0" tIns="0" rIns="0" bIns="0">
                <a:spAutoFit/>
              </a:bodyPr>
              <a:lstStyle/>
              <a:p>
                <a:pPr marL="87313" algn="just">
                  <a:buFontTx/>
                  <a:buChar char="•"/>
                </a:pPr>
                <a:r>
                  <a:rPr lang="es-CO" sz="1000" dirty="0">
                    <a:solidFill>
                      <a:srgbClr val="000099"/>
                    </a:solidFill>
                    <a:latin typeface="Century Gothic" pitchFamily="34" charset="0"/>
                  </a:rPr>
                  <a:t>INFORMACIÓN PRIMARIA.</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INFORMACIÓN SECUNDARIA.</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marL="87313" algn="just">
                  <a:buFontTx/>
                  <a:buChar char="•"/>
                </a:pPr>
                <a:r>
                  <a:rPr lang="es-CO" sz="1000" dirty="0">
                    <a:solidFill>
                      <a:srgbClr val="000099"/>
                    </a:solidFill>
                    <a:latin typeface="Century Gothic" pitchFamily="34" charset="0"/>
                  </a:rPr>
                  <a:t>SISTEMAS DE INFORMACIÓN.</a:t>
                </a:r>
                <a:endParaRPr lang="es-ES" sz="1000" dirty="0">
                  <a:solidFill>
                    <a:srgbClr val="000099"/>
                  </a:solidFill>
                  <a:latin typeface="Century Gothic" pitchFamily="34" charset="0"/>
                </a:endParaRPr>
              </a:p>
            </p:txBody>
          </p:sp>
        </p:grpSp>
        <p:grpSp>
          <p:nvGrpSpPr>
            <p:cNvPr id="16" name="15 Grupo"/>
            <p:cNvGrpSpPr/>
            <p:nvPr/>
          </p:nvGrpSpPr>
          <p:grpSpPr>
            <a:xfrm>
              <a:off x="5194828" y="5042028"/>
              <a:ext cx="3108325" cy="662940"/>
              <a:chOff x="5958778" y="4203828"/>
              <a:chExt cx="3108325" cy="662940"/>
            </a:xfrm>
          </p:grpSpPr>
          <p:sp>
            <p:nvSpPr>
              <p:cNvPr id="14" name="Rectangle 76"/>
              <p:cNvSpPr>
                <a:spLocks noChangeArrowheads="1"/>
              </p:cNvSpPr>
              <p:nvPr/>
            </p:nvSpPr>
            <p:spPr bwMode="auto">
              <a:xfrm>
                <a:off x="5958778" y="4203828"/>
                <a:ext cx="3108325" cy="662940"/>
              </a:xfrm>
              <a:prstGeom prst="rect">
                <a:avLst/>
              </a:prstGeom>
              <a:solidFill>
                <a:srgbClr val="FFCC00"/>
              </a:solidFill>
              <a:ln w="9525">
                <a:noFill/>
                <a:miter lim="800000"/>
                <a:headEnd/>
                <a:tailEnd/>
              </a:ln>
            </p:spPr>
            <p:txBody>
              <a:bodyPr/>
              <a:lstStyle/>
              <a:p>
                <a:endParaRPr lang="es-CO" sz="2000"/>
              </a:p>
            </p:txBody>
          </p:sp>
          <p:sp>
            <p:nvSpPr>
              <p:cNvPr id="15" name="Rectangle 78"/>
              <p:cNvSpPr>
                <a:spLocks noChangeArrowheads="1"/>
              </p:cNvSpPr>
              <p:nvPr/>
            </p:nvSpPr>
            <p:spPr bwMode="auto">
              <a:xfrm>
                <a:off x="6022278" y="4277488"/>
                <a:ext cx="2992438" cy="441960"/>
              </a:xfrm>
              <a:prstGeom prst="rect">
                <a:avLst/>
              </a:prstGeom>
              <a:noFill/>
              <a:ln w="9525">
                <a:noFill/>
                <a:miter lim="800000"/>
                <a:headEnd/>
                <a:tailEnd/>
              </a:ln>
            </p:spPr>
            <p:txBody>
              <a:bodyPr lIns="0" tIns="0" rIns="0" bIns="0">
                <a:spAutoFit/>
              </a:bodyPr>
              <a:lstStyle/>
              <a:p>
                <a:pPr algn="just">
                  <a:buFontTx/>
                  <a:buChar char="•"/>
                </a:pPr>
                <a:r>
                  <a:rPr lang="es-CO" sz="1000" dirty="0">
                    <a:solidFill>
                      <a:srgbClr val="000099"/>
                    </a:solidFill>
                    <a:latin typeface="Century Gothic" pitchFamily="34" charset="0"/>
                  </a:rPr>
                  <a:t>COMUNICACIÓN ORGANIZCIONAL.</a:t>
                </a:r>
                <a:r>
                  <a:rPr lang="es-ES" sz="1000" dirty="0">
                    <a:solidFill>
                      <a:srgbClr val="000099"/>
                    </a:solidFill>
                    <a:latin typeface="Century Gothic" pitchFamily="34" charset="0"/>
                  </a:rPr>
                  <a:t> </a:t>
                </a:r>
                <a:endParaRPr lang="es-CO" sz="1000" dirty="0">
                  <a:solidFill>
                    <a:srgbClr val="000099"/>
                  </a:solidFill>
                  <a:latin typeface="Century Gothic" pitchFamily="34" charset="0"/>
                </a:endParaRPr>
              </a:p>
              <a:p>
                <a:pPr algn="just">
                  <a:buFontTx/>
                  <a:buChar char="•"/>
                </a:pPr>
                <a:r>
                  <a:rPr lang="es-CO" sz="1000" dirty="0">
                    <a:solidFill>
                      <a:srgbClr val="000099"/>
                    </a:solidFill>
                    <a:latin typeface="Century Gothic" pitchFamily="34" charset="0"/>
                  </a:rPr>
                  <a:t>COMUNICACIÓN INFORMATIVA.</a:t>
                </a:r>
              </a:p>
              <a:p>
                <a:pPr algn="just">
                  <a:buFontTx/>
                  <a:buChar char="•"/>
                </a:pPr>
                <a:r>
                  <a:rPr lang="es-CO" sz="1000" dirty="0">
                    <a:solidFill>
                      <a:srgbClr val="000099"/>
                    </a:solidFill>
                    <a:latin typeface="Century Gothic" pitchFamily="34" charset="0"/>
                  </a:rPr>
                  <a:t>MEDIOS DE COMUNICACIÓN.</a:t>
                </a:r>
                <a:endParaRPr lang="es-ES" sz="1000" dirty="0">
                  <a:solidFill>
                    <a:srgbClr val="000099"/>
                  </a:solidFill>
                  <a:latin typeface="Century Gothic" pitchFamily="34" charset="0"/>
                </a:endParaRPr>
              </a:p>
            </p:txBody>
          </p:sp>
        </p:grpSp>
      </p:grpSp>
      <p:sp>
        <p:nvSpPr>
          <p:cNvPr id="21" name="20 Llamada de flecha hacia arriba"/>
          <p:cNvSpPr/>
          <p:nvPr/>
        </p:nvSpPr>
        <p:spPr>
          <a:xfrm>
            <a:off x="1992267" y="3448050"/>
            <a:ext cx="5192843" cy="819150"/>
          </a:xfrm>
          <a:prstGeom prst="upArrowCallou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s-CO"/>
          </a:p>
        </p:txBody>
      </p:sp>
      <p:grpSp>
        <p:nvGrpSpPr>
          <p:cNvPr id="26" name="25 Grupo"/>
          <p:cNvGrpSpPr/>
          <p:nvPr/>
        </p:nvGrpSpPr>
        <p:grpSpPr>
          <a:xfrm>
            <a:off x="906418" y="1357415"/>
            <a:ext cx="7207858" cy="1958991"/>
            <a:chOff x="906417" y="1357415"/>
            <a:chExt cx="7396736" cy="1823935"/>
          </a:xfrm>
        </p:grpSpPr>
        <p:sp>
          <p:nvSpPr>
            <p:cNvPr id="18" name="Rectangle 1"/>
            <p:cNvSpPr>
              <a:spLocks noChangeArrowheads="1"/>
            </p:cNvSpPr>
            <p:nvPr/>
          </p:nvSpPr>
          <p:spPr bwMode="auto">
            <a:xfrm>
              <a:off x="908578" y="1357415"/>
              <a:ext cx="7394575" cy="578882"/>
            </a:xfrm>
            <a:prstGeom prst="roundRect">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vert="horz" wrap="square" lIns="91440" tIns="45720" rIns="91440" bIns="45720" numCol="1" anchor="ctr" anchorCtr="0" compatLnSpc="1">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pPr>
              <a:r>
                <a:rPr lang="es-CO" sz="2800" b="1" dirty="0" smtClean="0">
                  <a:solidFill>
                    <a:schemeClr val="bg1"/>
                  </a:solidFill>
                  <a:latin typeface="Futura Std Medium" pitchFamily="34" charset="0"/>
                  <a:cs typeface="Arial" pitchFamily="34" charset="0"/>
                </a:rPr>
                <a:t>EJE INFORMACIÓN Y COMUNICACIÓN</a:t>
              </a:r>
              <a:endParaRPr kumimoji="0" lang="es-CO" sz="2800" b="0" i="0" u="none" strike="noStrike" cap="none" normalizeH="0" baseline="0" dirty="0" smtClean="0">
                <a:ln>
                  <a:noFill/>
                </a:ln>
                <a:solidFill>
                  <a:schemeClr val="bg1"/>
                </a:solidFill>
                <a:effectLst/>
                <a:latin typeface="Arial" pitchFamily="34" charset="0"/>
              </a:endParaRPr>
            </a:p>
          </p:txBody>
        </p:sp>
        <p:sp>
          <p:nvSpPr>
            <p:cNvPr id="20" name="19 Rectángulo redondeado"/>
            <p:cNvSpPr/>
            <p:nvPr/>
          </p:nvSpPr>
          <p:spPr>
            <a:xfrm>
              <a:off x="906417" y="2343150"/>
              <a:ext cx="2318895" cy="8382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smtClean="0">
                  <a:effectLst>
                    <a:outerShdw blurRad="38100" dist="38100" dir="2700000" algn="tl">
                      <a:srgbClr val="000000">
                        <a:alpha val="43137"/>
                      </a:srgbClr>
                    </a:outerShdw>
                  </a:effectLst>
                </a:rPr>
                <a:t>Información y Comunicación Externa</a:t>
              </a:r>
              <a:endParaRPr lang="es-CO" b="1" dirty="0">
                <a:effectLst>
                  <a:outerShdw blurRad="38100" dist="38100" dir="2700000" algn="tl">
                    <a:srgbClr val="000000">
                      <a:alpha val="43137"/>
                    </a:srgbClr>
                  </a:outerShdw>
                </a:effectLst>
              </a:endParaRPr>
            </a:p>
          </p:txBody>
        </p:sp>
        <p:sp>
          <p:nvSpPr>
            <p:cNvPr id="23" name="22 Rectángulo redondeado"/>
            <p:cNvSpPr/>
            <p:nvPr/>
          </p:nvSpPr>
          <p:spPr>
            <a:xfrm>
              <a:off x="3498805" y="2343150"/>
              <a:ext cx="2318895" cy="8382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smtClean="0">
                  <a:effectLst>
                    <a:outerShdw blurRad="38100" dist="38100" dir="2700000" algn="tl">
                      <a:srgbClr val="000000">
                        <a:alpha val="43137"/>
                      </a:srgbClr>
                    </a:outerShdw>
                  </a:effectLst>
                </a:rPr>
                <a:t>Información y Comunicación  Interna</a:t>
              </a:r>
              <a:endParaRPr lang="es-CO" b="1" dirty="0">
                <a:effectLst>
                  <a:outerShdw blurRad="38100" dist="38100" dir="2700000" algn="tl">
                    <a:srgbClr val="000000">
                      <a:alpha val="43137"/>
                    </a:srgbClr>
                  </a:outerShdw>
                </a:effectLst>
              </a:endParaRPr>
            </a:p>
          </p:txBody>
        </p:sp>
        <p:sp>
          <p:nvSpPr>
            <p:cNvPr id="25" name="24 Rectángulo redondeado"/>
            <p:cNvSpPr/>
            <p:nvPr/>
          </p:nvSpPr>
          <p:spPr>
            <a:xfrm>
              <a:off x="5970100" y="2343150"/>
              <a:ext cx="2318895" cy="8382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smtClean="0">
                  <a:effectLst>
                    <a:outerShdw blurRad="38100" dist="38100" dir="2700000" algn="tl">
                      <a:srgbClr val="000000">
                        <a:alpha val="43137"/>
                      </a:srgbClr>
                    </a:outerShdw>
                  </a:effectLst>
                </a:rPr>
                <a:t>Sistemas de Información y Comunicación </a:t>
              </a:r>
              <a:endParaRPr lang="es-CO" b="1" dirty="0">
                <a:effectLst>
                  <a:outerShdw blurRad="38100" dist="38100" dir="2700000" algn="tl">
                    <a:srgbClr val="000000">
                      <a:alpha val="43137"/>
                    </a:srgbClr>
                  </a:outerShdw>
                </a:effectLst>
              </a:endParaRPr>
            </a:p>
          </p:txBody>
        </p:sp>
      </p:grpSp>
      <p:sp>
        <p:nvSpPr>
          <p:cNvPr id="27" name="26 Rectángulo redondeado"/>
          <p:cNvSpPr/>
          <p:nvPr/>
        </p:nvSpPr>
        <p:spPr>
          <a:xfrm>
            <a:off x="3751478" y="207618"/>
            <a:ext cx="4241427"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Principales cambios</a:t>
            </a:r>
            <a:endParaRPr lang="es-CO" sz="2800" dirty="0"/>
          </a:p>
        </p:txBody>
      </p:sp>
    </p:spTree>
    <p:extLst>
      <p:ext uri="{BB962C8B-B14F-4D97-AF65-F5344CB8AC3E}">
        <p14:creationId xmlns:p14="http://schemas.microsoft.com/office/powerpoint/2010/main" val="859503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fill="hold"/>
                                        <p:tgtEl>
                                          <p:spTgt spid="26"/>
                                        </p:tgtEl>
                                        <p:attrNameLst>
                                          <p:attrName>ppt_x</p:attrName>
                                        </p:attrNameLst>
                                      </p:cBhvr>
                                      <p:tavLst>
                                        <p:tav tm="0">
                                          <p:val>
                                            <p:strVal val="#ppt_x"/>
                                          </p:val>
                                        </p:tav>
                                        <p:tav tm="100000">
                                          <p:val>
                                            <p:strVal val="#ppt_x"/>
                                          </p:val>
                                        </p:tav>
                                      </p:tavLst>
                                    </p:anim>
                                    <p:anim calcmode="lin" valueType="num">
                                      <p:cBhvr additive="base">
                                        <p:cTn id="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anim calcmode="lin" valueType="num">
                                      <p:cBhvr additive="base">
                                        <p:cTn id="13" dur="500" fill="hold"/>
                                        <p:tgtEl>
                                          <p:spTgt spid="22"/>
                                        </p:tgtEl>
                                        <p:attrNameLst>
                                          <p:attrName>ppt_x</p:attrName>
                                        </p:attrNameLst>
                                      </p:cBhvr>
                                      <p:tavLst>
                                        <p:tav tm="0">
                                          <p:val>
                                            <p:strVal val="#ppt_x"/>
                                          </p:val>
                                        </p:tav>
                                        <p:tav tm="100000">
                                          <p:val>
                                            <p:strVal val="#ppt_x"/>
                                          </p:val>
                                        </p:tav>
                                      </p:tavLst>
                                    </p:anim>
                                    <p:anim calcmode="lin" valueType="num">
                                      <p:cBhvr additive="base">
                                        <p:cTn id="14"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2" presetClass="entr" presetSubtype="4"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wipe(down)">
                                      <p:cBhvr>
                                        <p:cTn id="1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5 Grupo"/>
          <p:cNvGrpSpPr/>
          <p:nvPr/>
        </p:nvGrpSpPr>
        <p:grpSpPr>
          <a:xfrm>
            <a:off x="0" y="-27383"/>
            <a:ext cx="9144000" cy="6890884"/>
            <a:chOff x="0" y="-27383"/>
            <a:chExt cx="9144000" cy="6890884"/>
          </a:xfrm>
        </p:grpSpPr>
        <p:pic>
          <p:nvPicPr>
            <p:cNvPr id="7"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1"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2" name="11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sp>
        <p:nvSpPr>
          <p:cNvPr id="2" name="Content Placeholder 2"/>
          <p:cNvSpPr txBox="1">
            <a:spLocks/>
          </p:cNvSpPr>
          <p:nvPr/>
        </p:nvSpPr>
        <p:spPr bwMode="auto">
          <a:xfrm>
            <a:off x="576386" y="1139018"/>
            <a:ext cx="7441571" cy="1415011"/>
          </a:xfrm>
          <a:prstGeom prst="roundRect">
            <a:avLst>
              <a:gd name="adj" fmla="val 3506"/>
            </a:avLst>
          </a:prstGeom>
          <a:solidFill>
            <a:schemeClr val="accent1">
              <a:lumMod val="20000"/>
              <a:lumOff val="80000"/>
            </a:schemeClr>
          </a:solidFill>
          <a:ln w="38100" cmpd="sng">
            <a:solidFill>
              <a:schemeClr val="accent6">
                <a:lumMod val="75000"/>
              </a:schemeClr>
            </a:solidFill>
            <a:prstDash val="sysDash"/>
            <a:round/>
            <a:headEnd/>
            <a:tailEnd/>
          </a:ln>
          <a:effectLst/>
        </p:spPr>
        <p:txBody>
          <a:bodyPr/>
          <a:lstStyle/>
          <a:p>
            <a:pPr marL="342900" indent="-342900" algn="just">
              <a:lnSpc>
                <a:spcPct val="90000"/>
              </a:lnSpc>
              <a:spcBef>
                <a:spcPct val="20000"/>
              </a:spcBef>
              <a:buClr>
                <a:srgbClr val="C00000"/>
              </a:buClr>
              <a:buSzPct val="75000"/>
              <a:buFont typeface="Wingdings" pitchFamily="2" charset="2"/>
              <a:buChar char="ü"/>
              <a:defRPr/>
            </a:pPr>
            <a:r>
              <a:rPr kumimoji="1" lang="es-CO" sz="2100" b="1" dirty="0" smtClean="0">
                <a:latin typeface="Futura Bk BT" pitchFamily="34" charset="0"/>
              </a:rPr>
              <a:t>La </a:t>
            </a:r>
            <a:r>
              <a:rPr kumimoji="1" lang="es-CO" sz="2100" b="1" dirty="0">
                <a:latin typeface="Futura Bk BT" pitchFamily="34" charset="0"/>
              </a:rPr>
              <a:t>Comunicación externa </a:t>
            </a:r>
            <a:r>
              <a:rPr kumimoji="1" lang="es-CO" sz="2100" dirty="0">
                <a:latin typeface="Futura Bk BT" pitchFamily="34" charset="0"/>
              </a:rPr>
              <a:t>debe trabajarse como un eje estratégico transversal a </a:t>
            </a:r>
            <a:r>
              <a:rPr kumimoji="1" lang="es-CO" sz="2100" dirty="0" smtClean="0">
                <a:latin typeface="Futura Bk BT" pitchFamily="34" charset="0"/>
              </a:rPr>
              <a:t>la </a:t>
            </a:r>
            <a:r>
              <a:rPr kumimoji="1" lang="es-CO" sz="2100" dirty="0">
                <a:latin typeface="Futura Bk BT" pitchFamily="34" charset="0"/>
              </a:rPr>
              <a:t>estructura organizacional con el fin de darle cumplimiento </a:t>
            </a:r>
            <a:r>
              <a:rPr kumimoji="1" lang="es-CO" sz="2100" dirty="0" smtClean="0">
                <a:latin typeface="Futura Bk BT" pitchFamily="34" charset="0"/>
              </a:rPr>
              <a:t>a los principios constitucionales </a:t>
            </a:r>
            <a:r>
              <a:rPr kumimoji="1" lang="es-CO" sz="2100" dirty="0">
                <a:latin typeface="Futura Bk BT" pitchFamily="34" charset="0"/>
              </a:rPr>
              <a:t>de publicidad y transparencia.</a:t>
            </a:r>
            <a:endParaRPr kumimoji="1" lang="es-ES" sz="2100" dirty="0">
              <a:solidFill>
                <a:schemeClr val="tx1"/>
              </a:solidFill>
              <a:latin typeface="Futura Bk BT" pitchFamily="34" charset="0"/>
            </a:endParaRPr>
          </a:p>
        </p:txBody>
      </p:sp>
      <p:sp>
        <p:nvSpPr>
          <p:cNvPr id="3" name="2 Rectángulo redondeado"/>
          <p:cNvSpPr/>
          <p:nvPr/>
        </p:nvSpPr>
        <p:spPr>
          <a:xfrm>
            <a:off x="4106099" y="193970"/>
            <a:ext cx="3865816"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Principales cambios</a:t>
            </a:r>
            <a:endParaRPr lang="es-CO" sz="2800" dirty="0"/>
          </a:p>
        </p:txBody>
      </p:sp>
      <p:sp>
        <p:nvSpPr>
          <p:cNvPr id="4" name="Content Placeholder 2"/>
          <p:cNvSpPr txBox="1">
            <a:spLocks/>
          </p:cNvSpPr>
          <p:nvPr/>
        </p:nvSpPr>
        <p:spPr bwMode="auto">
          <a:xfrm>
            <a:off x="238239" y="2825085"/>
            <a:ext cx="8117864" cy="1037707"/>
          </a:xfrm>
          <a:prstGeom prst="roundRect">
            <a:avLst>
              <a:gd name="adj" fmla="val 3506"/>
            </a:avLst>
          </a:prstGeom>
          <a:solidFill>
            <a:schemeClr val="accent1">
              <a:lumMod val="20000"/>
              <a:lumOff val="80000"/>
            </a:schemeClr>
          </a:solidFill>
          <a:ln w="38100" cmpd="sng">
            <a:solidFill>
              <a:schemeClr val="accent6">
                <a:lumMod val="75000"/>
              </a:schemeClr>
            </a:solidFill>
            <a:prstDash val="sysDash"/>
            <a:round/>
            <a:headEnd/>
            <a:tailEnd/>
          </a:ln>
          <a:effectLst/>
        </p:spPr>
        <p:txBody>
          <a:bodyPr/>
          <a:lstStyle/>
          <a:p>
            <a:pPr marL="342900" lvl="0" indent="-342900" algn="just">
              <a:lnSpc>
                <a:spcPct val="90000"/>
              </a:lnSpc>
              <a:spcBef>
                <a:spcPct val="20000"/>
              </a:spcBef>
              <a:buClr>
                <a:srgbClr val="C00000"/>
              </a:buClr>
              <a:buSzPct val="75000"/>
              <a:buFont typeface="Wingdings" pitchFamily="2" charset="2"/>
              <a:buChar char="ü"/>
              <a:defRPr/>
            </a:pPr>
            <a:r>
              <a:rPr kumimoji="1" lang="es-CO" sz="2100" b="1" dirty="0" smtClean="0">
                <a:latin typeface="Futura Bk BT" pitchFamily="34" charset="0"/>
              </a:rPr>
              <a:t>La Comunicación Interna </a:t>
            </a:r>
            <a:r>
              <a:rPr kumimoji="1" lang="es-CO" sz="2100" dirty="0" smtClean="0">
                <a:latin typeface="Futura Bk BT" pitchFamily="34" charset="0"/>
              </a:rPr>
              <a:t>requiere de estrategias </a:t>
            </a:r>
            <a:r>
              <a:rPr kumimoji="1" lang="es-CO" sz="2100" dirty="0">
                <a:latin typeface="Futura Bk BT" pitchFamily="34" charset="0"/>
              </a:rPr>
              <a:t>comunicativas concretas, que incidan en los flujos de comunicación descendente, ascendente y transversal</a:t>
            </a:r>
            <a:endParaRPr kumimoji="1" lang="es-ES" sz="2100" dirty="0">
              <a:solidFill>
                <a:schemeClr val="tx1"/>
              </a:solidFill>
              <a:latin typeface="Futura Bk BT" pitchFamily="34" charset="0"/>
            </a:endParaRPr>
          </a:p>
        </p:txBody>
      </p:sp>
      <p:sp>
        <p:nvSpPr>
          <p:cNvPr id="5" name="Content Placeholder 2"/>
          <p:cNvSpPr txBox="1">
            <a:spLocks/>
          </p:cNvSpPr>
          <p:nvPr/>
        </p:nvSpPr>
        <p:spPr bwMode="auto">
          <a:xfrm>
            <a:off x="81889" y="4148659"/>
            <a:ext cx="8851510" cy="1816206"/>
          </a:xfrm>
          <a:prstGeom prst="roundRect">
            <a:avLst>
              <a:gd name="adj" fmla="val 3506"/>
            </a:avLst>
          </a:prstGeom>
          <a:solidFill>
            <a:schemeClr val="accent1">
              <a:lumMod val="20000"/>
              <a:lumOff val="80000"/>
            </a:schemeClr>
          </a:solidFill>
          <a:ln w="38100" cmpd="sng">
            <a:solidFill>
              <a:schemeClr val="accent6">
                <a:lumMod val="75000"/>
              </a:schemeClr>
            </a:solidFill>
            <a:prstDash val="sysDash"/>
            <a:round/>
            <a:headEnd/>
            <a:tailEnd/>
          </a:ln>
          <a:effectLst/>
        </p:spPr>
        <p:txBody>
          <a:bodyPr/>
          <a:lstStyle/>
          <a:p>
            <a:pPr marL="342900" indent="-342900" algn="just">
              <a:lnSpc>
                <a:spcPct val="90000"/>
              </a:lnSpc>
              <a:spcBef>
                <a:spcPct val="20000"/>
              </a:spcBef>
              <a:buClr>
                <a:srgbClr val="C00000"/>
              </a:buClr>
              <a:buSzPct val="75000"/>
              <a:buFont typeface="Wingdings" pitchFamily="2" charset="2"/>
              <a:buChar char="ü"/>
              <a:defRPr/>
            </a:pPr>
            <a:r>
              <a:rPr kumimoji="1" lang="es-CO" sz="2100" b="1" dirty="0" smtClean="0">
                <a:latin typeface="Futura Bk BT" pitchFamily="34" charset="0"/>
              </a:rPr>
              <a:t>Sistema de Información y Comunicación </a:t>
            </a:r>
            <a:r>
              <a:rPr kumimoji="1" lang="es-CO" sz="2100" dirty="0" smtClean="0">
                <a:latin typeface="Futura Bk BT" pitchFamily="34" charset="0"/>
              </a:rPr>
              <a:t>conformado </a:t>
            </a:r>
            <a:r>
              <a:rPr kumimoji="1" lang="es-CO" sz="2100" dirty="0">
                <a:latin typeface="Futura Bk BT" pitchFamily="34" charset="0"/>
              </a:rPr>
              <a:t>por el conjunto procedimientos, métodos, recursos (humanos y tecnológicos) e instrumentos utilizados por la entidad pública, para garantizar tanto la generación y recopilación de información; como la divulgación y circulación de la misma, hacia los diferentes grupos de </a:t>
            </a:r>
            <a:r>
              <a:rPr kumimoji="1" lang="es-CO" sz="2100" dirty="0" smtClean="0">
                <a:latin typeface="Futura Bk BT" pitchFamily="34" charset="0"/>
              </a:rPr>
              <a:t>interés.</a:t>
            </a:r>
            <a:endParaRPr kumimoji="1" lang="es-ES" sz="2100" dirty="0">
              <a:solidFill>
                <a:schemeClr val="tx1"/>
              </a:solidFill>
              <a:latin typeface="Futura Bk BT" pitchFamily="34" charset="0"/>
            </a:endParaRPr>
          </a:p>
        </p:txBody>
      </p:sp>
    </p:spTree>
    <p:extLst>
      <p:ext uri="{BB962C8B-B14F-4D97-AF65-F5344CB8AC3E}">
        <p14:creationId xmlns:p14="http://schemas.microsoft.com/office/powerpoint/2010/main" val="22190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linds(horizont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linds(horizontal)">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blinds(horizontal)">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4 Grupo"/>
          <p:cNvGrpSpPr/>
          <p:nvPr/>
        </p:nvGrpSpPr>
        <p:grpSpPr>
          <a:xfrm>
            <a:off x="0" y="-27383"/>
            <a:ext cx="9144000" cy="6890884"/>
            <a:chOff x="0" y="-27383"/>
            <a:chExt cx="9144000" cy="6890884"/>
          </a:xfrm>
        </p:grpSpPr>
        <p:pic>
          <p:nvPicPr>
            <p:cNvPr id="7"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1"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2" name="11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pic>
        <p:nvPicPr>
          <p:cNvPr id="2056" name="Picture 8"/>
          <p:cNvPicPr>
            <a:picLocks noChangeAspect="1" noChangeArrowheads="1"/>
          </p:cNvPicPr>
          <p:nvPr/>
        </p:nvPicPr>
        <p:blipFill rotWithShape="1">
          <a:blip r:embed="rId4">
            <a:extLst>
              <a:ext uri="{28A0092B-C50C-407E-A947-70E740481C1C}">
                <a14:useLocalDpi xmlns:a14="http://schemas.microsoft.com/office/drawing/2010/main" val="0"/>
              </a:ext>
            </a:extLst>
          </a:blip>
          <a:srcRect r="31389"/>
          <a:stretch/>
        </p:blipFill>
        <p:spPr bwMode="auto">
          <a:xfrm>
            <a:off x="498685" y="1159447"/>
            <a:ext cx="8378834" cy="2588455"/>
          </a:xfrm>
          <a:prstGeom prst="rect">
            <a:avLst/>
          </a:prstGeom>
          <a:noFill/>
          <a:ln w="2857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5 Rectángulo redondeado"/>
          <p:cNvSpPr/>
          <p:nvPr/>
        </p:nvSpPr>
        <p:spPr>
          <a:xfrm>
            <a:off x="4719168" y="359872"/>
            <a:ext cx="3279763"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Estructura final</a:t>
            </a:r>
            <a:endParaRPr lang="es-CO" sz="2800" dirty="0"/>
          </a:p>
        </p:txBody>
      </p:sp>
      <p:pic>
        <p:nvPicPr>
          <p:cNvPr id="4098" name="Picture 2" descr="https://encrypted-tbn1.gstatic.com/images?q=tbn:ANd9GcRS3D2E-FYK_n7dbxDc_Rj6u5XyTd8-5U2qZOsq3CTG4uA6wDXw"/>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52255" y="4149437"/>
            <a:ext cx="4239489" cy="1752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6103720"/>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3 Grupo"/>
          <p:cNvGrpSpPr/>
          <p:nvPr/>
        </p:nvGrpSpPr>
        <p:grpSpPr>
          <a:xfrm>
            <a:off x="0" y="-27383"/>
            <a:ext cx="9144000" cy="6890884"/>
            <a:chOff x="0" y="-27383"/>
            <a:chExt cx="9144000" cy="6890884"/>
          </a:xfrm>
        </p:grpSpPr>
        <p:pic>
          <p:nvPicPr>
            <p:cNvPr id="5"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5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7" name="6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9"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0" name="9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aphicFrame>
        <p:nvGraphicFramePr>
          <p:cNvPr id="2" name="1 Diagrama"/>
          <p:cNvGraphicFramePr/>
          <p:nvPr>
            <p:extLst>
              <p:ext uri="{D42A27DB-BD31-4B8C-83A1-F6EECF244321}">
                <p14:modId xmlns:p14="http://schemas.microsoft.com/office/powerpoint/2010/main" val="719020527"/>
              </p:ext>
            </p:extLst>
          </p:nvPr>
        </p:nvGraphicFramePr>
        <p:xfrm>
          <a:off x="270164" y="1146412"/>
          <a:ext cx="7857933" cy="550004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2 Rectángulo redondeado"/>
          <p:cNvSpPr/>
          <p:nvPr/>
        </p:nvSpPr>
        <p:spPr>
          <a:xfrm>
            <a:off x="4920318" y="258812"/>
            <a:ext cx="3002973"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En la práctica</a:t>
            </a:r>
            <a:endParaRPr lang="es-CO" sz="2800" dirty="0"/>
          </a:p>
        </p:txBody>
      </p:sp>
    </p:spTree>
    <p:extLst>
      <p:ext uri="{BB962C8B-B14F-4D97-AF65-F5344CB8AC3E}">
        <p14:creationId xmlns:p14="http://schemas.microsoft.com/office/powerpoint/2010/main" val="1933754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
                                            <p:graphicEl>
                                              <a:dgm id="{DFBFE570-374B-4E1B-B77D-86859340F7E0}"/>
                                            </p:graphicEl>
                                          </p:spTgt>
                                        </p:tgtEl>
                                        <p:attrNameLst>
                                          <p:attrName>style.visibility</p:attrName>
                                        </p:attrNameLst>
                                      </p:cBhvr>
                                      <p:to>
                                        <p:strVal val="visible"/>
                                      </p:to>
                                    </p:set>
                                    <p:animEffect transition="in" filter="wipe(down)">
                                      <p:cBhvr>
                                        <p:cTn id="7" dur="500"/>
                                        <p:tgtEl>
                                          <p:spTgt spid="2">
                                            <p:graphicEl>
                                              <a:dgm id="{DFBFE570-374B-4E1B-B77D-86859340F7E0}"/>
                                            </p:graphicEl>
                                          </p:spTgt>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
                                            <p:graphicEl>
                                              <a:dgm id="{F5E1A84E-BF50-42A6-B786-BE28DCA8C52A}"/>
                                            </p:graphicEl>
                                          </p:spTgt>
                                        </p:tgtEl>
                                        <p:attrNameLst>
                                          <p:attrName>style.visibility</p:attrName>
                                        </p:attrNameLst>
                                      </p:cBhvr>
                                      <p:to>
                                        <p:strVal val="visible"/>
                                      </p:to>
                                    </p:set>
                                    <p:animEffect transition="in" filter="wipe(down)">
                                      <p:cBhvr>
                                        <p:cTn id="10" dur="500"/>
                                        <p:tgtEl>
                                          <p:spTgt spid="2">
                                            <p:graphicEl>
                                              <a:dgm id="{F5E1A84E-BF50-42A6-B786-BE28DCA8C52A}"/>
                                            </p:graphicEl>
                                          </p:spTgt>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2">
                                            <p:graphicEl>
                                              <a:dgm id="{F914B7F1-6B3D-4BAA-9AAF-223EE38A3A1C}"/>
                                            </p:graphicEl>
                                          </p:spTgt>
                                        </p:tgtEl>
                                        <p:attrNameLst>
                                          <p:attrName>style.visibility</p:attrName>
                                        </p:attrNameLst>
                                      </p:cBhvr>
                                      <p:to>
                                        <p:strVal val="visible"/>
                                      </p:to>
                                    </p:set>
                                    <p:animEffect transition="in" filter="wipe(down)">
                                      <p:cBhvr>
                                        <p:cTn id="13" dur="500"/>
                                        <p:tgtEl>
                                          <p:spTgt spid="2">
                                            <p:graphicEl>
                                              <a:dgm id="{F914B7F1-6B3D-4BAA-9AAF-223EE38A3A1C}"/>
                                            </p:graphic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grpId="0" nodeType="clickEffect">
                                  <p:stCondLst>
                                    <p:cond delay="0"/>
                                  </p:stCondLst>
                                  <p:childTnLst>
                                    <p:set>
                                      <p:cBhvr>
                                        <p:cTn id="17" dur="1" fill="hold">
                                          <p:stCondLst>
                                            <p:cond delay="0"/>
                                          </p:stCondLst>
                                        </p:cTn>
                                        <p:tgtEl>
                                          <p:spTgt spid="2">
                                            <p:graphicEl>
                                              <a:dgm id="{F85D3DEE-7D03-4123-8A66-1062877D2842}"/>
                                            </p:graphicEl>
                                          </p:spTgt>
                                        </p:tgtEl>
                                        <p:attrNameLst>
                                          <p:attrName>style.visibility</p:attrName>
                                        </p:attrNameLst>
                                      </p:cBhvr>
                                      <p:to>
                                        <p:strVal val="visible"/>
                                      </p:to>
                                    </p:set>
                                    <p:animEffect transition="in" filter="wipe(down)">
                                      <p:cBhvr>
                                        <p:cTn id="18" dur="500"/>
                                        <p:tgtEl>
                                          <p:spTgt spid="2">
                                            <p:graphicEl>
                                              <a:dgm id="{F85D3DEE-7D03-4123-8A66-1062877D2842}"/>
                                            </p:graphicEl>
                                          </p:spTgt>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2">
                                            <p:graphicEl>
                                              <a:dgm id="{4FA557A0-0AF3-43EA-B55F-7CD9C5B77D6C}"/>
                                            </p:graphicEl>
                                          </p:spTgt>
                                        </p:tgtEl>
                                        <p:attrNameLst>
                                          <p:attrName>style.visibility</p:attrName>
                                        </p:attrNameLst>
                                      </p:cBhvr>
                                      <p:to>
                                        <p:strVal val="visible"/>
                                      </p:to>
                                    </p:set>
                                    <p:animEffect transition="in" filter="wipe(down)">
                                      <p:cBhvr>
                                        <p:cTn id="21" dur="500"/>
                                        <p:tgtEl>
                                          <p:spTgt spid="2">
                                            <p:graphicEl>
                                              <a:dgm id="{4FA557A0-0AF3-43EA-B55F-7CD9C5B77D6C}"/>
                                            </p:graphic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2">
                                            <p:graphicEl>
                                              <a:dgm id="{140CE7BA-5DDF-40F7-8A2C-FEBB6F799D57}"/>
                                            </p:graphicEl>
                                          </p:spTgt>
                                        </p:tgtEl>
                                        <p:attrNameLst>
                                          <p:attrName>style.visibility</p:attrName>
                                        </p:attrNameLst>
                                      </p:cBhvr>
                                      <p:to>
                                        <p:strVal val="visible"/>
                                      </p:to>
                                    </p:set>
                                    <p:animEffect transition="in" filter="wipe(down)">
                                      <p:cBhvr>
                                        <p:cTn id="26" dur="500"/>
                                        <p:tgtEl>
                                          <p:spTgt spid="2">
                                            <p:graphicEl>
                                              <a:dgm id="{140CE7BA-5DDF-40F7-8A2C-FEBB6F799D57}"/>
                                            </p:graphicEl>
                                          </p:spTgt>
                                        </p:tgtEl>
                                      </p:cBhvr>
                                    </p:animEffect>
                                  </p:childTnLst>
                                </p:cTn>
                              </p:par>
                              <p:par>
                                <p:cTn id="27" presetID="22" presetClass="entr" presetSubtype="4" fill="hold" grpId="0" nodeType="withEffect">
                                  <p:stCondLst>
                                    <p:cond delay="0"/>
                                  </p:stCondLst>
                                  <p:childTnLst>
                                    <p:set>
                                      <p:cBhvr>
                                        <p:cTn id="28" dur="1" fill="hold">
                                          <p:stCondLst>
                                            <p:cond delay="0"/>
                                          </p:stCondLst>
                                        </p:cTn>
                                        <p:tgtEl>
                                          <p:spTgt spid="2">
                                            <p:graphicEl>
                                              <a:dgm id="{18F6A11D-221F-41A1-B0A0-81A7D0F64E76}"/>
                                            </p:graphicEl>
                                          </p:spTgt>
                                        </p:tgtEl>
                                        <p:attrNameLst>
                                          <p:attrName>style.visibility</p:attrName>
                                        </p:attrNameLst>
                                      </p:cBhvr>
                                      <p:to>
                                        <p:strVal val="visible"/>
                                      </p:to>
                                    </p:set>
                                    <p:animEffect transition="in" filter="wipe(down)">
                                      <p:cBhvr>
                                        <p:cTn id="29" dur="500"/>
                                        <p:tgtEl>
                                          <p:spTgt spid="2">
                                            <p:graphicEl>
                                              <a:dgm id="{18F6A11D-221F-41A1-B0A0-81A7D0F64E76}"/>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2">
                                            <p:graphicEl>
                                              <a:dgm id="{3141034E-936C-4B1E-9E0C-CC0B125F1060}"/>
                                            </p:graphicEl>
                                          </p:spTgt>
                                        </p:tgtEl>
                                        <p:attrNameLst>
                                          <p:attrName>style.visibility</p:attrName>
                                        </p:attrNameLst>
                                      </p:cBhvr>
                                      <p:to>
                                        <p:strVal val="visible"/>
                                      </p:to>
                                    </p:set>
                                    <p:animEffect transition="in" filter="wipe(down)">
                                      <p:cBhvr>
                                        <p:cTn id="34" dur="500"/>
                                        <p:tgtEl>
                                          <p:spTgt spid="2">
                                            <p:graphicEl>
                                              <a:dgm id="{3141034E-936C-4B1E-9E0C-CC0B125F1060}"/>
                                            </p:graphicEl>
                                          </p:spTgt>
                                        </p:tgtEl>
                                      </p:cBhvr>
                                    </p:animEffect>
                                  </p:childTnLst>
                                </p:cTn>
                              </p:par>
                              <p:par>
                                <p:cTn id="35" presetID="22" presetClass="entr" presetSubtype="4" fill="hold" grpId="0" nodeType="withEffect">
                                  <p:stCondLst>
                                    <p:cond delay="0"/>
                                  </p:stCondLst>
                                  <p:childTnLst>
                                    <p:set>
                                      <p:cBhvr>
                                        <p:cTn id="36" dur="1" fill="hold">
                                          <p:stCondLst>
                                            <p:cond delay="0"/>
                                          </p:stCondLst>
                                        </p:cTn>
                                        <p:tgtEl>
                                          <p:spTgt spid="2">
                                            <p:graphicEl>
                                              <a:dgm id="{B7E47A46-9E14-4573-82FD-372B0632654E}"/>
                                            </p:graphicEl>
                                          </p:spTgt>
                                        </p:tgtEl>
                                        <p:attrNameLst>
                                          <p:attrName>style.visibility</p:attrName>
                                        </p:attrNameLst>
                                      </p:cBhvr>
                                      <p:to>
                                        <p:strVal val="visible"/>
                                      </p:to>
                                    </p:set>
                                    <p:animEffect transition="in" filter="wipe(down)">
                                      <p:cBhvr>
                                        <p:cTn id="37" dur="500"/>
                                        <p:tgtEl>
                                          <p:spTgt spid="2">
                                            <p:graphicEl>
                                              <a:dgm id="{B7E47A46-9E14-4573-82FD-372B0632654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4" fill="hold" grpId="0" nodeType="clickEffect">
                                  <p:stCondLst>
                                    <p:cond delay="0"/>
                                  </p:stCondLst>
                                  <p:childTnLst>
                                    <p:set>
                                      <p:cBhvr>
                                        <p:cTn id="41" dur="1" fill="hold">
                                          <p:stCondLst>
                                            <p:cond delay="0"/>
                                          </p:stCondLst>
                                        </p:cTn>
                                        <p:tgtEl>
                                          <p:spTgt spid="2">
                                            <p:graphicEl>
                                              <a:dgm id="{86CD50E4-8E4D-46A2-A758-61B66A621ACC}"/>
                                            </p:graphicEl>
                                          </p:spTgt>
                                        </p:tgtEl>
                                        <p:attrNameLst>
                                          <p:attrName>style.visibility</p:attrName>
                                        </p:attrNameLst>
                                      </p:cBhvr>
                                      <p:to>
                                        <p:strVal val="visible"/>
                                      </p:to>
                                    </p:set>
                                    <p:animEffect transition="in" filter="wipe(down)">
                                      <p:cBhvr>
                                        <p:cTn id="42" dur="500"/>
                                        <p:tgtEl>
                                          <p:spTgt spid="2">
                                            <p:graphicEl>
                                              <a:dgm id="{86CD50E4-8E4D-46A2-A758-61B66A621ACC}"/>
                                            </p:graphicEl>
                                          </p:spTgt>
                                        </p:tgtEl>
                                      </p:cBhvr>
                                    </p:animEffect>
                                  </p:childTnLst>
                                </p:cTn>
                              </p:par>
                              <p:par>
                                <p:cTn id="43" presetID="22" presetClass="entr" presetSubtype="4" fill="hold" grpId="0" nodeType="withEffect">
                                  <p:stCondLst>
                                    <p:cond delay="0"/>
                                  </p:stCondLst>
                                  <p:childTnLst>
                                    <p:set>
                                      <p:cBhvr>
                                        <p:cTn id="44" dur="1" fill="hold">
                                          <p:stCondLst>
                                            <p:cond delay="0"/>
                                          </p:stCondLst>
                                        </p:cTn>
                                        <p:tgtEl>
                                          <p:spTgt spid="2">
                                            <p:graphicEl>
                                              <a:dgm id="{FDB73C2C-A62A-4828-8D70-8823DB3D5158}"/>
                                            </p:graphicEl>
                                          </p:spTgt>
                                        </p:tgtEl>
                                        <p:attrNameLst>
                                          <p:attrName>style.visibility</p:attrName>
                                        </p:attrNameLst>
                                      </p:cBhvr>
                                      <p:to>
                                        <p:strVal val="visible"/>
                                      </p:to>
                                    </p:set>
                                    <p:animEffect transition="in" filter="wipe(down)">
                                      <p:cBhvr>
                                        <p:cTn id="45" dur="500"/>
                                        <p:tgtEl>
                                          <p:spTgt spid="2">
                                            <p:graphicEl>
                                              <a:dgm id="{FDB73C2C-A62A-4828-8D70-8823DB3D5158}"/>
                                            </p:graphic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4" fill="hold" grpId="0" nodeType="clickEffect">
                                  <p:stCondLst>
                                    <p:cond delay="0"/>
                                  </p:stCondLst>
                                  <p:childTnLst>
                                    <p:set>
                                      <p:cBhvr>
                                        <p:cTn id="49" dur="1" fill="hold">
                                          <p:stCondLst>
                                            <p:cond delay="0"/>
                                          </p:stCondLst>
                                        </p:cTn>
                                        <p:tgtEl>
                                          <p:spTgt spid="2">
                                            <p:graphicEl>
                                              <a:dgm id="{5C500FFA-886C-4EFF-BB68-657A63C95886}"/>
                                            </p:graphicEl>
                                          </p:spTgt>
                                        </p:tgtEl>
                                        <p:attrNameLst>
                                          <p:attrName>style.visibility</p:attrName>
                                        </p:attrNameLst>
                                      </p:cBhvr>
                                      <p:to>
                                        <p:strVal val="visible"/>
                                      </p:to>
                                    </p:set>
                                    <p:animEffect transition="in" filter="wipe(down)">
                                      <p:cBhvr>
                                        <p:cTn id="50" dur="500"/>
                                        <p:tgtEl>
                                          <p:spTgt spid="2">
                                            <p:graphicEl>
                                              <a:dgm id="{5C500FFA-886C-4EFF-BB68-657A63C95886}"/>
                                            </p:graphicEl>
                                          </p:spTgt>
                                        </p:tgtEl>
                                      </p:cBhvr>
                                    </p:animEffect>
                                  </p:childTnLst>
                                </p:cTn>
                              </p:par>
                              <p:par>
                                <p:cTn id="51" presetID="22" presetClass="entr" presetSubtype="4" fill="hold" grpId="0" nodeType="withEffect">
                                  <p:stCondLst>
                                    <p:cond delay="0"/>
                                  </p:stCondLst>
                                  <p:childTnLst>
                                    <p:set>
                                      <p:cBhvr>
                                        <p:cTn id="52" dur="1" fill="hold">
                                          <p:stCondLst>
                                            <p:cond delay="0"/>
                                          </p:stCondLst>
                                        </p:cTn>
                                        <p:tgtEl>
                                          <p:spTgt spid="2">
                                            <p:graphicEl>
                                              <a:dgm id="{63D24A41-81BC-4502-BF1C-937DE9F2C4DE}"/>
                                            </p:graphicEl>
                                          </p:spTgt>
                                        </p:tgtEl>
                                        <p:attrNameLst>
                                          <p:attrName>style.visibility</p:attrName>
                                        </p:attrNameLst>
                                      </p:cBhvr>
                                      <p:to>
                                        <p:strVal val="visible"/>
                                      </p:to>
                                    </p:set>
                                    <p:animEffect transition="in" filter="wipe(down)">
                                      <p:cBhvr>
                                        <p:cTn id="53" dur="500"/>
                                        <p:tgtEl>
                                          <p:spTgt spid="2">
                                            <p:graphicEl>
                                              <a:dgm id="{63D24A41-81BC-4502-BF1C-937DE9F2C4DE}"/>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p:bldSub>
          <a:bldDgm bld="one"/>
        </p:bldSub>
      </p:bldGraphic>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4 Grupo"/>
          <p:cNvGrpSpPr/>
          <p:nvPr/>
        </p:nvGrpSpPr>
        <p:grpSpPr>
          <a:xfrm>
            <a:off x="0" y="-27383"/>
            <a:ext cx="9144000" cy="6890884"/>
            <a:chOff x="0" y="-27383"/>
            <a:chExt cx="9144000" cy="6890884"/>
          </a:xfrm>
        </p:grpSpPr>
        <p:pic>
          <p:nvPicPr>
            <p:cNvPr id="7"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1"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2" name="11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pic>
        <p:nvPicPr>
          <p:cNvPr id="3074" name="Picture 2"/>
          <p:cNvPicPr>
            <a:picLocks noChangeAspect="1" noChangeArrowheads="1"/>
          </p:cNvPicPr>
          <p:nvPr/>
        </p:nvPicPr>
        <p:blipFill rotWithShape="1">
          <a:blip r:embed="rId4">
            <a:extLst>
              <a:ext uri="{28A0092B-C50C-407E-A947-70E740481C1C}">
                <a14:useLocalDpi xmlns:a14="http://schemas.microsoft.com/office/drawing/2010/main" val="0"/>
              </a:ext>
            </a:extLst>
          </a:blip>
          <a:srcRect r="29336"/>
          <a:stretch/>
        </p:blipFill>
        <p:spPr bwMode="auto">
          <a:xfrm>
            <a:off x="353291" y="1298864"/>
            <a:ext cx="8409928" cy="2691246"/>
          </a:xfrm>
          <a:prstGeom prst="rect">
            <a:avLst/>
          </a:prstGeom>
          <a:noFill/>
          <a:ln w="2857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5 Rectángulo redondeado"/>
          <p:cNvSpPr/>
          <p:nvPr/>
        </p:nvSpPr>
        <p:spPr>
          <a:xfrm>
            <a:off x="4571784" y="359872"/>
            <a:ext cx="3279763"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Estructura final</a:t>
            </a:r>
            <a:endParaRPr lang="es-CO" sz="2800" dirty="0"/>
          </a:p>
        </p:txBody>
      </p:sp>
      <p:pic>
        <p:nvPicPr>
          <p:cNvPr id="5122" name="Picture 2" descr="https://encrypted-tbn2.gstatic.com/images?q=tbn:ANd9GcRlF9jFL07aylRasXYkWO5JeepxqAFgIEY3tf31D0wkoEP68tpW5w"/>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32944" y="4041517"/>
            <a:ext cx="5766954" cy="2059023"/>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2587990"/>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3 Grupo"/>
          <p:cNvGrpSpPr/>
          <p:nvPr/>
        </p:nvGrpSpPr>
        <p:grpSpPr>
          <a:xfrm>
            <a:off x="0" y="-27383"/>
            <a:ext cx="9144000" cy="6890884"/>
            <a:chOff x="0" y="-27383"/>
            <a:chExt cx="9144000" cy="6890884"/>
          </a:xfrm>
        </p:grpSpPr>
        <p:pic>
          <p:nvPicPr>
            <p:cNvPr id="5"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5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7" name="6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9"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0" name="9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aphicFrame>
        <p:nvGraphicFramePr>
          <p:cNvPr id="2" name="1 Diagrama"/>
          <p:cNvGraphicFramePr/>
          <p:nvPr>
            <p:extLst>
              <p:ext uri="{D42A27DB-BD31-4B8C-83A1-F6EECF244321}">
                <p14:modId xmlns:p14="http://schemas.microsoft.com/office/powerpoint/2010/main" val="3582520790"/>
              </p:ext>
            </p:extLst>
          </p:nvPr>
        </p:nvGraphicFramePr>
        <p:xfrm>
          <a:off x="270164" y="1252645"/>
          <a:ext cx="7857934" cy="528463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2 Rectángulo redondeado"/>
          <p:cNvSpPr/>
          <p:nvPr/>
        </p:nvSpPr>
        <p:spPr>
          <a:xfrm>
            <a:off x="4933966" y="258812"/>
            <a:ext cx="3002973" cy="1055608"/>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Consejos para la práctica</a:t>
            </a:r>
            <a:endParaRPr lang="es-CO" sz="2800" dirty="0"/>
          </a:p>
        </p:txBody>
      </p:sp>
    </p:spTree>
    <p:extLst>
      <p:ext uri="{BB962C8B-B14F-4D97-AF65-F5344CB8AC3E}">
        <p14:creationId xmlns:p14="http://schemas.microsoft.com/office/powerpoint/2010/main" val="2675201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
                                            <p:graphicEl>
                                              <a:dgm id="{DFBFE570-374B-4E1B-B77D-86859340F7E0}"/>
                                            </p:graphicEl>
                                          </p:spTgt>
                                        </p:tgtEl>
                                        <p:attrNameLst>
                                          <p:attrName>style.visibility</p:attrName>
                                        </p:attrNameLst>
                                      </p:cBhvr>
                                      <p:to>
                                        <p:strVal val="visible"/>
                                      </p:to>
                                    </p:set>
                                    <p:animEffect transition="in" filter="wipe(down)">
                                      <p:cBhvr>
                                        <p:cTn id="7" dur="500"/>
                                        <p:tgtEl>
                                          <p:spTgt spid="2">
                                            <p:graphicEl>
                                              <a:dgm id="{DFBFE570-374B-4E1B-B77D-86859340F7E0}"/>
                                            </p:graphicEl>
                                          </p:spTgt>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
                                            <p:graphicEl>
                                              <a:dgm id="{F5E1A84E-BF50-42A6-B786-BE28DCA8C52A}"/>
                                            </p:graphicEl>
                                          </p:spTgt>
                                        </p:tgtEl>
                                        <p:attrNameLst>
                                          <p:attrName>style.visibility</p:attrName>
                                        </p:attrNameLst>
                                      </p:cBhvr>
                                      <p:to>
                                        <p:strVal val="visible"/>
                                      </p:to>
                                    </p:set>
                                    <p:animEffect transition="in" filter="wipe(down)">
                                      <p:cBhvr>
                                        <p:cTn id="10" dur="500"/>
                                        <p:tgtEl>
                                          <p:spTgt spid="2">
                                            <p:graphicEl>
                                              <a:dgm id="{F5E1A84E-BF50-42A6-B786-BE28DCA8C52A}"/>
                                            </p:graphicEl>
                                          </p:spTgt>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2">
                                            <p:graphicEl>
                                              <a:dgm id="{F914B7F1-6B3D-4BAA-9AAF-223EE38A3A1C}"/>
                                            </p:graphicEl>
                                          </p:spTgt>
                                        </p:tgtEl>
                                        <p:attrNameLst>
                                          <p:attrName>style.visibility</p:attrName>
                                        </p:attrNameLst>
                                      </p:cBhvr>
                                      <p:to>
                                        <p:strVal val="visible"/>
                                      </p:to>
                                    </p:set>
                                    <p:animEffect transition="in" filter="wipe(down)">
                                      <p:cBhvr>
                                        <p:cTn id="13" dur="500"/>
                                        <p:tgtEl>
                                          <p:spTgt spid="2">
                                            <p:graphicEl>
                                              <a:dgm id="{F914B7F1-6B3D-4BAA-9AAF-223EE38A3A1C}"/>
                                            </p:graphic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grpId="0" nodeType="clickEffect">
                                  <p:stCondLst>
                                    <p:cond delay="0"/>
                                  </p:stCondLst>
                                  <p:childTnLst>
                                    <p:set>
                                      <p:cBhvr>
                                        <p:cTn id="17" dur="1" fill="hold">
                                          <p:stCondLst>
                                            <p:cond delay="0"/>
                                          </p:stCondLst>
                                        </p:cTn>
                                        <p:tgtEl>
                                          <p:spTgt spid="2">
                                            <p:graphicEl>
                                              <a:dgm id="{F85D3DEE-7D03-4123-8A66-1062877D2842}"/>
                                            </p:graphicEl>
                                          </p:spTgt>
                                        </p:tgtEl>
                                        <p:attrNameLst>
                                          <p:attrName>style.visibility</p:attrName>
                                        </p:attrNameLst>
                                      </p:cBhvr>
                                      <p:to>
                                        <p:strVal val="visible"/>
                                      </p:to>
                                    </p:set>
                                    <p:animEffect transition="in" filter="wipe(down)">
                                      <p:cBhvr>
                                        <p:cTn id="18" dur="500"/>
                                        <p:tgtEl>
                                          <p:spTgt spid="2">
                                            <p:graphicEl>
                                              <a:dgm id="{F85D3DEE-7D03-4123-8A66-1062877D2842}"/>
                                            </p:graphicEl>
                                          </p:spTgt>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2">
                                            <p:graphicEl>
                                              <a:dgm id="{4FA557A0-0AF3-43EA-B55F-7CD9C5B77D6C}"/>
                                            </p:graphicEl>
                                          </p:spTgt>
                                        </p:tgtEl>
                                        <p:attrNameLst>
                                          <p:attrName>style.visibility</p:attrName>
                                        </p:attrNameLst>
                                      </p:cBhvr>
                                      <p:to>
                                        <p:strVal val="visible"/>
                                      </p:to>
                                    </p:set>
                                    <p:animEffect transition="in" filter="wipe(down)">
                                      <p:cBhvr>
                                        <p:cTn id="21" dur="500"/>
                                        <p:tgtEl>
                                          <p:spTgt spid="2">
                                            <p:graphicEl>
                                              <a:dgm id="{4FA557A0-0AF3-43EA-B55F-7CD9C5B77D6C}"/>
                                            </p:graphic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2">
                                            <p:graphicEl>
                                              <a:dgm id="{140CE7BA-5DDF-40F7-8A2C-FEBB6F799D57}"/>
                                            </p:graphicEl>
                                          </p:spTgt>
                                        </p:tgtEl>
                                        <p:attrNameLst>
                                          <p:attrName>style.visibility</p:attrName>
                                        </p:attrNameLst>
                                      </p:cBhvr>
                                      <p:to>
                                        <p:strVal val="visible"/>
                                      </p:to>
                                    </p:set>
                                    <p:animEffect transition="in" filter="wipe(down)">
                                      <p:cBhvr>
                                        <p:cTn id="26" dur="500"/>
                                        <p:tgtEl>
                                          <p:spTgt spid="2">
                                            <p:graphicEl>
                                              <a:dgm id="{140CE7BA-5DDF-40F7-8A2C-FEBB6F799D57}"/>
                                            </p:graphicEl>
                                          </p:spTgt>
                                        </p:tgtEl>
                                      </p:cBhvr>
                                    </p:animEffect>
                                  </p:childTnLst>
                                </p:cTn>
                              </p:par>
                              <p:par>
                                <p:cTn id="27" presetID="22" presetClass="entr" presetSubtype="4" fill="hold" grpId="0" nodeType="withEffect">
                                  <p:stCondLst>
                                    <p:cond delay="0"/>
                                  </p:stCondLst>
                                  <p:childTnLst>
                                    <p:set>
                                      <p:cBhvr>
                                        <p:cTn id="28" dur="1" fill="hold">
                                          <p:stCondLst>
                                            <p:cond delay="0"/>
                                          </p:stCondLst>
                                        </p:cTn>
                                        <p:tgtEl>
                                          <p:spTgt spid="2">
                                            <p:graphicEl>
                                              <a:dgm id="{18F6A11D-221F-41A1-B0A0-81A7D0F64E76}"/>
                                            </p:graphicEl>
                                          </p:spTgt>
                                        </p:tgtEl>
                                        <p:attrNameLst>
                                          <p:attrName>style.visibility</p:attrName>
                                        </p:attrNameLst>
                                      </p:cBhvr>
                                      <p:to>
                                        <p:strVal val="visible"/>
                                      </p:to>
                                    </p:set>
                                    <p:animEffect transition="in" filter="wipe(down)">
                                      <p:cBhvr>
                                        <p:cTn id="29" dur="500"/>
                                        <p:tgtEl>
                                          <p:spTgt spid="2">
                                            <p:graphicEl>
                                              <a:dgm id="{18F6A11D-221F-41A1-B0A0-81A7D0F64E76}"/>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2">
                                            <p:graphicEl>
                                              <a:dgm id="{3141034E-936C-4B1E-9E0C-CC0B125F1060}"/>
                                            </p:graphicEl>
                                          </p:spTgt>
                                        </p:tgtEl>
                                        <p:attrNameLst>
                                          <p:attrName>style.visibility</p:attrName>
                                        </p:attrNameLst>
                                      </p:cBhvr>
                                      <p:to>
                                        <p:strVal val="visible"/>
                                      </p:to>
                                    </p:set>
                                    <p:animEffect transition="in" filter="wipe(down)">
                                      <p:cBhvr>
                                        <p:cTn id="34" dur="500"/>
                                        <p:tgtEl>
                                          <p:spTgt spid="2">
                                            <p:graphicEl>
                                              <a:dgm id="{3141034E-936C-4B1E-9E0C-CC0B125F1060}"/>
                                            </p:graphicEl>
                                          </p:spTgt>
                                        </p:tgtEl>
                                      </p:cBhvr>
                                    </p:animEffect>
                                  </p:childTnLst>
                                </p:cTn>
                              </p:par>
                              <p:par>
                                <p:cTn id="35" presetID="22" presetClass="entr" presetSubtype="4" fill="hold" grpId="0" nodeType="withEffect">
                                  <p:stCondLst>
                                    <p:cond delay="0"/>
                                  </p:stCondLst>
                                  <p:childTnLst>
                                    <p:set>
                                      <p:cBhvr>
                                        <p:cTn id="36" dur="1" fill="hold">
                                          <p:stCondLst>
                                            <p:cond delay="0"/>
                                          </p:stCondLst>
                                        </p:cTn>
                                        <p:tgtEl>
                                          <p:spTgt spid="2">
                                            <p:graphicEl>
                                              <a:dgm id="{B7E47A46-9E14-4573-82FD-372B0632654E}"/>
                                            </p:graphicEl>
                                          </p:spTgt>
                                        </p:tgtEl>
                                        <p:attrNameLst>
                                          <p:attrName>style.visibility</p:attrName>
                                        </p:attrNameLst>
                                      </p:cBhvr>
                                      <p:to>
                                        <p:strVal val="visible"/>
                                      </p:to>
                                    </p:set>
                                    <p:animEffect transition="in" filter="wipe(down)">
                                      <p:cBhvr>
                                        <p:cTn id="37" dur="500"/>
                                        <p:tgtEl>
                                          <p:spTgt spid="2">
                                            <p:graphicEl>
                                              <a:dgm id="{B7E47A46-9E14-4573-82FD-372B0632654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4" fill="hold" grpId="0" nodeType="clickEffect">
                                  <p:stCondLst>
                                    <p:cond delay="0"/>
                                  </p:stCondLst>
                                  <p:childTnLst>
                                    <p:set>
                                      <p:cBhvr>
                                        <p:cTn id="41" dur="1" fill="hold">
                                          <p:stCondLst>
                                            <p:cond delay="0"/>
                                          </p:stCondLst>
                                        </p:cTn>
                                        <p:tgtEl>
                                          <p:spTgt spid="2">
                                            <p:graphicEl>
                                              <a:dgm id="{86CD50E4-8E4D-46A2-A758-61B66A621ACC}"/>
                                            </p:graphicEl>
                                          </p:spTgt>
                                        </p:tgtEl>
                                        <p:attrNameLst>
                                          <p:attrName>style.visibility</p:attrName>
                                        </p:attrNameLst>
                                      </p:cBhvr>
                                      <p:to>
                                        <p:strVal val="visible"/>
                                      </p:to>
                                    </p:set>
                                    <p:animEffect transition="in" filter="wipe(down)">
                                      <p:cBhvr>
                                        <p:cTn id="42" dur="500"/>
                                        <p:tgtEl>
                                          <p:spTgt spid="2">
                                            <p:graphicEl>
                                              <a:dgm id="{86CD50E4-8E4D-46A2-A758-61B66A621ACC}"/>
                                            </p:graphicEl>
                                          </p:spTgt>
                                        </p:tgtEl>
                                      </p:cBhvr>
                                    </p:animEffect>
                                  </p:childTnLst>
                                </p:cTn>
                              </p:par>
                              <p:par>
                                <p:cTn id="43" presetID="22" presetClass="entr" presetSubtype="4" fill="hold" grpId="0" nodeType="withEffect">
                                  <p:stCondLst>
                                    <p:cond delay="0"/>
                                  </p:stCondLst>
                                  <p:childTnLst>
                                    <p:set>
                                      <p:cBhvr>
                                        <p:cTn id="44" dur="1" fill="hold">
                                          <p:stCondLst>
                                            <p:cond delay="0"/>
                                          </p:stCondLst>
                                        </p:cTn>
                                        <p:tgtEl>
                                          <p:spTgt spid="2">
                                            <p:graphicEl>
                                              <a:dgm id="{FDB73C2C-A62A-4828-8D70-8823DB3D5158}"/>
                                            </p:graphicEl>
                                          </p:spTgt>
                                        </p:tgtEl>
                                        <p:attrNameLst>
                                          <p:attrName>style.visibility</p:attrName>
                                        </p:attrNameLst>
                                      </p:cBhvr>
                                      <p:to>
                                        <p:strVal val="visible"/>
                                      </p:to>
                                    </p:set>
                                    <p:animEffect transition="in" filter="wipe(down)">
                                      <p:cBhvr>
                                        <p:cTn id="45" dur="500"/>
                                        <p:tgtEl>
                                          <p:spTgt spid="2">
                                            <p:graphicEl>
                                              <a:dgm id="{FDB73C2C-A62A-4828-8D70-8823DB3D5158}"/>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p:bldSub>
          <a:bldDgm bld="one"/>
        </p:bldSub>
      </p:bldGraphic>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11 Grupo"/>
          <p:cNvGrpSpPr/>
          <p:nvPr/>
        </p:nvGrpSpPr>
        <p:grpSpPr>
          <a:xfrm>
            <a:off x="0" y="-27383"/>
            <a:ext cx="9144000" cy="6890884"/>
            <a:chOff x="0" y="-27383"/>
            <a:chExt cx="9144000" cy="6890884"/>
          </a:xfrm>
        </p:grpSpPr>
        <p:pic>
          <p:nvPicPr>
            <p:cNvPr id="13"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4" name="13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5" name="14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6" name="15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7"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8" name="17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pic>
        <p:nvPicPr>
          <p:cNvPr id="4098" name="Picture 2"/>
          <p:cNvPicPr>
            <a:picLocks noChangeAspect="1" noChangeArrowheads="1"/>
          </p:cNvPicPr>
          <p:nvPr/>
        </p:nvPicPr>
        <p:blipFill rotWithShape="1">
          <a:blip r:embed="rId4">
            <a:extLst>
              <a:ext uri="{28A0092B-C50C-407E-A947-70E740481C1C}">
                <a14:useLocalDpi xmlns:a14="http://schemas.microsoft.com/office/drawing/2010/main" val="0"/>
              </a:ext>
            </a:extLst>
          </a:blip>
          <a:srcRect r="37876"/>
          <a:stretch/>
        </p:blipFill>
        <p:spPr bwMode="auto">
          <a:xfrm>
            <a:off x="900456" y="1182857"/>
            <a:ext cx="7272071" cy="2459275"/>
          </a:xfrm>
          <a:prstGeom prst="rect">
            <a:avLst/>
          </a:prstGeom>
          <a:noFill/>
          <a:ln w="2857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5 Rectángulo redondeado"/>
          <p:cNvSpPr/>
          <p:nvPr/>
        </p:nvSpPr>
        <p:spPr>
          <a:xfrm>
            <a:off x="4650928" y="346224"/>
            <a:ext cx="3279763"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Estructura final</a:t>
            </a:r>
            <a:endParaRPr lang="es-CO" sz="2800" dirty="0"/>
          </a:p>
        </p:txBody>
      </p:sp>
      <p:sp>
        <p:nvSpPr>
          <p:cNvPr id="5" name="AutoShape 2" descr="data:image/jpeg;base64,/9j/4AAQSkZJRgABAQAAAQABAAD/2wCEAAkGBhASEBISDxAQEBAPEA8QDw8QFhQQDQ8QFhAVFBQQEhUXHCYeFxkjGRQSHy8gIygpLCwsFR4xNTAqNSYrLCkBCQoKDgwOGg8PGCwdHCUpLCopLCksLC0pLCksKSksKSksKSksKSkpLCkpKSkpLCwpLCksKSkpKSwpLCwsKSwpKf/AABEIAMkA+wMBIgACEQEDEQH/xAAcAAEAAQUBAQAAAAAAAAAAAAAABwECBAUGAwj/xABMEAABAwICAg0IBQoFBQEAAAABAAIDBBEFEiExBgcTIkFRYXGRobGywRQjJDJyc4GzM1JidKIVJTRTY4KSo8LRQkOD0uEXNWST8Bb/xAAbAQEAAgMBAQAAAAAAAAAAAAAAAgQBAwUGB//EAC4RAAICAQIEBAUFAQEAAAAAAAABAhEDBAUSITEyQXGBsRMiI2HBFCRRgvCRBv/aAAwDAQACEQMRAD8AlxERbDWEREAREQBERAEREAREQBERAEREAREQBERAEREAREQBERAEREAREQBERAERFgBERAEREAREQBERAEREAREQBERAEREAREQBERAEREAREQBERAEREAREQC6XVqKQLrpdWogLrpdWogLrpdWogLrpdWogLrpdWogLrpdWogLrpdWogLrpdWogLrpdWogLrpdWogLrpdWogLrpdWogLrpdWogLrpdWogLrpdWogLUVLpdAVRUul0BVFS6XQFUVLpdAVRUul0BVFS6XQFUVLpdAVRUul0BVFS6o4Agg6iCDzIDhds3Zw+mZ5NQzNGIktk3PIJHNgDXuffMC0Os0Gx02vbWF21FIXRRucQXOjjc4i1i4saSRbRa5UK7YOx6kocVw98d2MqJd0qd1eXMDDUhrrl2puRzhpOoa1rtj+2VUUBip42vlhMVMdznfurW5mNc+SABoewEHQzMQNPHojfMlXI+gUVCl1IiVRUul0BVFS6XQFUVLpdAVRUul0BVFS6XQFmZMy8c6Z1kwe2ZMy8c6Z0B7ZkzLxzpnQHtmTMvHOmdAe2ZMy8c6j7ZnstqYKt0Ucz42BkTg0RxvGltzviQ7WoTkoq2WtLpZ6mfBDqSPmTMoZds1qtflBvxlj7/hkXpQbJqx0kBNZKWvqGxhgbZjjmZvH764ac1r6dRWtZkdCez5IK5P3JizJmWCaqThi/he09tl5Oq5CfongDidFe/8S3HGNnmTMtbur/1cv8UX+9U3Z36ubpjPY5ZBs8yZlrN3d9Sf8J/qV0eIHUY5SRxNH91gwRzt9YQHRUtSHndGyeTNi0b8PzPzDhuCAPiNXD0W1Fihlw1gdGI5KWR9I5zQBum5Bpa4ka968N52k8Kw6jA6ifGWVdXC+SkpR6ExhFo3gB26zMcdJL9O94Q2+hun22u6SqpIZYKmkey8807JY3MeyQPLd7lvmBFtZ0WUfEn4Hd5kzLB8tPBFL0NH9SeWO/UydMQ7XqREzsyZlg+WP/UyfxRf708qk4IT+89luolDBnZlbJKGi7iGt+s4hrek6Fhiol/VM/8AZo7ijavgbK9xmaJCXO9e7yNJ0XcODkUJy4S7pNMs7duqJIbsgpDqqqc/6sf+5ezMVgOqeE80jD4qKPyPAf8AJj/CPFY9fgkAieWxMa4NOUlzQAeO+ay1fGf8HSW14W643/wmRtXGdT2Hmc09hXpmUAYLSAVMFnRZvKIcrQc2Y7q2wOQEDTbX1qec62Y58aKW4aJaRpKXFaPbMmZeOdM62nOMfOmdYm7JuylRCzLzpnWJuypuyUZszM6Z1y9Vs6pI5XxSOka+Nxa7eFzb8YLb6FZNtgULRcSl/IxkmbrAC1vJBeJcjodRJWoM6vOmdaHAtkkdUx74mva1j8hz2BJyh1xYnRpWy3ZTVNWitkhLHJxkqaMzdFFO2L+nu9zD2EeCkrdlGe2EfTb/ALCLtetOoXynb2B/uvRnNO9VZOETedp26dFXE/k0vjHTvViu1FX4WfPw++h+Y1UF1PY6lJwdk7ySnNYaOM/FXMNlhmbfnm8Vduy61HzBs95am2ga15iqPIsOWfSVaKgKJlFKjZfSM1y5j9VjXO67W61h/wD7emJuBM0+xcHoK4KpcL/F3arWKo8zs9Vj2bC4JtskM7PaJptJI5h+1G+3UCt5BVNexr2G7Hta9p1Xa4Ag2OnUQoGrvW+HiVMmByWpaf7vB8pq24sjm6Zzty0GPTY4Sg3bNzuibosPdk3ZWKOLZmbom6LD3ZN2ShZmCTT8Qo5kO+d7R7V3bZu0dq4MnSecqvn8DubRz4vQuasXGD6PL7HiFkgrExs+jy+yO+1VTvQ7kc9sb/TaX71T/NapxEig/Yx+m033iI9DwVMolVjTLkzkf+gleWHkZmdM6xN2Tdlao85ZTyVPJVtPJ08nTiFGr8lVPJVHtdtg1sNRPHeKRkc88bQ9gBDWyuaBdhHABrusWr2zK1/qbjEPstzu6XkjqVf9QkdaO05Wk7RrdmMdq+oH7QHpjafFaZZ2M1L5Jd0kdmfJFTPe42u5xpo7nRy3WAqUup6/D8uCKf8ACOv2K44KWjlkMZkBq2R5Q7KReEuvqP1etbaPbEgPrRzM+DXjvX6lytMPzZPyV1N1wSDwWnBU3llFJIq49v0+ocpzjbs7mo2ymj6OBzuV7gwdAusHbEZasHLBF3nrkXnQeY9i7XbQZasj5aaI/jepOblB2Q02mxYNVH4aq0zkXHQVdh308PvofmNVhOhX4d9PD76H5jVpXU6mqdJ+RNMrWtkOZwaLayQBr5VjvxKAGxk+IDiOmy5/bUiyywH6zJucWczUuNiq3t1SP/iNui6vSzNOkeS0u0xzYlkcnZKTp4H/AOawHl3vTeyugoWusRI1zb62kEHTx3US1GISOJzPceQnR0KSdg8bjRRENJGaXSBcfSuSGXi5FbVaBYIqSficFIDckg6yOtXMKo+Y3POb9Ko349SqNHroZPlSarkairOn4eJUy4NTejQe4h+W1QtNJf4D/wC7VPuCQei0/wB3g+U1b9M+bOFvXPFBfc5jFdkzInujbE+R7CWm5DGXHLpJ6OBaY7NKkH9HjI4hnvbnB8F47ItFZUckzx1rAa5YlmlZY0+3af4abjdo23/ULL9JSlvNIR1Fi3OxzZPFWPeyOORhjYHnMWlpBcG6LadZUd48dLOZ3aF0+1FFeeo5IGdcv/CzDNJySNOt2/T48EpxjTR3gpu0dq4HMpS3BRRmU876FTZ13eh7grDxx3o8nM35jVkByw8cd6O/9zvhVWd+K+ZGp2JsvXUw45m9QJ8FMPkqiTYOy+I0o/anqieVOHk6s6d1E4G+O8sfI1fkqeSraeTp5OrXEcGjP3JUMSytzTclrsmj5w2VstX1Y/8AKqOuVx8Vp+FSJsw2v6h9XUSxPicJJXPyOzMcL20XsQepcbLsena9zHtDXNNjpvwA8F761z5JpntMORTxxUXzpHniA+i5aan6o8v9KwythjEJY6Jp1tp4xz7+TgWvcovqWoy+mbui/wC2VXJWUR6Y5x4LTXW6wsXw2u+zNhzul04WkWZeBs0UuU/P8ItfqPMexd1tqD0qA8dHEfxvXCPOg8x7F3u2qPP0h46CE/iesrtZXg/3UP7exxJ1K/Dj56L30PzGrzOoq6hPnYvexfMCiupc1rpehJG2+LT01/V3OcgcPrx37FHzdWnUFIm3OLTUvup++xRwxw4Tp5Q426rLdk7ihtj/AG0V5+55St3x5zyqYNr6pcMMiy2BbLI2+u4Mjzw8yh5+vSeE6LO/spf2v2H8lRaCGmeTLx+u+/gs4upzd1lcUvuRq/1jc3u5w4Rwo25vbUOc9i8pDZ51nfOGnTY30FW213UGdyKlSX+6GEWtAN73tyjt+C+icEi9Fp/u8Hymr5wc7R8PBfTOCx+i0/3eD5TVswvqee3ftjf8kPbJnem1P3iXvla9rlmbJ3enVX3mbvla4OWqXVnf06+lHyXsYONu0s5ndoXZbTDLzVfJFB1yP/suJxh2+b7J7V3u0g28tZ7um78qzi7kUdxdaeX+8STXR6DzHsULhynGZm9d7LuxQUHLbmfQ52zLu9D2DlhY27zDudneCyQ5YONu8yfaZ2rQ2d2qK7Xjb4nS+3If5L1PG5KDNrBt8VpuTdj/ACHqfdzVnB2nmt3d5l5GNuSbksnc03Nb7OPRkZUyq9FCyVHPYjS3kcbaz4BcbimEXnebayD+AKSKiluSeNa6TB8ziba7di1yjZ0tPqOA5duCRvhjbLFHIA1ws9odbzjjwjRrXIbJticDHsMUQYHNdmAJy3BFtBNgpXnoMthyeJWgx7DcxZo1B/8ASoyjyLem1TU7vkcZhuxx0lFWxR5WlxonAu0N3srzbRznpXMVew2sj/yt0HHE4P6tB6lL2D4fljn0es2Lqk/5VHUqi4WkWseulCckujf4IMbQSEaraDr5l2u2n9JQcuGwd5yvbhXJxrrtk2xyCojpDKy7m0kTQ4FzXAWBtoKgo/K0b554Y8+Ofn7ELnUlGfOx+8j74Xa4nsAY1j3RSvGVrnZXgPBsL2uLWWiosDs9hNzv2HiHrBQUWnzL2fLHOrg+iO728Bv6P2antjUYAqUtu9hPkhANgKgE2Nh9HrPAosupZe4zs1fpI+vuzxedJ51Pm1OPzTB7U/znqAXnSedfQG1MPzTB7U/znqeHqcXduz+xCUp3zvad2lMytnO/f7b+8VbmWpnqYr5F5GuedB5j2L6kwVvo0H3eH5bV8tv9U8x7F9TYKPRoPcQ/Lat2HxPH7q74fUgrZQ/06r+8z/MK1wes3ZS706r+9T/MK1gctcurPT6eP0Y+S9kYuKu3zfZPapG2iRv60/Zph1yqNsSdvh7PipN2hx+mn7sPmrOPuOPuj+lJf7qiUavRG/2H90r5/a/QvoDEPopD+zk7hXzwx+gcw7Fsy+BW2RXx+n5MoPWFjT/NfvN7V7Byw8Xf5v8Aeb4rQd2apG12pxfFqf2Kg/yHr6ByqAdqMfnaHkjqD/KI8V9Aqzi7Tye5u83oWZUyq9Fts5lBERYMhUVUQHlLDdYk+G5rcl1sEQkptdDXHDw1jrcIHbdYL6Rb4i68XUwWKNkMldThRhOk6OErfYhT7yDkhaOgBbZmGt4VStp/VA4AR2KNG+Wo45I5OupLxv8AYf3SuXgwvSNHCFIdRR3a7la7sK1keE8ii42XMep4YtGbsuivuX+p/SuMrNj8D/XhjJ47ZXdIsV3+yCG+TkzeC0T6VZkrZHSZpQgqdEXVGAxsleGt0B5AvckD4qYdr2LLh8Q+1L81y4urw/zrzb/EVIGxGLLSRjiMnfKjBUzfuWbjxRX3/BAVfgtQx7y6F9szt80Zx6x072619+NS9NTaTzntWDV4Yx4OdjX6D6wDj1rW4HZx7l8qjJERZCQcoJ0HVzL6owgWp4R+xi+WFAv5OAbYDg4rDUp+oB5qPkjj7oWzF4nD3aKXBX3/AAfPWyh3p1X96n+Y5a4PW72UYHUeWVLxGXNdUTuBaQTYyOOrWtC9jmmz2lp4nAtPQVpfU9Xp5ReKNPwXsYte7fDm8SpU2hhvK0/bpx+GRRPWHfDm8Spb2iYnCOsuLXkgtfX6j1PH3HA3a+CXmiScUPmJfdS9wr5yjfoHMOxfRmMH0eb3M3yyvm2N2gcw7FLL4GNhVqfp+TKD1iYq/eD2h2FegcsXEnbwe14FaTvZ1UGzqNpxt8UbyQTnqaPFT6oG2lG3xM8lJOf5kQ8VPKs4+08Vr3eb0CIi2FAIiIAiIgCIiAIiIArXNurkQHi6nBRtM0cC9kQzxMwsQivl5L+C1z6VbxzAda8nU4WGjbDJSo5SXDbvcbayV0mDxZYWjiLu8V6NoRwrIYywsESolly8ao46Wl0n4rGlpdB5j2LoJKZY8tJoPMoNFuGWqI/8g0auDwUvUg82z2Gd0Lhvyfo1Lu4BvW+y3sWYKiOuycfCR3iVPeWQ8ckneKwJaQEWIBHERcLo6unu9/tu7xWI+lUGi7jy0kcLimExtkuyNrSWi+UAcJ4l3m1RT5Y6jlkj6mFaPE6K79X+EdpXW7X0GWKXlkb3EgvmJ67Nxaevujf4yD5NOBpJgmAHGdzK+bn0sjAM7Ht0DWDbp1L6UxL6GX3UndKi51Ms5FZDaNR8FS5daI5DljV7t6Pa8CpBqcGid60bSeO1ndI0rSYpsbiGUgO1nek3bq6etaHGjvy1McsXFcmzP2j2/nGQ8Ao5tPBczQf2KnVRPtTUQbVyECwFM4dMrP7KWFZx9p5HcI8Odq76BERTKARCVbHK1wu0hw4wQR1IC5FS6qgCKx8zRrc0aQNJA0nUOdVEgJIBF22zC+kX0i/EgLkVGvBAIIIOkEaQRyKt0AREQBERAEREAREQHk6AFeElIsxEJKTRqW4TfiHOto1tgrkShKTl1NBPS74+07tWM+lW/kpl4PpVGizHLyOUraG7vgPFb/YrBljfyv8A6Qk1Dc6lsMNp8jSLWub9QRLmSzZeKFF2JDzMnu390rhX0y72tF43j7Duxcy+lSQ0s+GzQvplrcUpNDecrqX0q19fSXto4T4LW0dLHm5l21zTZaiU/sQPxj+ykJcjsMp8skh+w3vFdctkehy9ZLizNhERSKhiYrQ7tC+PNlzgC/xBseQ2seQla2lwORkUgY5kcjhHuYjGWJrmOLg5waG3Lr2OjUBrW9VCgOedgVSGNDKpwc0v3zi92YNsIA4X02Dd99YknhWRFhMzZswnc6IXyxOc8kgNu3M7T/jfJc6dAZxLcBEBpKzBXEyZBFlmkzSZrh+UxMY4NdldYuLddr21W4LavAHySOdmaxpD2lrC9ucFkli63CHPaT9bKCdIAW9CFAaiXCpbMayQMDIRE0hzxuZAIEjWiwcSLCztWXhuV5NwOUm7pS0Zoi2NskpaxokaZGgkguzNDterOedbxEB40ELmRMa92dzWgF2k35bnSshEQBERAEREAREQBERAEREAVLKqIC0MCuREBZKLtI4wVrX0q2hXg5YZsg6NW+lWJU0d7fFbmRY0iiWYyZZgNPlc88bQOtbpYOHa3fBZykuhWyu5WERFk1n/2Q=="/>
          <p:cNvSpPr>
            <a:spLocks noChangeAspect="1" noChangeArrowheads="1"/>
          </p:cNvSpPr>
          <p:nvPr/>
        </p:nvSpPr>
        <p:spPr bwMode="auto">
          <a:xfrm>
            <a:off x="114300"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7" name="AutoShape 4" descr="data:image/jpeg;base64,/9j/4AAQSkZJRgABAQAAAQABAAD/2wCEAAkGBhASEBISDxAQEBAPEA8QDw8QFhQQDQ8QFhAVFBQQEhUXHCYeFxkjGRQSHy8gIygpLCwsFR4xNTAqNSYrLCkBCQoKDgwOGg8PGCwdHCUpLCopLCksLC0pLCksKSksKSksKSksKSkpLCkpKSkpLCwpLCksKSkpKSwpLCwsKSwpKf/AABEIAMkA+wMBIgACEQEDEQH/xAAcAAEAAQUBAQAAAAAAAAAAAAAABwECBAUGAwj/xABMEAABAwICAg0IBQoFBQEAAAABAAIDBBEFEiExBgcTIkFRYXGRobGywRQjJDJyc4GzM1JidKIVJTRTY4KSo8LRQkOD0uEXNWST8Bb/xAAbAQEAAgMBAQAAAAAAAAAAAAAAAgQBAwUGB//EAC4RAAICAQIEBAUFAQEAAAAAAAABAhEDBAUSITEyQXGBsRMiI2HBFCRRgvCRBv/aAAwDAQACEQMRAD8AlxERbDWEREAREQBERAEREAREQBERAEREAREQBERAEREAREQBERAEREAREQBERAERFgBERAEREAREQBERAEREAREQBERAEREAREQBERAEREAREQBERAEREAREQC6XVqKQLrpdWogLrpdWogLrpdWogLrpdWogLrpdWogLrpdWogLrpdWogLrpdWogLrpdWogLrpdWogLrpdWogLrpdWogLrpdWogLrpdWogLrpdWogLUVLpdAVRUul0BVFS6XQFUVLpdAVRUul0BVFS6XQFUVLpdAVRUul0BVFS6o4Agg6iCDzIDhds3Zw+mZ5NQzNGIktk3PIJHNgDXuffMC0Os0Gx02vbWF21FIXRRucQXOjjc4i1i4saSRbRa5UK7YOx6kocVw98d2MqJd0qd1eXMDDUhrrl2puRzhpOoa1rtj+2VUUBip42vlhMVMdznfurW5mNc+SABoewEHQzMQNPHojfMlXI+gUVCl1IiVRUul0BVFS6XQFUVLpdAVRUul0BVFS6XQFmZMy8c6Z1kwe2ZMy8c6Z0B7ZkzLxzpnQHtmTMvHOmdAe2ZMy8c6j7ZnstqYKt0Ucz42BkTg0RxvGltzviQ7WoTkoq2WtLpZ6mfBDqSPmTMoZds1qtflBvxlj7/hkXpQbJqx0kBNZKWvqGxhgbZjjmZvH764ac1r6dRWtZkdCez5IK5P3JizJmWCaqThi/he09tl5Oq5CfongDidFe/8S3HGNnmTMtbur/1cv8UX+9U3Z36ubpjPY5ZBs8yZlrN3d9Sf8J/qV0eIHUY5SRxNH91gwRzt9YQHRUtSHndGyeTNi0b8PzPzDhuCAPiNXD0W1Fihlw1gdGI5KWR9I5zQBum5Bpa4ka968N52k8Kw6jA6ifGWVdXC+SkpR6ExhFo3gB26zMcdJL9O94Q2+hun22u6SqpIZYKmkey8807JY3MeyQPLd7lvmBFtZ0WUfEn4Hd5kzLB8tPBFL0NH9SeWO/UydMQ7XqREzsyZlg+WP/UyfxRf708qk4IT+89luolDBnZlbJKGi7iGt+s4hrek6Fhiol/VM/8AZo7ijavgbK9xmaJCXO9e7yNJ0XcODkUJy4S7pNMs7duqJIbsgpDqqqc/6sf+5ezMVgOqeE80jD4qKPyPAf8AJj/CPFY9fgkAieWxMa4NOUlzQAeO+ay1fGf8HSW14W643/wmRtXGdT2Hmc09hXpmUAYLSAVMFnRZvKIcrQc2Y7q2wOQEDTbX1qec62Y58aKW4aJaRpKXFaPbMmZeOdM62nOMfOmdYm7JuylRCzLzpnWJuypuyUZszM6Z1y9Vs6pI5XxSOka+Nxa7eFzb8YLb6FZNtgULRcSl/IxkmbrAC1vJBeJcjodRJWoM6vOmdaHAtkkdUx74mva1j8hz2BJyh1xYnRpWy3ZTVNWitkhLHJxkqaMzdFFO2L+nu9zD2EeCkrdlGe2EfTb/ALCLtetOoXynb2B/uvRnNO9VZOETedp26dFXE/k0vjHTvViu1FX4WfPw++h+Y1UF1PY6lJwdk7ySnNYaOM/FXMNlhmbfnm8Vduy61HzBs95am2ga15iqPIsOWfSVaKgKJlFKjZfSM1y5j9VjXO67W61h/wD7emJuBM0+xcHoK4KpcL/F3arWKo8zs9Vj2bC4JtskM7PaJptJI5h+1G+3UCt5BVNexr2G7Hta9p1Xa4Ag2OnUQoGrvW+HiVMmByWpaf7vB8pq24sjm6Zzty0GPTY4Sg3bNzuibosPdk3ZWKOLZmbom6LD3ZN2ShZmCTT8Qo5kO+d7R7V3bZu0dq4MnSecqvn8DubRz4vQuasXGD6PL7HiFkgrExs+jy+yO+1VTvQ7kc9sb/TaX71T/NapxEig/Yx+m033iI9DwVMolVjTLkzkf+gleWHkZmdM6xN2Tdlao85ZTyVPJVtPJ08nTiFGr8lVPJVHtdtg1sNRPHeKRkc88bQ9gBDWyuaBdhHABrusWr2zK1/qbjEPstzu6XkjqVf9QkdaO05Wk7RrdmMdq+oH7QHpjafFaZZ2M1L5Jd0kdmfJFTPe42u5xpo7nRy3WAqUup6/D8uCKf8ACOv2K44KWjlkMZkBq2R5Q7KReEuvqP1etbaPbEgPrRzM+DXjvX6lytMPzZPyV1N1wSDwWnBU3llFJIq49v0+ocpzjbs7mo2ymj6OBzuV7gwdAusHbEZasHLBF3nrkXnQeY9i7XbQZasj5aaI/jepOblB2Q02mxYNVH4aq0zkXHQVdh308PvofmNVhOhX4d9PD76H5jVpXU6mqdJ+RNMrWtkOZwaLayQBr5VjvxKAGxk+IDiOmy5/bUiyywH6zJucWczUuNiq3t1SP/iNui6vSzNOkeS0u0xzYlkcnZKTp4H/AOawHl3vTeyugoWusRI1zb62kEHTx3US1GISOJzPceQnR0KSdg8bjRRENJGaXSBcfSuSGXi5FbVaBYIqSficFIDckg6yOtXMKo+Y3POb9Ko349SqNHroZPlSarkairOn4eJUy4NTejQe4h+W1QtNJf4D/wC7VPuCQei0/wB3g+U1b9M+bOFvXPFBfc5jFdkzInujbE+R7CWm5DGXHLpJ6OBaY7NKkH9HjI4hnvbnB8F47ItFZUckzx1rAa5YlmlZY0+3af4abjdo23/ULL9JSlvNIR1Fi3OxzZPFWPeyOORhjYHnMWlpBcG6LadZUd48dLOZ3aF0+1FFeeo5IGdcv/CzDNJySNOt2/T48EpxjTR3gpu0dq4HMpS3BRRmU876FTZ13eh7grDxx3o8nM35jVkByw8cd6O/9zvhVWd+K+ZGp2JsvXUw45m9QJ8FMPkqiTYOy+I0o/anqieVOHk6s6d1E4G+O8sfI1fkqeSraeTp5OrXEcGjP3JUMSytzTclrsmj5w2VstX1Y/8AKqOuVx8Vp+FSJsw2v6h9XUSxPicJJXPyOzMcL20XsQepcbLsena9zHtDXNNjpvwA8F761z5JpntMORTxxUXzpHniA+i5aan6o8v9KwythjEJY6Jp1tp4xz7+TgWvcovqWoy+mbui/wC2VXJWUR6Y5x4LTXW6wsXw2u+zNhzul04WkWZeBs0UuU/P8ItfqPMexd1tqD0qA8dHEfxvXCPOg8x7F3u2qPP0h46CE/iesrtZXg/3UP7exxJ1K/Dj56L30PzGrzOoq6hPnYvexfMCiupc1rpehJG2+LT01/V3OcgcPrx37FHzdWnUFIm3OLTUvup++xRwxw4Tp5Q426rLdk7ihtj/AG0V5+55St3x5zyqYNr6pcMMiy2BbLI2+u4Mjzw8yh5+vSeE6LO/spf2v2H8lRaCGmeTLx+u+/gs4upzd1lcUvuRq/1jc3u5w4Rwo25vbUOc9i8pDZ51nfOGnTY30FW213UGdyKlSX+6GEWtAN73tyjt+C+icEi9Fp/u8Hymr5wc7R8PBfTOCx+i0/3eD5TVswvqee3ftjf8kPbJnem1P3iXvla9rlmbJ3enVX3mbvla4OWqXVnf06+lHyXsYONu0s5ndoXZbTDLzVfJFB1yP/suJxh2+b7J7V3u0g28tZ7um78qzi7kUdxdaeX+8STXR6DzHsULhynGZm9d7LuxQUHLbmfQ52zLu9D2DlhY27zDudneCyQ5YONu8yfaZ2rQ2d2qK7Xjb4nS+3If5L1PG5KDNrBt8VpuTdj/ACHqfdzVnB2nmt3d5l5GNuSbksnc03Nb7OPRkZUyq9FCyVHPYjS3kcbaz4BcbimEXnebayD+AKSKiluSeNa6TB8ziba7di1yjZ0tPqOA5duCRvhjbLFHIA1ws9odbzjjwjRrXIbJticDHsMUQYHNdmAJy3BFtBNgpXnoMthyeJWgx7DcxZo1B/8ASoyjyLem1TU7vkcZhuxx0lFWxR5WlxonAu0N3srzbRznpXMVew2sj/yt0HHE4P6tB6lL2D4fljn0es2Lqk/5VHUqi4WkWseulCckujf4IMbQSEaraDr5l2u2n9JQcuGwd5yvbhXJxrrtk2xyCojpDKy7m0kTQ4FzXAWBtoKgo/K0b554Y8+Ofn7ELnUlGfOx+8j74Xa4nsAY1j3RSvGVrnZXgPBsL2uLWWiosDs9hNzv2HiHrBQUWnzL2fLHOrg+iO728Bv6P2antjUYAqUtu9hPkhANgKgE2Nh9HrPAosupZe4zs1fpI+vuzxedJ51Pm1OPzTB7U/znqAXnSedfQG1MPzTB7U/znqeHqcXduz+xCUp3zvad2lMytnO/f7b+8VbmWpnqYr5F5GuedB5j2L6kwVvo0H3eH5bV8tv9U8x7F9TYKPRoPcQ/Lat2HxPH7q74fUgrZQ/06r+8z/MK1wes3ZS706r+9T/MK1gctcurPT6eP0Y+S9kYuKu3zfZPapG2iRv60/Zph1yqNsSdvh7PipN2hx+mn7sPmrOPuOPuj+lJf7qiUavRG/2H90r5/a/QvoDEPopD+zk7hXzwx+gcw7Fsy+BW2RXx+n5MoPWFjT/NfvN7V7Byw8Xf5v8Aeb4rQd2apG12pxfFqf2Kg/yHr6ByqAdqMfnaHkjqD/KI8V9Aqzi7Tye5u83oWZUyq9Fts5lBERYMhUVUQHlLDdYk+G5rcl1sEQkptdDXHDw1jrcIHbdYL6Rb4i68XUwWKNkMldThRhOk6OErfYhT7yDkhaOgBbZmGt4VStp/VA4AR2KNG+Wo45I5OupLxv8AYf3SuXgwvSNHCFIdRR3a7la7sK1keE8ii42XMep4YtGbsuivuX+p/SuMrNj8D/XhjJ47ZXdIsV3+yCG+TkzeC0T6VZkrZHSZpQgqdEXVGAxsleGt0B5AvckD4qYdr2LLh8Q+1L81y4urw/zrzb/EVIGxGLLSRjiMnfKjBUzfuWbjxRX3/BAVfgtQx7y6F9szt80Zx6x072619+NS9NTaTzntWDV4Yx4OdjX6D6wDj1rW4HZx7l8qjJERZCQcoJ0HVzL6owgWp4R+xi+WFAv5OAbYDg4rDUp+oB5qPkjj7oWzF4nD3aKXBX3/AAfPWyh3p1X96n+Y5a4PW72UYHUeWVLxGXNdUTuBaQTYyOOrWtC9jmmz2lp4nAtPQVpfU9Xp5ReKNPwXsYte7fDm8SpU2hhvK0/bpx+GRRPWHfDm8Spb2iYnCOsuLXkgtfX6j1PH3HA3a+CXmiScUPmJfdS9wr5yjfoHMOxfRmMH0eb3M3yyvm2N2gcw7FLL4GNhVqfp+TKD1iYq/eD2h2FegcsXEnbwe14FaTvZ1UGzqNpxt8UbyQTnqaPFT6oG2lG3xM8lJOf5kQ8VPKs4+08Vr3eb0CIi2FAIiIAiIgCIiAIiIArXNurkQHi6nBRtM0cC9kQzxMwsQivl5L+C1z6VbxzAda8nU4WGjbDJSo5SXDbvcbayV0mDxZYWjiLu8V6NoRwrIYywsESolly8ao46Wl0n4rGlpdB5j2LoJKZY8tJoPMoNFuGWqI/8g0auDwUvUg82z2Gd0Lhvyfo1Lu4BvW+y3sWYKiOuycfCR3iVPeWQ8ckneKwJaQEWIBHERcLo6unu9/tu7xWI+lUGi7jy0kcLimExtkuyNrSWi+UAcJ4l3m1RT5Y6jlkj6mFaPE6K79X+EdpXW7X0GWKXlkb3EgvmJ67Nxaevujf4yD5NOBpJgmAHGdzK+bn0sjAM7Ht0DWDbp1L6UxL6GX3UndKi51Ms5FZDaNR8FS5daI5DljV7t6Pa8CpBqcGid60bSeO1ndI0rSYpsbiGUgO1nek3bq6etaHGjvy1McsXFcmzP2j2/nGQ8Ao5tPBczQf2KnVRPtTUQbVyECwFM4dMrP7KWFZx9p5HcI8Odq76BERTKARCVbHK1wu0hw4wQR1IC5FS6qgCKx8zRrc0aQNJA0nUOdVEgJIBF22zC+kX0i/EgLkVGvBAIIIOkEaQRyKt0AREQBERAEREAREQHk6AFeElIsxEJKTRqW4TfiHOto1tgrkShKTl1NBPS74+07tWM+lW/kpl4PpVGizHLyOUraG7vgPFb/YrBljfyv8A6Qk1Dc6lsMNp8jSLWub9QRLmSzZeKFF2JDzMnu390rhX0y72tF43j7Duxcy+lSQ0s+GzQvplrcUpNDecrqX0q19fSXto4T4LW0dLHm5l21zTZaiU/sQPxj+ykJcjsMp8skh+w3vFdctkehy9ZLizNhERSKhiYrQ7tC+PNlzgC/xBseQ2seQla2lwORkUgY5kcjhHuYjGWJrmOLg5waG3Lr2OjUBrW9VCgOedgVSGNDKpwc0v3zi92YNsIA4X02Dd99YknhWRFhMzZswnc6IXyxOc8kgNu3M7T/jfJc6dAZxLcBEBpKzBXEyZBFlmkzSZrh+UxMY4NdldYuLddr21W4LavAHySOdmaxpD2lrC9ucFkli63CHPaT9bKCdIAW9CFAaiXCpbMayQMDIRE0hzxuZAIEjWiwcSLCztWXhuV5NwOUm7pS0Zoi2NskpaxokaZGgkguzNDterOedbxEB40ELmRMa92dzWgF2k35bnSshEQBERAEREAREQBERAEREAVLKqIC0MCuREBZKLtI4wVrX0q2hXg5YZsg6NW+lWJU0d7fFbmRY0iiWYyZZgNPlc88bQOtbpYOHa3fBZykuhWyu5WERFk1n/2Q=="/>
          <p:cNvSpPr>
            <a:spLocks noChangeAspect="1" noChangeArrowheads="1"/>
          </p:cNvSpPr>
          <p:nvPr/>
        </p:nvSpPr>
        <p:spPr bwMode="auto">
          <a:xfrm>
            <a:off x="266700"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8" name="AutoShape 6" descr="data:image/jpeg;base64,/9j/4AAQSkZJRgABAQAAAQABAAD/2wCEAAkGBhASEBISDxAQEBAPEA8QDw8QFhQQDQ8QFhAVFBQQEhUXHCYeFxkjGRQSHy8gIygpLCwsFR4xNTAqNSYrLCkBCQoKDgwOGg8PGCwdHCUpLCopLCksLC0pLCksKSksKSksKSksKSkpLCkpKSkpLCwpLCksKSkpKSwpLCwsKSwpKf/AABEIAMkA+wMBIgACEQEDEQH/xAAcAAEAAQUBAQAAAAAAAAAAAAAABwECBAUGAwj/xABMEAABAwICAg0IBQoFBQEAAAABAAIDBBEFEiExBgcTIkFRYXGRobGywRQjJDJyc4GzM1JidKIVJTRTY4KSo8LRQkOD0uEXNWST8Bb/xAAbAQEAAgMBAQAAAAAAAAAAAAAAAgQBAwUGB//EAC4RAAICAQIEBAUFAQEAAAAAAAABAhEDBAUSITEyQXGBsRMiI2HBFCRRgvCRBv/aAAwDAQACEQMRAD8AlxERbDWEREAREQBERAEREAREQBERAEREAREQBERAEREAREQBERAEREAREQBERAERFgBERAEREAREQBERAEREAREQBERAEREAREQBERAEREAREQBERAEREAREQC6XVqKQLrpdWogLrpdWogLrpdWogLrpdWogLrpdWogLrpdWogLrpdWogLrpdWogLrpdWogLrpdWogLrpdWogLrpdWogLrpdWogLrpdWogLrpdWogLUVLpdAVRUul0BVFS6XQFUVLpdAVRUul0BVFS6XQFUVLpdAVRUul0BVFS6o4Agg6iCDzIDhds3Zw+mZ5NQzNGIktk3PIJHNgDXuffMC0Os0Gx02vbWF21FIXRRucQXOjjc4i1i4saSRbRa5UK7YOx6kocVw98d2MqJd0qd1eXMDDUhrrl2puRzhpOoa1rtj+2VUUBip42vlhMVMdznfurW5mNc+SABoewEHQzMQNPHojfMlXI+gUVCl1IiVRUul0BVFS6XQFUVLpdAVRUul0BVFS6XQFmZMy8c6Z1kwe2ZMy8c6Z0B7ZkzLxzpnQHtmTMvHOmdAe2ZMy8c6j7ZnstqYKt0Ucz42BkTg0RxvGltzviQ7WoTkoq2WtLpZ6mfBDqSPmTMoZds1qtflBvxlj7/hkXpQbJqx0kBNZKWvqGxhgbZjjmZvH764ac1r6dRWtZkdCez5IK5P3JizJmWCaqThi/he09tl5Oq5CfongDidFe/8S3HGNnmTMtbur/1cv8UX+9U3Z36ubpjPY5ZBs8yZlrN3d9Sf8J/qV0eIHUY5SRxNH91gwRzt9YQHRUtSHndGyeTNi0b8PzPzDhuCAPiNXD0W1Fihlw1gdGI5KWR9I5zQBum5Bpa4ka968N52k8Kw6jA6ifGWVdXC+SkpR6ExhFo3gB26zMcdJL9O94Q2+hun22u6SqpIZYKmkey8807JY3MeyQPLd7lvmBFtZ0WUfEn4Hd5kzLB8tPBFL0NH9SeWO/UydMQ7XqREzsyZlg+WP/UyfxRf708qk4IT+89luolDBnZlbJKGi7iGt+s4hrek6Fhiol/VM/8AZo7ijavgbK9xmaJCXO9e7yNJ0XcODkUJy4S7pNMs7duqJIbsgpDqqqc/6sf+5ezMVgOqeE80jD4qKPyPAf8AJj/CPFY9fgkAieWxMa4NOUlzQAeO+ay1fGf8HSW14W643/wmRtXGdT2Hmc09hXpmUAYLSAVMFnRZvKIcrQc2Y7q2wOQEDTbX1qec62Y58aKW4aJaRpKXFaPbMmZeOdM62nOMfOmdYm7JuylRCzLzpnWJuypuyUZszM6Z1y9Vs6pI5XxSOka+Nxa7eFzb8YLb6FZNtgULRcSl/IxkmbrAC1vJBeJcjodRJWoM6vOmdaHAtkkdUx74mva1j8hz2BJyh1xYnRpWy3ZTVNWitkhLHJxkqaMzdFFO2L+nu9zD2EeCkrdlGe2EfTb/ALCLtetOoXynb2B/uvRnNO9VZOETedp26dFXE/k0vjHTvViu1FX4WfPw++h+Y1UF1PY6lJwdk7ySnNYaOM/FXMNlhmbfnm8Vduy61HzBs95am2ga15iqPIsOWfSVaKgKJlFKjZfSM1y5j9VjXO67W61h/wD7emJuBM0+xcHoK4KpcL/F3arWKo8zs9Vj2bC4JtskM7PaJptJI5h+1G+3UCt5BVNexr2G7Hta9p1Xa4Ag2OnUQoGrvW+HiVMmByWpaf7vB8pq24sjm6Zzty0GPTY4Sg3bNzuibosPdk3ZWKOLZmbom6LD3ZN2ShZmCTT8Qo5kO+d7R7V3bZu0dq4MnSecqvn8DubRz4vQuasXGD6PL7HiFkgrExs+jy+yO+1VTvQ7kc9sb/TaX71T/NapxEig/Yx+m033iI9DwVMolVjTLkzkf+gleWHkZmdM6xN2Tdlao85ZTyVPJVtPJ08nTiFGr8lVPJVHtdtg1sNRPHeKRkc88bQ9gBDWyuaBdhHABrusWr2zK1/qbjEPstzu6XkjqVf9QkdaO05Wk7RrdmMdq+oH7QHpjafFaZZ2M1L5Jd0kdmfJFTPe42u5xpo7nRy3WAqUup6/D8uCKf8ACOv2K44KWjlkMZkBq2R5Q7KReEuvqP1etbaPbEgPrRzM+DXjvX6lytMPzZPyV1N1wSDwWnBU3llFJIq49v0+ocpzjbs7mo2ymj6OBzuV7gwdAusHbEZasHLBF3nrkXnQeY9i7XbQZasj5aaI/jepOblB2Q02mxYNVH4aq0zkXHQVdh308PvofmNVhOhX4d9PD76H5jVpXU6mqdJ+RNMrWtkOZwaLayQBr5VjvxKAGxk+IDiOmy5/bUiyywH6zJucWczUuNiq3t1SP/iNui6vSzNOkeS0u0xzYlkcnZKTp4H/AOawHl3vTeyugoWusRI1zb62kEHTx3US1GISOJzPceQnR0KSdg8bjRRENJGaXSBcfSuSGXi5FbVaBYIqSficFIDckg6yOtXMKo+Y3POb9Ko349SqNHroZPlSarkairOn4eJUy4NTejQe4h+W1QtNJf4D/wC7VPuCQei0/wB3g+U1b9M+bOFvXPFBfc5jFdkzInujbE+R7CWm5DGXHLpJ6OBaY7NKkH9HjI4hnvbnB8F47ItFZUckzx1rAa5YlmlZY0+3af4abjdo23/ULL9JSlvNIR1Fi3OxzZPFWPeyOORhjYHnMWlpBcG6LadZUd48dLOZ3aF0+1FFeeo5IGdcv/CzDNJySNOt2/T48EpxjTR3gpu0dq4HMpS3BRRmU876FTZ13eh7grDxx3o8nM35jVkByw8cd6O/9zvhVWd+K+ZGp2JsvXUw45m9QJ8FMPkqiTYOy+I0o/anqieVOHk6s6d1E4G+O8sfI1fkqeSraeTp5OrXEcGjP3JUMSytzTclrsmj5w2VstX1Y/8AKqOuVx8Vp+FSJsw2v6h9XUSxPicJJXPyOzMcL20XsQepcbLsena9zHtDXNNjpvwA8F761z5JpntMORTxxUXzpHniA+i5aan6o8v9KwythjEJY6Jp1tp4xz7+TgWvcovqWoy+mbui/wC2VXJWUR6Y5x4LTXW6wsXw2u+zNhzul04WkWZeBs0UuU/P8ItfqPMexd1tqD0qA8dHEfxvXCPOg8x7F3u2qPP0h46CE/iesrtZXg/3UP7exxJ1K/Dj56L30PzGrzOoq6hPnYvexfMCiupc1rpehJG2+LT01/V3OcgcPrx37FHzdWnUFIm3OLTUvup++xRwxw4Tp5Q426rLdk7ihtj/AG0V5+55St3x5zyqYNr6pcMMiy2BbLI2+u4Mjzw8yh5+vSeE6LO/spf2v2H8lRaCGmeTLx+u+/gs4upzd1lcUvuRq/1jc3u5w4Rwo25vbUOc9i8pDZ51nfOGnTY30FW213UGdyKlSX+6GEWtAN73tyjt+C+icEi9Fp/u8Hymr5wc7R8PBfTOCx+i0/3eD5TVswvqee3ftjf8kPbJnem1P3iXvla9rlmbJ3enVX3mbvla4OWqXVnf06+lHyXsYONu0s5ndoXZbTDLzVfJFB1yP/suJxh2+b7J7V3u0g28tZ7um78qzi7kUdxdaeX+8STXR6DzHsULhynGZm9d7LuxQUHLbmfQ52zLu9D2DlhY27zDudneCyQ5YONu8yfaZ2rQ2d2qK7Xjb4nS+3If5L1PG5KDNrBt8VpuTdj/ACHqfdzVnB2nmt3d5l5GNuSbksnc03Nb7OPRkZUyq9FCyVHPYjS3kcbaz4BcbimEXnebayD+AKSKiluSeNa6TB8ziba7di1yjZ0tPqOA5duCRvhjbLFHIA1ws9odbzjjwjRrXIbJticDHsMUQYHNdmAJy3BFtBNgpXnoMthyeJWgx7DcxZo1B/8ASoyjyLem1TU7vkcZhuxx0lFWxR5WlxonAu0N3srzbRznpXMVew2sj/yt0HHE4P6tB6lL2D4fljn0es2Lqk/5VHUqi4WkWseulCckujf4IMbQSEaraDr5l2u2n9JQcuGwd5yvbhXJxrrtk2xyCojpDKy7m0kTQ4FzXAWBtoKgo/K0b554Y8+Ofn7ELnUlGfOx+8j74Xa4nsAY1j3RSvGVrnZXgPBsL2uLWWiosDs9hNzv2HiHrBQUWnzL2fLHOrg+iO728Bv6P2antjUYAqUtu9hPkhANgKgE2Nh9HrPAosupZe4zs1fpI+vuzxedJ51Pm1OPzTB7U/znqAXnSedfQG1MPzTB7U/znqeHqcXduz+xCUp3zvad2lMytnO/f7b+8VbmWpnqYr5F5GuedB5j2L6kwVvo0H3eH5bV8tv9U8x7F9TYKPRoPcQ/Lat2HxPH7q74fUgrZQ/06r+8z/MK1wes3ZS706r+9T/MK1gctcurPT6eP0Y+S9kYuKu3zfZPapG2iRv60/Zph1yqNsSdvh7PipN2hx+mn7sPmrOPuOPuj+lJf7qiUavRG/2H90r5/a/QvoDEPopD+zk7hXzwx+gcw7Fsy+BW2RXx+n5MoPWFjT/NfvN7V7Byw8Xf5v8Aeb4rQd2apG12pxfFqf2Kg/yHr6ByqAdqMfnaHkjqD/KI8V9Aqzi7Tye5u83oWZUyq9Fts5lBERYMhUVUQHlLDdYk+G5rcl1sEQkptdDXHDw1jrcIHbdYL6Rb4i68XUwWKNkMldThRhOk6OErfYhT7yDkhaOgBbZmGt4VStp/VA4AR2KNG+Wo45I5OupLxv8AYf3SuXgwvSNHCFIdRR3a7la7sK1keE8ii42XMep4YtGbsuivuX+p/SuMrNj8D/XhjJ47ZXdIsV3+yCG+TkzeC0T6VZkrZHSZpQgqdEXVGAxsleGt0B5AvckD4qYdr2LLh8Q+1L81y4urw/zrzb/EVIGxGLLSRjiMnfKjBUzfuWbjxRX3/BAVfgtQx7y6F9szt80Zx6x072619+NS9NTaTzntWDV4Yx4OdjX6D6wDj1rW4HZx7l8qjJERZCQcoJ0HVzL6owgWp4R+xi+WFAv5OAbYDg4rDUp+oB5qPkjj7oWzF4nD3aKXBX3/AAfPWyh3p1X96n+Y5a4PW72UYHUeWVLxGXNdUTuBaQTYyOOrWtC9jmmz2lp4nAtPQVpfU9Xp5ReKNPwXsYte7fDm8SpU2hhvK0/bpx+GRRPWHfDm8Spb2iYnCOsuLXkgtfX6j1PH3HA3a+CXmiScUPmJfdS9wr5yjfoHMOxfRmMH0eb3M3yyvm2N2gcw7FLL4GNhVqfp+TKD1iYq/eD2h2FegcsXEnbwe14FaTvZ1UGzqNpxt8UbyQTnqaPFT6oG2lG3xM8lJOf5kQ8VPKs4+08Vr3eb0CIi2FAIiIAiIgCIiAIiIArXNurkQHi6nBRtM0cC9kQzxMwsQivl5L+C1z6VbxzAda8nU4WGjbDJSo5SXDbvcbayV0mDxZYWjiLu8V6NoRwrIYywsESolly8ao46Wl0n4rGlpdB5j2LoJKZY8tJoPMoNFuGWqI/8g0auDwUvUg82z2Gd0Lhvyfo1Lu4BvW+y3sWYKiOuycfCR3iVPeWQ8ckneKwJaQEWIBHERcLo6unu9/tu7xWI+lUGi7jy0kcLimExtkuyNrSWi+UAcJ4l3m1RT5Y6jlkj6mFaPE6K79X+EdpXW7X0GWKXlkb3EgvmJ67Nxaevujf4yD5NOBpJgmAHGdzK+bn0sjAM7Ht0DWDbp1L6UxL6GX3UndKi51Ms5FZDaNR8FS5daI5DljV7t6Pa8CpBqcGid60bSeO1ndI0rSYpsbiGUgO1nek3bq6etaHGjvy1McsXFcmzP2j2/nGQ8Ao5tPBczQf2KnVRPtTUQbVyECwFM4dMrP7KWFZx9p5HcI8Odq76BERTKARCVbHK1wu0hw4wQR1IC5FS6qgCKx8zRrc0aQNJA0nUOdVEgJIBF22zC+kX0i/EgLkVGvBAIIIOkEaQRyKt0AREQBERAEREAREQHk6AFeElIsxEJKTRqW4TfiHOto1tgrkShKTl1NBPS74+07tWM+lW/kpl4PpVGizHLyOUraG7vgPFb/YrBljfyv8A6Qk1Dc6lsMNp8jSLWub9QRLmSzZeKFF2JDzMnu390rhX0y72tF43j7Duxcy+lSQ0s+GzQvplrcUpNDecrqX0q19fSXto4T4LW0dLHm5l21zTZaiU/sQPxj+ykJcjsMp8skh+w3vFdctkehy9ZLizNhERSKhiYrQ7tC+PNlzgC/xBseQ2seQla2lwORkUgY5kcjhHuYjGWJrmOLg5waG3Lr2OjUBrW9VCgOedgVSGNDKpwc0v3zi92YNsIA4X02Dd99YknhWRFhMzZswnc6IXyxOc8kgNu3M7T/jfJc6dAZxLcBEBpKzBXEyZBFlmkzSZrh+UxMY4NdldYuLddr21W4LavAHySOdmaxpD2lrC9ucFkli63CHPaT9bKCdIAW9CFAaiXCpbMayQMDIRE0hzxuZAIEjWiwcSLCztWXhuV5NwOUm7pS0Zoi2NskpaxokaZGgkguzNDterOedbxEB40ELmRMa92dzWgF2k35bnSshEQBERAEREAREQBERAEREAVLKqIC0MCuREBZKLtI4wVrX0q2hXg5YZsg6NW+lWJU0d7fFbmRY0iiWYyZZgNPlc88bQOtbpYOHa3fBZykuhWyu5WERFk1n/2Q=="/>
          <p:cNvSpPr>
            <a:spLocks noChangeAspect="1" noChangeArrowheads="1"/>
          </p:cNvSpPr>
          <p:nvPr/>
        </p:nvSpPr>
        <p:spPr bwMode="auto">
          <a:xfrm>
            <a:off x="419100" y="1603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9" name="AutoShape 8" descr="data:image/jpeg;base64,/9j/4AAQSkZJRgABAQAAAQABAAD/2wCEAAkGBhASEBISDxAQEBAPEA8QDw8QFhQQDQ8QFhAVFBQQEhUXHCYeFxkjGRQSHy8gIygpLCwsFR4xNTAqNSYrLCkBCQoKDgwOGg8PGCwdHCUpLCopLCksLC0pLCksKSksKSksKSksKSkpLCkpKSkpLCwpLCksKSkpKSwpLCwsKSwpKf/AABEIAMkA+wMBIgACEQEDEQH/xAAcAAEAAQUBAQAAAAAAAAAAAAAABwECBAUGAwj/xABMEAABAwICAg0IBQoFBQEAAAABAAIDBBEFEiExBgcTIkFRYXGRobGywRQjJDJyc4GzM1JidKIVJTRTY4KSo8LRQkOD0uEXNWST8Bb/xAAbAQEAAgMBAQAAAAAAAAAAAAAAAgQBAwUGB//EAC4RAAICAQIEBAUFAQEAAAAAAAABAhEDBAUSITEyQXGBsRMiI2HBFCRRgvCRBv/aAAwDAQACEQMRAD8AlxERbDWEREAREQBERAEREAREQBERAEREAREQBERAEREAREQBERAEREAREQBERAERFgBERAEREAREQBERAEREAREQBERAEREAREQBERAEREAREQBERAEREAREQC6XVqKQLrpdWogLrpdWogLrpdWogLrpdWogLrpdWogLrpdWogLrpdWogLrpdWogLrpdWogLrpdWogLrpdWogLrpdWogLrpdWogLrpdWogLrpdWogLUVLpdAVRUul0BVFS6XQFUVLpdAVRUul0BVFS6XQFUVLpdAVRUul0BVFS6o4Agg6iCDzIDhds3Zw+mZ5NQzNGIktk3PIJHNgDXuffMC0Os0Gx02vbWF21FIXRRucQXOjjc4i1i4saSRbRa5UK7YOx6kocVw98d2MqJd0qd1eXMDDUhrrl2puRzhpOoa1rtj+2VUUBip42vlhMVMdznfurW5mNc+SABoewEHQzMQNPHojfMlXI+gUVCl1IiVRUul0BVFS6XQFUVLpdAVRUul0BVFS6XQFmZMy8c6Z1kwe2ZMy8c6Z0B7ZkzLxzpnQHtmTMvHOmdAe2ZMy8c6j7ZnstqYKt0Ucz42BkTg0RxvGltzviQ7WoTkoq2WtLpZ6mfBDqSPmTMoZds1qtflBvxlj7/hkXpQbJqx0kBNZKWvqGxhgbZjjmZvH764ac1r6dRWtZkdCez5IK5P3JizJmWCaqThi/he09tl5Oq5CfongDidFe/8S3HGNnmTMtbur/1cv8UX+9U3Z36ubpjPY5ZBs8yZlrN3d9Sf8J/qV0eIHUY5SRxNH91gwRzt9YQHRUtSHndGyeTNi0b8PzPzDhuCAPiNXD0W1Fihlw1gdGI5KWR9I5zQBum5Bpa4ka968N52k8Kw6jA6ifGWVdXC+SkpR6ExhFo3gB26zMcdJL9O94Q2+hun22u6SqpIZYKmkey8807JY3MeyQPLd7lvmBFtZ0WUfEn4Hd5kzLB8tPBFL0NH9SeWO/UydMQ7XqREzsyZlg+WP/UyfxRf708qk4IT+89luolDBnZlbJKGi7iGt+s4hrek6Fhiol/VM/8AZo7ijavgbK9xmaJCXO9e7yNJ0XcODkUJy4S7pNMs7duqJIbsgpDqqqc/6sf+5ezMVgOqeE80jD4qKPyPAf8AJj/CPFY9fgkAieWxMa4NOUlzQAeO+ay1fGf8HSW14W643/wmRtXGdT2Hmc09hXpmUAYLSAVMFnRZvKIcrQc2Y7q2wOQEDTbX1qec62Y58aKW4aJaRpKXFaPbMmZeOdM62nOMfOmdYm7JuylRCzLzpnWJuypuyUZszM6Z1y9Vs6pI5XxSOka+Nxa7eFzb8YLb6FZNtgULRcSl/IxkmbrAC1vJBeJcjodRJWoM6vOmdaHAtkkdUx74mva1j8hz2BJyh1xYnRpWy3ZTVNWitkhLHJxkqaMzdFFO2L+nu9zD2EeCkrdlGe2EfTb/ALCLtetOoXynb2B/uvRnNO9VZOETedp26dFXE/k0vjHTvViu1FX4WfPw++h+Y1UF1PY6lJwdk7ySnNYaOM/FXMNlhmbfnm8Vduy61HzBs95am2ga15iqPIsOWfSVaKgKJlFKjZfSM1y5j9VjXO67W61h/wD7emJuBM0+xcHoK4KpcL/F3arWKo8zs9Vj2bC4JtskM7PaJptJI5h+1G+3UCt5BVNexr2G7Hta9p1Xa4Ag2OnUQoGrvW+HiVMmByWpaf7vB8pq24sjm6Zzty0GPTY4Sg3bNzuibosPdk3ZWKOLZmbom6LD3ZN2ShZmCTT8Qo5kO+d7R7V3bZu0dq4MnSecqvn8DubRz4vQuasXGD6PL7HiFkgrExs+jy+yO+1VTvQ7kc9sb/TaX71T/NapxEig/Yx+m033iI9DwVMolVjTLkzkf+gleWHkZmdM6xN2Tdlao85ZTyVPJVtPJ08nTiFGr8lVPJVHtdtg1sNRPHeKRkc88bQ9gBDWyuaBdhHABrusWr2zK1/qbjEPstzu6XkjqVf9QkdaO05Wk7RrdmMdq+oH7QHpjafFaZZ2M1L5Jd0kdmfJFTPe42u5xpo7nRy3WAqUup6/D8uCKf8ACOv2K44KWjlkMZkBq2R5Q7KReEuvqP1etbaPbEgPrRzM+DXjvX6lytMPzZPyV1N1wSDwWnBU3llFJIq49v0+ocpzjbs7mo2ymj6OBzuV7gwdAusHbEZasHLBF3nrkXnQeY9i7XbQZasj5aaI/jepOblB2Q02mxYNVH4aq0zkXHQVdh308PvofmNVhOhX4d9PD76H5jVpXU6mqdJ+RNMrWtkOZwaLayQBr5VjvxKAGxk+IDiOmy5/bUiyywH6zJucWczUuNiq3t1SP/iNui6vSzNOkeS0u0xzYlkcnZKTp4H/AOawHl3vTeyugoWusRI1zb62kEHTx3US1GISOJzPceQnR0KSdg8bjRRENJGaXSBcfSuSGXi5FbVaBYIqSficFIDckg6yOtXMKo+Y3POb9Ko349SqNHroZPlSarkairOn4eJUy4NTejQe4h+W1QtNJf4D/wC7VPuCQei0/wB3g+U1b9M+bOFvXPFBfc5jFdkzInujbE+R7CWm5DGXHLpJ6OBaY7NKkH9HjI4hnvbnB8F47ItFZUckzx1rAa5YlmlZY0+3af4abjdo23/ULL9JSlvNIR1Fi3OxzZPFWPeyOORhjYHnMWlpBcG6LadZUd48dLOZ3aF0+1FFeeo5IGdcv/CzDNJySNOt2/T48EpxjTR3gpu0dq4HMpS3BRRmU876FTZ13eh7grDxx3o8nM35jVkByw8cd6O/9zvhVWd+K+ZGp2JsvXUw45m9QJ8FMPkqiTYOy+I0o/anqieVOHk6s6d1E4G+O8sfI1fkqeSraeTp5OrXEcGjP3JUMSytzTclrsmj5w2VstX1Y/8AKqOuVx8Vp+FSJsw2v6h9XUSxPicJJXPyOzMcL20XsQepcbLsena9zHtDXNNjpvwA8F761z5JpntMORTxxUXzpHniA+i5aan6o8v9KwythjEJY6Jp1tp4xz7+TgWvcovqWoy+mbui/wC2VXJWUR6Y5x4LTXW6wsXw2u+zNhzul04WkWZeBs0UuU/P8ItfqPMexd1tqD0qA8dHEfxvXCPOg8x7F3u2qPP0h46CE/iesrtZXg/3UP7exxJ1K/Dj56L30PzGrzOoq6hPnYvexfMCiupc1rpehJG2+LT01/V3OcgcPrx37FHzdWnUFIm3OLTUvup++xRwxw4Tp5Q426rLdk7ihtj/AG0V5+55St3x5zyqYNr6pcMMiy2BbLI2+u4Mjzw8yh5+vSeE6LO/spf2v2H8lRaCGmeTLx+u+/gs4upzd1lcUvuRq/1jc3u5w4Rwo25vbUOc9i8pDZ51nfOGnTY30FW213UGdyKlSX+6GEWtAN73tyjt+C+icEi9Fp/u8Hymr5wc7R8PBfTOCx+i0/3eD5TVswvqee3ftjf8kPbJnem1P3iXvla9rlmbJ3enVX3mbvla4OWqXVnf06+lHyXsYONu0s5ndoXZbTDLzVfJFB1yP/suJxh2+b7J7V3u0g28tZ7um78qzi7kUdxdaeX+8STXR6DzHsULhynGZm9d7LuxQUHLbmfQ52zLu9D2DlhY27zDudneCyQ5YONu8yfaZ2rQ2d2qK7Xjb4nS+3If5L1PG5KDNrBt8VpuTdj/ACHqfdzVnB2nmt3d5l5GNuSbksnc03Nb7OPRkZUyq9FCyVHPYjS3kcbaz4BcbimEXnebayD+AKSKiluSeNa6TB8ziba7di1yjZ0tPqOA5duCRvhjbLFHIA1ws9odbzjjwjRrXIbJticDHsMUQYHNdmAJy3BFtBNgpXnoMthyeJWgx7DcxZo1B/8ASoyjyLem1TU7vkcZhuxx0lFWxR5WlxonAu0N3srzbRznpXMVew2sj/yt0HHE4P6tB6lL2D4fljn0es2Lqk/5VHUqi4WkWseulCckujf4IMbQSEaraDr5l2u2n9JQcuGwd5yvbhXJxrrtk2xyCojpDKy7m0kTQ4FzXAWBtoKgo/K0b554Y8+Ofn7ELnUlGfOx+8j74Xa4nsAY1j3RSvGVrnZXgPBsL2uLWWiosDs9hNzv2HiHrBQUWnzL2fLHOrg+iO728Bv6P2antjUYAqUtu9hPkhANgKgE2Nh9HrPAosupZe4zs1fpI+vuzxedJ51Pm1OPzTB7U/znqAXnSedfQG1MPzTB7U/znqeHqcXduz+xCUp3zvad2lMytnO/f7b+8VbmWpnqYr5F5GuedB5j2L6kwVvo0H3eH5bV8tv9U8x7F9TYKPRoPcQ/Lat2HxPH7q74fUgrZQ/06r+8z/MK1wes3ZS706r+9T/MK1gctcurPT6eP0Y+S9kYuKu3zfZPapG2iRv60/Zph1yqNsSdvh7PipN2hx+mn7sPmrOPuOPuj+lJf7qiUavRG/2H90r5/a/QvoDEPopD+zk7hXzwx+gcw7Fsy+BW2RXx+n5MoPWFjT/NfvN7V7Byw8Xf5v8Aeb4rQd2apG12pxfFqf2Kg/yHr6ByqAdqMfnaHkjqD/KI8V9Aqzi7Tye5u83oWZUyq9Fts5lBERYMhUVUQHlLDdYk+G5rcl1sEQkptdDXHDw1jrcIHbdYL6Rb4i68XUwWKNkMldThRhOk6OErfYhT7yDkhaOgBbZmGt4VStp/VA4AR2KNG+Wo45I5OupLxv8AYf3SuXgwvSNHCFIdRR3a7la7sK1keE8ii42XMep4YtGbsuivuX+p/SuMrNj8D/XhjJ47ZXdIsV3+yCG+TkzeC0T6VZkrZHSZpQgqdEXVGAxsleGt0B5AvckD4qYdr2LLh8Q+1L81y4urw/zrzb/EVIGxGLLSRjiMnfKjBUzfuWbjxRX3/BAVfgtQx7y6F9szt80Zx6x072619+NS9NTaTzntWDV4Yx4OdjX6D6wDj1rW4HZx7l8qjJERZCQcoJ0HVzL6owgWp4R+xi+WFAv5OAbYDg4rDUp+oB5qPkjj7oWzF4nD3aKXBX3/AAfPWyh3p1X96n+Y5a4PW72UYHUeWVLxGXNdUTuBaQTYyOOrWtC9jmmz2lp4nAtPQVpfU9Xp5ReKNPwXsYte7fDm8SpU2hhvK0/bpx+GRRPWHfDm8Spb2iYnCOsuLXkgtfX6j1PH3HA3a+CXmiScUPmJfdS9wr5yjfoHMOxfRmMH0eb3M3yyvm2N2gcw7FLL4GNhVqfp+TKD1iYq/eD2h2FegcsXEnbwe14FaTvZ1UGzqNpxt8UbyQTnqaPFT6oG2lG3xM8lJOf5kQ8VPKs4+08Vr3eb0CIi2FAIiIAiIgCIiAIiIArXNurkQHi6nBRtM0cC9kQzxMwsQivl5L+C1z6VbxzAda8nU4WGjbDJSo5SXDbvcbayV0mDxZYWjiLu8V6NoRwrIYywsESolly8ao46Wl0n4rGlpdB5j2LoJKZY8tJoPMoNFuGWqI/8g0auDwUvUg82z2Gd0Lhvyfo1Lu4BvW+y3sWYKiOuycfCR3iVPeWQ8ckneKwJaQEWIBHERcLo6unu9/tu7xWI+lUGi7jy0kcLimExtkuyNrSWi+UAcJ4l3m1RT5Y6jlkj6mFaPE6K79X+EdpXW7X0GWKXlkb3EgvmJ67Nxaevujf4yD5NOBpJgmAHGdzK+bn0sjAM7Ht0DWDbp1L6UxL6GX3UndKi51Ms5FZDaNR8FS5daI5DljV7t6Pa8CpBqcGid60bSeO1ndI0rSYpsbiGUgO1nek3bq6etaHGjvy1McsXFcmzP2j2/nGQ8Ao5tPBczQf2KnVRPtTUQbVyECwFM4dMrP7KWFZx9p5HcI8Odq76BERTKARCVbHK1wu0hw4wQR1IC5FS6qgCKx8zRrc0aQNJA0nUOdVEgJIBF22zC+kX0i/EgLkVGvBAIIIOkEaQRyKt0AREQBERAEREAREQHk6AFeElIsxEJKTRqW4TfiHOto1tgrkShKTl1NBPS74+07tWM+lW/kpl4PpVGizHLyOUraG7vgPFb/YrBljfyv8A6Qk1Dc6lsMNp8jSLWub9QRLmSzZeKFF2JDzMnu390rhX0y72tF43j7Duxcy+lSQ0s+GzQvplrcUpNDecrqX0q19fSXto4T4LW0dLHm5l21zTZaiU/sQPxj+ykJcjsMp8skh+w3vFdctkehy9ZLizNhERSKhiYrQ7tC+PNlzgC/xBseQ2seQla2lwORkUgY5kcjhHuYjGWJrmOLg5waG3Lr2OjUBrW9VCgOedgVSGNDKpwc0v3zi92YNsIA4X02Dd99YknhWRFhMzZswnc6IXyxOc8kgNu3M7T/jfJc6dAZxLcBEBpKzBXEyZBFlmkzSZrh+UxMY4NdldYuLddr21W4LavAHySOdmaxpD2lrC9ucFkli63CHPaT9bKCdIAW9CFAaiXCpbMayQMDIRE0hzxuZAIEjWiwcSLCztWXhuV5NwOUm7pS0Zoi2NskpaxokaZGgkguzNDterOedbxEB40ELmRMa92dzWgF2k35bnSshEQBERAEREAREQBERAEREAVLKqIC0MCuREBZKLtI4wVrX0q2hXg5YZsg6NW+lWJU0d7fFbmRY0iiWYyZZgNPlc88bQOtbpYOHa3fBZykuhWyu5WERFk1n/2Q=="/>
          <p:cNvSpPr>
            <a:spLocks noChangeAspect="1" noChangeArrowheads="1"/>
          </p:cNvSpPr>
          <p:nvPr/>
        </p:nvSpPr>
        <p:spPr bwMode="auto">
          <a:xfrm>
            <a:off x="571500"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0" name="AutoShape 10" descr="data:image/jpeg;base64,/9j/4AAQSkZJRgABAQAAAQABAAD/2wCEAAkGBhASEBISDxAQEBAPEA8QDw8QFhQQDQ8QFhAVFBQQEhUXHCYeFxkjGRQSHy8gIygpLCwsFR4xNTAqNSYrLCkBCQoKDgwOGg8PGCwdHCUpLCopLCksLC0pLCksKSksKSksKSksKSkpLCkpKSkpLCwpLCksKSkpKSwpLCwsKSwpKf/AABEIAMkA+wMBIgACEQEDEQH/xAAcAAEAAQUBAQAAAAAAAAAAAAAABwECBAUGAwj/xABMEAABAwICAg0IBQoFBQEAAAABAAIDBBEFEiExBgcTIkFRYXGRobGywRQjJDJyc4GzM1JidKIVJTRTY4KSo8LRQkOD0uEXNWST8Bb/xAAbAQEAAgMBAQAAAAAAAAAAAAAAAgQBAwUGB//EAC4RAAICAQIEBAUFAQEAAAAAAAABAhEDBAUSITEyQXGBsRMiI2HBFCRRgvCRBv/aAAwDAQACEQMRAD8AlxERbDWEREAREQBERAEREAREQBERAEREAREQBERAEREAREQBERAEREAREQBERAERFgBERAEREAREQBERAEREAREQBERAEREAREQBERAEREAREQBERAEREAREQC6XVqKQLrpdWogLrpdWogLrpdWogLrpdWogLrpdWogLrpdWogLrpdWogLrpdWogLrpdWogLrpdWogLrpdWogLrpdWogLrpdWogLrpdWogLrpdWogLUVLpdAVRUul0BVFS6XQFUVLpdAVRUul0BVFS6XQFUVLpdAVRUul0BVFS6o4Agg6iCDzIDhds3Zw+mZ5NQzNGIktk3PIJHNgDXuffMC0Os0Gx02vbWF21FIXRRucQXOjjc4i1i4saSRbRa5UK7YOx6kocVw98d2MqJd0qd1eXMDDUhrrl2puRzhpOoa1rtj+2VUUBip42vlhMVMdznfurW5mNc+SABoewEHQzMQNPHojfMlXI+gUVCl1IiVRUul0BVFS6XQFUVLpdAVRUul0BVFS6XQFmZMy8c6Z1kwe2ZMy8c6Z0B7ZkzLxzpnQHtmTMvHOmdAe2ZMy8c6j7ZnstqYKt0Ucz42BkTg0RxvGltzviQ7WoTkoq2WtLpZ6mfBDqSPmTMoZds1qtflBvxlj7/hkXpQbJqx0kBNZKWvqGxhgbZjjmZvH764ac1r6dRWtZkdCez5IK5P3JizJmWCaqThi/he09tl5Oq5CfongDidFe/8S3HGNnmTMtbur/1cv8UX+9U3Z36ubpjPY5ZBs8yZlrN3d9Sf8J/qV0eIHUY5SRxNH91gwRzt9YQHRUtSHndGyeTNi0b8PzPzDhuCAPiNXD0W1Fihlw1gdGI5KWR9I5zQBum5Bpa4ka968N52k8Kw6jA6ifGWVdXC+SkpR6ExhFo3gB26zMcdJL9O94Q2+hun22u6SqpIZYKmkey8807JY3MeyQPLd7lvmBFtZ0WUfEn4Hd5kzLB8tPBFL0NH9SeWO/UydMQ7XqREzsyZlg+WP/UyfxRf708qk4IT+89luolDBnZlbJKGi7iGt+s4hrek6Fhiol/VM/8AZo7ijavgbK9xmaJCXO9e7yNJ0XcODkUJy4S7pNMs7duqJIbsgpDqqqc/6sf+5ezMVgOqeE80jD4qKPyPAf8AJj/CPFY9fgkAieWxMa4NOUlzQAeO+ay1fGf8HSW14W643/wmRtXGdT2Hmc09hXpmUAYLSAVMFnRZvKIcrQc2Y7q2wOQEDTbX1qec62Y58aKW4aJaRpKXFaPbMmZeOdM62nOMfOmdYm7JuylRCzLzpnWJuypuyUZszM6Z1y9Vs6pI5XxSOka+Nxa7eFzb8YLb6FZNtgULRcSl/IxkmbrAC1vJBeJcjodRJWoM6vOmdaHAtkkdUx74mva1j8hz2BJyh1xYnRpWy3ZTVNWitkhLHJxkqaMzdFFO2L+nu9zD2EeCkrdlGe2EfTb/ALCLtetOoXynb2B/uvRnNO9VZOETedp26dFXE/k0vjHTvViu1FX4WfPw++h+Y1UF1PY6lJwdk7ySnNYaOM/FXMNlhmbfnm8Vduy61HzBs95am2ga15iqPIsOWfSVaKgKJlFKjZfSM1y5j9VjXO67W61h/wD7emJuBM0+xcHoK4KpcL/F3arWKo8zs9Vj2bC4JtskM7PaJptJI5h+1G+3UCt5BVNexr2G7Hta9p1Xa4Ag2OnUQoGrvW+HiVMmByWpaf7vB8pq24sjm6Zzty0GPTY4Sg3bNzuibosPdk3ZWKOLZmbom6LD3ZN2ShZmCTT8Qo5kO+d7R7V3bZu0dq4MnSecqvn8DubRz4vQuasXGD6PL7HiFkgrExs+jy+yO+1VTvQ7kc9sb/TaX71T/NapxEig/Yx+m033iI9DwVMolVjTLkzkf+gleWHkZmdM6xN2Tdlao85ZTyVPJVtPJ08nTiFGr8lVPJVHtdtg1sNRPHeKRkc88bQ9gBDWyuaBdhHABrusWr2zK1/qbjEPstzu6XkjqVf9QkdaO05Wk7RrdmMdq+oH7QHpjafFaZZ2M1L5Jd0kdmfJFTPe42u5xpo7nRy3WAqUup6/D8uCKf8ACOv2K44KWjlkMZkBq2R5Q7KReEuvqP1etbaPbEgPrRzM+DXjvX6lytMPzZPyV1N1wSDwWnBU3llFJIq49v0+ocpzjbs7mo2ymj6OBzuV7gwdAusHbEZasHLBF3nrkXnQeY9i7XbQZasj5aaI/jepOblB2Q02mxYNVH4aq0zkXHQVdh308PvofmNVhOhX4d9PD76H5jVpXU6mqdJ+RNMrWtkOZwaLayQBr5VjvxKAGxk+IDiOmy5/bUiyywH6zJucWczUuNiq3t1SP/iNui6vSzNOkeS0u0xzYlkcnZKTp4H/AOawHl3vTeyugoWusRI1zb62kEHTx3US1GISOJzPceQnR0KSdg8bjRRENJGaXSBcfSuSGXi5FbVaBYIqSficFIDckg6yOtXMKo+Y3POb9Ko349SqNHroZPlSarkairOn4eJUy4NTejQe4h+W1QtNJf4D/wC7VPuCQei0/wB3g+U1b9M+bOFvXPFBfc5jFdkzInujbE+R7CWm5DGXHLpJ6OBaY7NKkH9HjI4hnvbnB8F47ItFZUckzx1rAa5YlmlZY0+3af4abjdo23/ULL9JSlvNIR1Fi3OxzZPFWPeyOORhjYHnMWlpBcG6LadZUd48dLOZ3aF0+1FFeeo5IGdcv/CzDNJySNOt2/T48EpxjTR3gpu0dq4HMpS3BRRmU876FTZ13eh7grDxx3o8nM35jVkByw8cd6O/9zvhVWd+K+ZGp2JsvXUw45m9QJ8FMPkqiTYOy+I0o/anqieVOHk6s6d1E4G+O8sfI1fkqeSraeTp5OrXEcGjP3JUMSytzTclrsmj5w2VstX1Y/8AKqOuVx8Vp+FSJsw2v6h9XUSxPicJJXPyOzMcL20XsQepcbLsena9zHtDXNNjpvwA8F761z5JpntMORTxxUXzpHniA+i5aan6o8v9KwythjEJY6Jp1tp4xz7+TgWvcovqWoy+mbui/wC2VXJWUR6Y5x4LTXW6wsXw2u+zNhzul04WkWZeBs0UuU/P8ItfqPMexd1tqD0qA8dHEfxvXCPOg8x7F3u2qPP0h46CE/iesrtZXg/3UP7exxJ1K/Dj56L30PzGrzOoq6hPnYvexfMCiupc1rpehJG2+LT01/V3OcgcPrx37FHzdWnUFIm3OLTUvup++xRwxw4Tp5Q426rLdk7ihtj/AG0V5+55St3x5zyqYNr6pcMMiy2BbLI2+u4Mjzw8yh5+vSeE6LO/spf2v2H8lRaCGmeTLx+u+/gs4upzd1lcUvuRq/1jc3u5w4Rwo25vbUOc9i8pDZ51nfOGnTY30FW213UGdyKlSX+6GEWtAN73tyjt+C+icEi9Fp/u8Hymr5wc7R8PBfTOCx+i0/3eD5TVswvqee3ftjf8kPbJnem1P3iXvla9rlmbJ3enVX3mbvla4OWqXVnf06+lHyXsYONu0s5ndoXZbTDLzVfJFB1yP/suJxh2+b7J7V3u0g28tZ7um78qzi7kUdxdaeX+8STXR6DzHsULhynGZm9d7LuxQUHLbmfQ52zLu9D2DlhY27zDudneCyQ5YONu8yfaZ2rQ2d2qK7Xjb4nS+3If5L1PG5KDNrBt8VpuTdj/ACHqfdzVnB2nmt3d5l5GNuSbksnc03Nb7OPRkZUyq9FCyVHPYjS3kcbaz4BcbimEXnebayD+AKSKiluSeNa6TB8ziba7di1yjZ0tPqOA5duCRvhjbLFHIA1ws9odbzjjwjRrXIbJticDHsMUQYHNdmAJy3BFtBNgpXnoMthyeJWgx7DcxZo1B/8ASoyjyLem1TU7vkcZhuxx0lFWxR5WlxonAu0N3srzbRznpXMVew2sj/yt0HHE4P6tB6lL2D4fljn0es2Lqk/5VHUqi4WkWseulCckujf4IMbQSEaraDr5l2u2n9JQcuGwd5yvbhXJxrrtk2xyCojpDKy7m0kTQ4FzXAWBtoKgo/K0b554Y8+Ofn7ELnUlGfOx+8j74Xa4nsAY1j3RSvGVrnZXgPBsL2uLWWiosDs9hNzv2HiHrBQUWnzL2fLHOrg+iO728Bv6P2antjUYAqUtu9hPkhANgKgE2Nh9HrPAosupZe4zs1fpI+vuzxedJ51Pm1OPzTB7U/znqAXnSedfQG1MPzTB7U/znqeHqcXduz+xCUp3zvad2lMytnO/f7b+8VbmWpnqYr5F5GuedB5j2L6kwVvo0H3eH5bV8tv9U8x7F9TYKPRoPcQ/Lat2HxPH7q74fUgrZQ/06r+8z/MK1wes3ZS706r+9T/MK1gctcurPT6eP0Y+S9kYuKu3zfZPapG2iRv60/Zph1yqNsSdvh7PipN2hx+mn7sPmrOPuOPuj+lJf7qiUavRG/2H90r5/a/QvoDEPopD+zk7hXzwx+gcw7Fsy+BW2RXx+n5MoPWFjT/NfvN7V7Byw8Xf5v8Aeb4rQd2apG12pxfFqf2Kg/yHr6ByqAdqMfnaHkjqD/KI8V9Aqzi7Tye5u83oWZUyq9Fts5lBERYMhUVUQHlLDdYk+G5rcl1sEQkptdDXHDw1jrcIHbdYL6Rb4i68XUwWKNkMldThRhOk6OErfYhT7yDkhaOgBbZmGt4VStp/VA4AR2KNG+Wo45I5OupLxv8AYf3SuXgwvSNHCFIdRR3a7la7sK1keE8ii42XMep4YtGbsuivuX+p/SuMrNj8D/XhjJ47ZXdIsV3+yCG+TkzeC0T6VZkrZHSZpQgqdEXVGAxsleGt0B5AvckD4qYdr2LLh8Q+1L81y4urw/zrzb/EVIGxGLLSRjiMnfKjBUzfuWbjxRX3/BAVfgtQx7y6F9szt80Zx6x072619+NS9NTaTzntWDV4Yx4OdjX6D6wDj1rW4HZx7l8qjJERZCQcoJ0HVzL6owgWp4R+xi+WFAv5OAbYDg4rDUp+oB5qPkjj7oWzF4nD3aKXBX3/AAfPWyh3p1X96n+Y5a4PW72UYHUeWVLxGXNdUTuBaQTYyOOrWtC9jmmz2lp4nAtPQVpfU9Xp5ReKNPwXsYte7fDm8SpU2hhvK0/bpx+GRRPWHfDm8Spb2iYnCOsuLXkgtfX6j1PH3HA3a+CXmiScUPmJfdS9wr5yjfoHMOxfRmMH0eb3M3yyvm2N2gcw7FLL4GNhVqfp+TKD1iYq/eD2h2FegcsXEnbwe14FaTvZ1UGzqNpxt8UbyQTnqaPFT6oG2lG3xM8lJOf5kQ8VPKs4+08Vr3eb0CIi2FAIiIAiIgCIiAIiIArXNurkQHi6nBRtM0cC9kQzxMwsQivl5L+C1z6VbxzAda8nU4WGjbDJSo5SXDbvcbayV0mDxZYWjiLu8V6NoRwrIYywsESolly8ao46Wl0n4rGlpdB5j2LoJKZY8tJoPMoNFuGWqI/8g0auDwUvUg82z2Gd0Lhvyfo1Lu4BvW+y3sWYKiOuycfCR3iVPeWQ8ckneKwJaQEWIBHERcLo6unu9/tu7xWI+lUGi7jy0kcLimExtkuyNrSWi+UAcJ4l3m1RT5Y6jlkj6mFaPE6K79X+EdpXW7X0GWKXlkb3EgvmJ67Nxaevujf4yD5NOBpJgmAHGdzK+bn0sjAM7Ht0DWDbp1L6UxL6GX3UndKi51Ms5FZDaNR8FS5daI5DljV7t6Pa8CpBqcGid60bSeO1ndI0rSYpsbiGUgO1nek3bq6etaHGjvy1McsXFcmzP2j2/nGQ8Ao5tPBczQf2KnVRPtTUQbVyECwFM4dMrP7KWFZx9p5HcI8Odq76BERTKARCVbHK1wu0hw4wQR1IC5FS6qgCKx8zRrc0aQNJA0nUOdVEgJIBF22zC+kX0i/EgLkVGvBAIIIOkEaQRyKt0AREQBERAEREAREQHk6AFeElIsxEJKTRqW4TfiHOto1tgrkShKTl1NBPS74+07tWM+lW/kpl4PpVGizHLyOUraG7vgPFb/YrBljfyv8A6Qk1Dc6lsMNp8jSLWub9QRLmSzZeKFF2JDzMnu390rhX0y72tF43j7Duxcy+lSQ0s+GzQvplrcUpNDecrqX0q19fSXto4T4LW0dLHm5l21zTZaiU/sQPxj+ykJcjsMp8skh+w3vFdctkehy9ZLizNhERSKhiYrQ7tC+PNlzgC/xBseQ2seQla2lwORkUgY5kcjhHuYjGWJrmOLg5waG3Lr2OjUBrW9VCgOedgVSGNDKpwc0v3zi92YNsIA4X02Dd99YknhWRFhMzZswnc6IXyxOc8kgNu3M7T/jfJc6dAZxLcBEBpKzBXEyZBFlmkzSZrh+UxMY4NdldYuLddr21W4LavAHySOdmaxpD2lrC9ucFkli63CHPaT9bKCdIAW9CFAaiXCpbMayQMDIRE0hzxuZAIEjWiwcSLCztWXhuV5NwOUm7pS0Zoi2NskpaxokaZGgkguzNDterOedbxEB40ELmRMa92dzWgF2k35bnSshEQBERAEREAREQBERAEREAVLKqIC0MCuREBZKLtI4wVrX0q2hXg5YZsg6NW+lWJU0d7fFbmRY0iiWYyZZgNPlc88bQOtbpYOHa3fBZykuhWyu5WERFk1n/2Q=="/>
          <p:cNvSpPr>
            <a:spLocks noChangeAspect="1" noChangeArrowheads="1"/>
          </p:cNvSpPr>
          <p:nvPr/>
        </p:nvSpPr>
        <p:spPr bwMode="auto">
          <a:xfrm>
            <a:off x="723900"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1" name="AutoShape 12" descr="data:image/jpeg;base64,/9j/4AAQSkZJRgABAQAAAQABAAD/2wCEAAkGBhASEBISDxAQEBAPEA8QDw8QFhQQDQ8QFhAVFBQQEhUXHCYeFxkjGRQSHy8gIygpLCwsFR4xNTAqNSYrLCkBCQoKDgwOGg8PGCwdHCUpLCopLCksLC0pLCksKSksKSksKSksKSkpLCkpKSkpLCwpLCksKSkpKSwpLCwsKSwpKf/AABEIAMkA+wMBIgACEQEDEQH/xAAcAAEAAQUBAQAAAAAAAAAAAAAABwECBAUGAwj/xABMEAABAwICAg0IBQoFBQEAAAABAAIDBBEFEiExBgcTIkFRYXGRobGywRQjJDJyc4GzM1JidKIVJTRTY4KSo8LRQkOD0uEXNWST8Bb/xAAbAQEAAgMBAQAAAAAAAAAAAAAAAgQBAwUGB//EAC4RAAICAQIEBAUFAQEAAAAAAAABAhEDBAUSITEyQXGBsRMiI2HBFCRRgvCRBv/aAAwDAQACEQMRAD8AlxERbDWEREAREQBERAEREAREQBERAEREAREQBERAEREAREQBERAEREAREQBERAERFgBERAEREAREQBERAEREAREQBERAEREAREQBERAEREAREQBERAEREAREQC6XVqKQLrpdWogLrpdWogLrpdWogLrpdWogLrpdWogLrpdWogLrpdWogLrpdWogLrpdWogLrpdWogLrpdWogLrpdWogLrpdWogLrpdWogLrpdWogLUVLpdAVRUul0BVFS6XQFUVLpdAVRUul0BVFS6XQFUVLpdAVRUul0BVFS6o4Agg6iCDzIDhds3Zw+mZ5NQzNGIktk3PIJHNgDXuffMC0Os0Gx02vbWF21FIXRRucQXOjjc4i1i4saSRbRa5UK7YOx6kocVw98d2MqJd0qd1eXMDDUhrrl2puRzhpOoa1rtj+2VUUBip42vlhMVMdznfurW5mNc+SABoewEHQzMQNPHojfMlXI+gUVCl1IiVRUul0BVFS6XQFUVLpdAVRUul0BVFS6XQFmZMy8c6Z1kwe2ZMy8c6Z0B7ZkzLxzpnQHtmTMvHOmdAe2ZMy8c6j7ZnstqYKt0Ucz42BkTg0RxvGltzviQ7WoTkoq2WtLpZ6mfBDqSPmTMoZds1qtflBvxlj7/hkXpQbJqx0kBNZKWvqGxhgbZjjmZvH764ac1r6dRWtZkdCez5IK5P3JizJmWCaqThi/he09tl5Oq5CfongDidFe/8S3HGNnmTMtbur/1cv8UX+9U3Z36ubpjPY5ZBs8yZlrN3d9Sf8J/qV0eIHUY5SRxNH91gwRzt9YQHRUtSHndGyeTNi0b8PzPzDhuCAPiNXD0W1Fihlw1gdGI5KWR9I5zQBum5Bpa4ka968N52k8Kw6jA6ifGWVdXC+SkpR6ExhFo3gB26zMcdJL9O94Q2+hun22u6SqpIZYKmkey8807JY3MeyQPLd7lvmBFtZ0WUfEn4Hd5kzLB8tPBFL0NH9SeWO/UydMQ7XqREzsyZlg+WP/UyfxRf708qk4IT+89luolDBnZlbJKGi7iGt+s4hrek6Fhiol/VM/8AZo7ijavgbK9xmaJCXO9e7yNJ0XcODkUJy4S7pNMs7duqJIbsgpDqqqc/6sf+5ezMVgOqeE80jD4qKPyPAf8AJj/CPFY9fgkAieWxMa4NOUlzQAeO+ay1fGf8HSW14W643/wmRtXGdT2Hmc09hXpmUAYLSAVMFnRZvKIcrQc2Y7q2wOQEDTbX1qec62Y58aKW4aJaRpKXFaPbMmZeOdM62nOMfOmdYm7JuylRCzLzpnWJuypuyUZszM6Z1y9Vs6pI5XxSOka+Nxa7eFzb8YLb6FZNtgULRcSl/IxkmbrAC1vJBeJcjodRJWoM6vOmdaHAtkkdUx74mva1j8hz2BJyh1xYnRpWy3ZTVNWitkhLHJxkqaMzdFFO2L+nu9zD2EeCkrdlGe2EfTb/ALCLtetOoXynb2B/uvRnNO9VZOETedp26dFXE/k0vjHTvViu1FX4WfPw++h+Y1UF1PY6lJwdk7ySnNYaOM/FXMNlhmbfnm8Vduy61HzBs95am2ga15iqPIsOWfSVaKgKJlFKjZfSM1y5j9VjXO67W61h/wD7emJuBM0+xcHoK4KpcL/F3arWKo8zs9Vj2bC4JtskM7PaJptJI5h+1G+3UCt5BVNexr2G7Hta9p1Xa4Ag2OnUQoGrvW+HiVMmByWpaf7vB8pq24sjm6Zzty0GPTY4Sg3bNzuibosPdk3ZWKOLZmbom6LD3ZN2ShZmCTT8Qo5kO+d7R7V3bZu0dq4MnSecqvn8DubRz4vQuasXGD6PL7HiFkgrExs+jy+yO+1VTvQ7kc9sb/TaX71T/NapxEig/Yx+m033iI9DwVMolVjTLkzkf+gleWHkZmdM6xN2Tdlao85ZTyVPJVtPJ08nTiFGr8lVPJVHtdtg1sNRPHeKRkc88bQ9gBDWyuaBdhHABrusWr2zK1/qbjEPstzu6XkjqVf9QkdaO05Wk7RrdmMdq+oH7QHpjafFaZZ2M1L5Jd0kdmfJFTPe42u5xpo7nRy3WAqUup6/D8uCKf8ACOv2K44KWjlkMZkBq2R5Q7KReEuvqP1etbaPbEgPrRzM+DXjvX6lytMPzZPyV1N1wSDwWnBU3llFJIq49v0+ocpzjbs7mo2ymj6OBzuV7gwdAusHbEZasHLBF3nrkXnQeY9i7XbQZasj5aaI/jepOblB2Q02mxYNVH4aq0zkXHQVdh308PvofmNVhOhX4d9PD76H5jVpXU6mqdJ+RNMrWtkOZwaLayQBr5VjvxKAGxk+IDiOmy5/bUiyywH6zJucWczUuNiq3t1SP/iNui6vSzNOkeS0u0xzYlkcnZKTp4H/AOawHl3vTeyugoWusRI1zb62kEHTx3US1GISOJzPceQnR0KSdg8bjRRENJGaXSBcfSuSGXi5FbVaBYIqSficFIDckg6yOtXMKo+Y3POb9Ko349SqNHroZPlSarkairOn4eJUy4NTejQe4h+W1QtNJf4D/wC7VPuCQei0/wB3g+U1b9M+bOFvXPFBfc5jFdkzInujbE+R7CWm5DGXHLpJ6OBaY7NKkH9HjI4hnvbnB8F47ItFZUckzx1rAa5YlmlZY0+3af4abjdo23/ULL9JSlvNIR1Fi3OxzZPFWPeyOORhjYHnMWlpBcG6LadZUd48dLOZ3aF0+1FFeeo5IGdcv/CzDNJySNOt2/T48EpxjTR3gpu0dq4HMpS3BRRmU876FTZ13eh7grDxx3o8nM35jVkByw8cd6O/9zvhVWd+K+ZGp2JsvXUw45m9QJ8FMPkqiTYOy+I0o/anqieVOHk6s6d1E4G+O8sfI1fkqeSraeTp5OrXEcGjP3JUMSytzTclrsmj5w2VstX1Y/8AKqOuVx8Vp+FSJsw2v6h9XUSxPicJJXPyOzMcL20XsQepcbLsena9zHtDXNNjpvwA8F761z5JpntMORTxxUXzpHniA+i5aan6o8v9KwythjEJY6Jp1tp4xz7+TgWvcovqWoy+mbui/wC2VXJWUR6Y5x4LTXW6wsXw2u+zNhzul04WkWZeBs0UuU/P8ItfqPMexd1tqD0qA8dHEfxvXCPOg8x7F3u2qPP0h46CE/iesrtZXg/3UP7exxJ1K/Dj56L30PzGrzOoq6hPnYvexfMCiupc1rpehJG2+LT01/V3OcgcPrx37FHzdWnUFIm3OLTUvup++xRwxw4Tp5Q426rLdk7ihtj/AG0V5+55St3x5zyqYNr6pcMMiy2BbLI2+u4Mjzw8yh5+vSeE6LO/spf2v2H8lRaCGmeTLx+u+/gs4upzd1lcUvuRq/1jc3u5w4Rwo25vbUOc9i8pDZ51nfOGnTY30FW213UGdyKlSX+6GEWtAN73tyjt+C+icEi9Fp/u8Hymr5wc7R8PBfTOCx+i0/3eD5TVswvqee3ftjf8kPbJnem1P3iXvla9rlmbJ3enVX3mbvla4OWqXVnf06+lHyXsYONu0s5ndoXZbTDLzVfJFB1yP/suJxh2+b7J7V3u0g28tZ7um78qzi7kUdxdaeX+8STXR6DzHsULhynGZm9d7LuxQUHLbmfQ52zLu9D2DlhY27zDudneCyQ5YONu8yfaZ2rQ2d2qK7Xjb4nS+3If5L1PG5KDNrBt8VpuTdj/ACHqfdzVnB2nmt3d5l5GNuSbksnc03Nb7OPRkZUyq9FCyVHPYjS3kcbaz4BcbimEXnebayD+AKSKiluSeNa6TB8ziba7di1yjZ0tPqOA5duCRvhjbLFHIA1ws9odbzjjwjRrXIbJticDHsMUQYHNdmAJy3BFtBNgpXnoMthyeJWgx7DcxZo1B/8ASoyjyLem1TU7vkcZhuxx0lFWxR5WlxonAu0N3srzbRznpXMVew2sj/yt0HHE4P6tB6lL2D4fljn0es2Lqk/5VHUqi4WkWseulCckujf4IMbQSEaraDr5l2u2n9JQcuGwd5yvbhXJxrrtk2xyCojpDKy7m0kTQ4FzXAWBtoKgo/K0b554Y8+Ofn7ELnUlGfOx+8j74Xa4nsAY1j3RSvGVrnZXgPBsL2uLWWiosDs9hNzv2HiHrBQUWnzL2fLHOrg+iO728Bv6P2antjUYAqUtu9hPkhANgKgE2Nh9HrPAosupZe4zs1fpI+vuzxedJ51Pm1OPzTB7U/znqAXnSedfQG1MPzTB7U/znqeHqcXduz+xCUp3zvad2lMytnO/f7b+8VbmWpnqYr5F5GuedB5j2L6kwVvo0H3eH5bV8tv9U8x7F9TYKPRoPcQ/Lat2HxPH7q74fUgrZQ/06r+8z/MK1wes3ZS706r+9T/MK1gctcurPT6eP0Y+S9kYuKu3zfZPapG2iRv60/Zph1yqNsSdvh7PipN2hx+mn7sPmrOPuOPuj+lJf7qiUavRG/2H90r5/a/QvoDEPopD+zk7hXzwx+gcw7Fsy+BW2RXx+n5MoPWFjT/NfvN7V7Byw8Xf5v8Aeb4rQd2apG12pxfFqf2Kg/yHr6ByqAdqMfnaHkjqD/KI8V9Aqzi7Tye5u83oWZUyq9Fts5lBERYMhUVUQHlLDdYk+G5rcl1sEQkptdDXHDw1jrcIHbdYL6Rb4i68XUwWKNkMldThRhOk6OErfYhT7yDkhaOgBbZmGt4VStp/VA4AR2KNG+Wo45I5OupLxv8AYf3SuXgwvSNHCFIdRR3a7la7sK1keE8ii42XMep4YtGbsuivuX+p/SuMrNj8D/XhjJ47ZXdIsV3+yCG+TkzeC0T6VZkrZHSZpQgqdEXVGAxsleGt0B5AvckD4qYdr2LLh8Q+1L81y4urw/zrzb/EVIGxGLLSRjiMnfKjBUzfuWbjxRX3/BAVfgtQx7y6F9szt80Zx6x072619+NS9NTaTzntWDV4Yx4OdjX6D6wDj1rW4HZx7l8qjJERZCQcoJ0HVzL6owgWp4R+xi+WFAv5OAbYDg4rDUp+oB5qPkjj7oWzF4nD3aKXBX3/AAfPWyh3p1X96n+Y5a4PW72UYHUeWVLxGXNdUTuBaQTYyOOrWtC9jmmz2lp4nAtPQVpfU9Xp5ReKNPwXsYte7fDm8SpU2hhvK0/bpx+GRRPWHfDm8Spb2iYnCOsuLXkgtfX6j1PH3HA3a+CXmiScUPmJfdS9wr5yjfoHMOxfRmMH0eb3M3yyvm2N2gcw7FLL4GNhVqfp+TKD1iYq/eD2h2FegcsXEnbwe14FaTvZ1UGzqNpxt8UbyQTnqaPFT6oG2lG3xM8lJOf5kQ8VPKs4+08Vr3eb0CIi2FAIiIAiIgCIiAIiIArXNurkQHi6nBRtM0cC9kQzxMwsQivl5L+C1z6VbxzAda8nU4WGjbDJSo5SXDbvcbayV0mDxZYWjiLu8V6NoRwrIYywsESolly8ao46Wl0n4rGlpdB5j2LoJKZY8tJoPMoNFuGWqI/8g0auDwUvUg82z2Gd0Lhvyfo1Lu4BvW+y3sWYKiOuycfCR3iVPeWQ8ckneKwJaQEWIBHERcLo6unu9/tu7xWI+lUGi7jy0kcLimExtkuyNrSWi+UAcJ4l3m1RT5Y6jlkj6mFaPE6K79X+EdpXW7X0GWKXlkb3EgvmJ67Nxaevujf4yD5NOBpJgmAHGdzK+bn0sjAM7Ht0DWDbp1L6UxL6GX3UndKi51Ms5FZDaNR8FS5daI5DljV7t6Pa8CpBqcGid60bSeO1ndI0rSYpsbiGUgO1nek3bq6etaHGjvy1McsXFcmzP2j2/nGQ8Ao5tPBczQf2KnVRPtTUQbVyECwFM4dMrP7KWFZx9p5HcI8Odq76BERTKARCVbHK1wu0hw4wQR1IC5FS6qgCKx8zRrc0aQNJA0nUOdVEgJIBF22zC+kX0i/EgLkVGvBAIIIOkEaQRyKt0AREQBERAEREAREQHk6AFeElIsxEJKTRqW4TfiHOto1tgrkShKTl1NBPS74+07tWM+lW/kpl4PpVGizHLyOUraG7vgPFb/YrBljfyv8A6Qk1Dc6lsMNp8jSLWub9QRLmSzZeKFF2JDzMnu390rhX0y72tF43j7Duxcy+lSQ0s+GzQvplrcUpNDecrqX0q19fSXto4T4LW0dLHm5l21zTZaiU/sQPxj+ykJcjsMp8skh+w3vFdctkehy9ZLizNhERSKhiYrQ7tC+PNlzgC/xBseQ2seQla2lwORkUgY5kcjhHuYjGWJrmOLg5waG3Lr2OjUBrW9VCgOedgVSGNDKpwc0v3zi92YNsIA4X02Dd99YknhWRFhMzZswnc6IXyxOc8kgNu3M7T/jfJc6dAZxLcBEBpKzBXEyZBFlmkzSZrh+UxMY4NdldYuLddr21W4LavAHySOdmaxpD2lrC9ucFkli63CHPaT9bKCdIAW9CFAaiXCpbMayQMDIRE0hzxuZAIEjWiwcSLCztWXhuV5NwOUm7pS0Zoi2NskpaxokaZGgkguzNDterOedbxEB40ELmRMa92dzWgF2k35bnSshEQBERAEREAREQBERAEREAVLKqIC0MCuREBZKLtI4wVrX0q2hXg5YZsg6NW+lWJU0d7fFbmRY0iiWYyZZgNPlc88bQOtbpYOHa3fBZykuhWyu5WERFk1n/2Q=="/>
          <p:cNvSpPr>
            <a:spLocks noChangeAspect="1" noChangeArrowheads="1"/>
          </p:cNvSpPr>
          <p:nvPr/>
        </p:nvSpPr>
        <p:spPr bwMode="auto">
          <a:xfrm>
            <a:off x="876300" y="6175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6158" name="Picture 14" descr="https://encrypted-tbn1.gstatic.com/images?q=tbn:ANd9GcSEeL3d3pwxCuXSrDVGBPc7myzumfFLXk8fZHtcxKthmAOZEFz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44171" y="3622232"/>
            <a:ext cx="3461102" cy="2655208"/>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56052344"/>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3 Grupo"/>
          <p:cNvGrpSpPr/>
          <p:nvPr/>
        </p:nvGrpSpPr>
        <p:grpSpPr>
          <a:xfrm>
            <a:off x="0" y="-27383"/>
            <a:ext cx="9144000" cy="6890884"/>
            <a:chOff x="0" y="-27383"/>
            <a:chExt cx="9144000" cy="6890884"/>
          </a:xfrm>
        </p:grpSpPr>
        <p:pic>
          <p:nvPicPr>
            <p:cNvPr id="5"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5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7" name="6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9"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0" name="9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aphicFrame>
        <p:nvGraphicFramePr>
          <p:cNvPr id="2" name="1 Diagrama"/>
          <p:cNvGraphicFramePr/>
          <p:nvPr>
            <p:extLst>
              <p:ext uri="{D42A27DB-BD31-4B8C-83A1-F6EECF244321}">
                <p14:modId xmlns:p14="http://schemas.microsoft.com/office/powerpoint/2010/main" val="1807069669"/>
              </p:ext>
            </p:extLst>
          </p:nvPr>
        </p:nvGraphicFramePr>
        <p:xfrm>
          <a:off x="270164" y="1402773"/>
          <a:ext cx="7857934" cy="529827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2 Rectángulo redondeado"/>
          <p:cNvSpPr/>
          <p:nvPr/>
        </p:nvSpPr>
        <p:spPr>
          <a:xfrm>
            <a:off x="4972415" y="258812"/>
            <a:ext cx="3002973" cy="1055608"/>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Consejos para la práctica</a:t>
            </a:r>
            <a:endParaRPr lang="es-CO" sz="2800" dirty="0"/>
          </a:p>
        </p:txBody>
      </p:sp>
    </p:spTree>
    <p:extLst>
      <p:ext uri="{BB962C8B-B14F-4D97-AF65-F5344CB8AC3E}">
        <p14:creationId xmlns:p14="http://schemas.microsoft.com/office/powerpoint/2010/main" val="3252387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
                                            <p:graphicEl>
                                              <a:dgm id="{DFBFE570-374B-4E1B-B77D-86859340F7E0}"/>
                                            </p:graphicEl>
                                          </p:spTgt>
                                        </p:tgtEl>
                                        <p:attrNameLst>
                                          <p:attrName>style.visibility</p:attrName>
                                        </p:attrNameLst>
                                      </p:cBhvr>
                                      <p:to>
                                        <p:strVal val="visible"/>
                                      </p:to>
                                    </p:set>
                                    <p:animEffect transition="in" filter="wipe(down)">
                                      <p:cBhvr>
                                        <p:cTn id="7" dur="500"/>
                                        <p:tgtEl>
                                          <p:spTgt spid="2">
                                            <p:graphicEl>
                                              <a:dgm id="{DFBFE570-374B-4E1B-B77D-86859340F7E0}"/>
                                            </p:graphicEl>
                                          </p:spTgt>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
                                            <p:graphicEl>
                                              <a:dgm id="{F5E1A84E-BF50-42A6-B786-BE28DCA8C52A}"/>
                                            </p:graphicEl>
                                          </p:spTgt>
                                        </p:tgtEl>
                                        <p:attrNameLst>
                                          <p:attrName>style.visibility</p:attrName>
                                        </p:attrNameLst>
                                      </p:cBhvr>
                                      <p:to>
                                        <p:strVal val="visible"/>
                                      </p:to>
                                    </p:set>
                                    <p:animEffect transition="in" filter="wipe(down)">
                                      <p:cBhvr>
                                        <p:cTn id="10" dur="500"/>
                                        <p:tgtEl>
                                          <p:spTgt spid="2">
                                            <p:graphicEl>
                                              <a:dgm id="{F5E1A84E-BF50-42A6-B786-BE28DCA8C52A}"/>
                                            </p:graphicEl>
                                          </p:spTgt>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2">
                                            <p:graphicEl>
                                              <a:dgm id="{F914B7F1-6B3D-4BAA-9AAF-223EE38A3A1C}"/>
                                            </p:graphicEl>
                                          </p:spTgt>
                                        </p:tgtEl>
                                        <p:attrNameLst>
                                          <p:attrName>style.visibility</p:attrName>
                                        </p:attrNameLst>
                                      </p:cBhvr>
                                      <p:to>
                                        <p:strVal val="visible"/>
                                      </p:to>
                                    </p:set>
                                    <p:animEffect transition="in" filter="wipe(down)">
                                      <p:cBhvr>
                                        <p:cTn id="13" dur="500"/>
                                        <p:tgtEl>
                                          <p:spTgt spid="2">
                                            <p:graphicEl>
                                              <a:dgm id="{F914B7F1-6B3D-4BAA-9AAF-223EE38A3A1C}"/>
                                            </p:graphic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grpId="0" nodeType="clickEffect">
                                  <p:stCondLst>
                                    <p:cond delay="0"/>
                                  </p:stCondLst>
                                  <p:childTnLst>
                                    <p:set>
                                      <p:cBhvr>
                                        <p:cTn id="17" dur="1" fill="hold">
                                          <p:stCondLst>
                                            <p:cond delay="0"/>
                                          </p:stCondLst>
                                        </p:cTn>
                                        <p:tgtEl>
                                          <p:spTgt spid="2">
                                            <p:graphicEl>
                                              <a:dgm id="{F85D3DEE-7D03-4123-8A66-1062877D2842}"/>
                                            </p:graphicEl>
                                          </p:spTgt>
                                        </p:tgtEl>
                                        <p:attrNameLst>
                                          <p:attrName>style.visibility</p:attrName>
                                        </p:attrNameLst>
                                      </p:cBhvr>
                                      <p:to>
                                        <p:strVal val="visible"/>
                                      </p:to>
                                    </p:set>
                                    <p:animEffect transition="in" filter="wipe(down)">
                                      <p:cBhvr>
                                        <p:cTn id="18" dur="500"/>
                                        <p:tgtEl>
                                          <p:spTgt spid="2">
                                            <p:graphicEl>
                                              <a:dgm id="{F85D3DEE-7D03-4123-8A66-1062877D2842}"/>
                                            </p:graphicEl>
                                          </p:spTgt>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2">
                                            <p:graphicEl>
                                              <a:dgm id="{4FA557A0-0AF3-43EA-B55F-7CD9C5B77D6C}"/>
                                            </p:graphicEl>
                                          </p:spTgt>
                                        </p:tgtEl>
                                        <p:attrNameLst>
                                          <p:attrName>style.visibility</p:attrName>
                                        </p:attrNameLst>
                                      </p:cBhvr>
                                      <p:to>
                                        <p:strVal val="visible"/>
                                      </p:to>
                                    </p:set>
                                    <p:animEffect transition="in" filter="wipe(down)">
                                      <p:cBhvr>
                                        <p:cTn id="21" dur="500"/>
                                        <p:tgtEl>
                                          <p:spTgt spid="2">
                                            <p:graphicEl>
                                              <a:dgm id="{4FA557A0-0AF3-43EA-B55F-7CD9C5B77D6C}"/>
                                            </p:graphic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2">
                                            <p:graphicEl>
                                              <a:dgm id="{140CE7BA-5DDF-40F7-8A2C-FEBB6F799D57}"/>
                                            </p:graphicEl>
                                          </p:spTgt>
                                        </p:tgtEl>
                                        <p:attrNameLst>
                                          <p:attrName>style.visibility</p:attrName>
                                        </p:attrNameLst>
                                      </p:cBhvr>
                                      <p:to>
                                        <p:strVal val="visible"/>
                                      </p:to>
                                    </p:set>
                                    <p:animEffect transition="in" filter="wipe(down)">
                                      <p:cBhvr>
                                        <p:cTn id="26" dur="500"/>
                                        <p:tgtEl>
                                          <p:spTgt spid="2">
                                            <p:graphicEl>
                                              <a:dgm id="{140CE7BA-5DDF-40F7-8A2C-FEBB6F799D57}"/>
                                            </p:graphicEl>
                                          </p:spTgt>
                                        </p:tgtEl>
                                      </p:cBhvr>
                                    </p:animEffect>
                                  </p:childTnLst>
                                </p:cTn>
                              </p:par>
                              <p:par>
                                <p:cTn id="27" presetID="22" presetClass="entr" presetSubtype="4" fill="hold" grpId="0" nodeType="withEffect">
                                  <p:stCondLst>
                                    <p:cond delay="0"/>
                                  </p:stCondLst>
                                  <p:childTnLst>
                                    <p:set>
                                      <p:cBhvr>
                                        <p:cTn id="28" dur="1" fill="hold">
                                          <p:stCondLst>
                                            <p:cond delay="0"/>
                                          </p:stCondLst>
                                        </p:cTn>
                                        <p:tgtEl>
                                          <p:spTgt spid="2">
                                            <p:graphicEl>
                                              <a:dgm id="{18F6A11D-221F-41A1-B0A0-81A7D0F64E76}"/>
                                            </p:graphicEl>
                                          </p:spTgt>
                                        </p:tgtEl>
                                        <p:attrNameLst>
                                          <p:attrName>style.visibility</p:attrName>
                                        </p:attrNameLst>
                                      </p:cBhvr>
                                      <p:to>
                                        <p:strVal val="visible"/>
                                      </p:to>
                                    </p:set>
                                    <p:animEffect transition="in" filter="wipe(down)">
                                      <p:cBhvr>
                                        <p:cTn id="29" dur="500"/>
                                        <p:tgtEl>
                                          <p:spTgt spid="2">
                                            <p:graphicEl>
                                              <a:dgm id="{18F6A11D-221F-41A1-B0A0-81A7D0F64E76}"/>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2">
                                            <p:graphicEl>
                                              <a:dgm id="{3141034E-936C-4B1E-9E0C-CC0B125F1060}"/>
                                            </p:graphicEl>
                                          </p:spTgt>
                                        </p:tgtEl>
                                        <p:attrNameLst>
                                          <p:attrName>style.visibility</p:attrName>
                                        </p:attrNameLst>
                                      </p:cBhvr>
                                      <p:to>
                                        <p:strVal val="visible"/>
                                      </p:to>
                                    </p:set>
                                    <p:animEffect transition="in" filter="wipe(down)">
                                      <p:cBhvr>
                                        <p:cTn id="34" dur="500"/>
                                        <p:tgtEl>
                                          <p:spTgt spid="2">
                                            <p:graphicEl>
                                              <a:dgm id="{3141034E-936C-4B1E-9E0C-CC0B125F1060}"/>
                                            </p:graphicEl>
                                          </p:spTgt>
                                        </p:tgtEl>
                                      </p:cBhvr>
                                    </p:animEffect>
                                  </p:childTnLst>
                                </p:cTn>
                              </p:par>
                              <p:par>
                                <p:cTn id="35" presetID="22" presetClass="entr" presetSubtype="4" fill="hold" grpId="0" nodeType="withEffect">
                                  <p:stCondLst>
                                    <p:cond delay="0"/>
                                  </p:stCondLst>
                                  <p:childTnLst>
                                    <p:set>
                                      <p:cBhvr>
                                        <p:cTn id="36" dur="1" fill="hold">
                                          <p:stCondLst>
                                            <p:cond delay="0"/>
                                          </p:stCondLst>
                                        </p:cTn>
                                        <p:tgtEl>
                                          <p:spTgt spid="2">
                                            <p:graphicEl>
                                              <a:dgm id="{B7E47A46-9E14-4573-82FD-372B0632654E}"/>
                                            </p:graphicEl>
                                          </p:spTgt>
                                        </p:tgtEl>
                                        <p:attrNameLst>
                                          <p:attrName>style.visibility</p:attrName>
                                        </p:attrNameLst>
                                      </p:cBhvr>
                                      <p:to>
                                        <p:strVal val="visible"/>
                                      </p:to>
                                    </p:set>
                                    <p:animEffect transition="in" filter="wipe(down)">
                                      <p:cBhvr>
                                        <p:cTn id="37" dur="500"/>
                                        <p:tgtEl>
                                          <p:spTgt spid="2">
                                            <p:graphicEl>
                                              <a:dgm id="{B7E47A46-9E14-4573-82FD-372B0632654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4" fill="hold" grpId="0" nodeType="clickEffect">
                                  <p:stCondLst>
                                    <p:cond delay="0"/>
                                  </p:stCondLst>
                                  <p:childTnLst>
                                    <p:set>
                                      <p:cBhvr>
                                        <p:cTn id="41" dur="1" fill="hold">
                                          <p:stCondLst>
                                            <p:cond delay="0"/>
                                          </p:stCondLst>
                                        </p:cTn>
                                        <p:tgtEl>
                                          <p:spTgt spid="2">
                                            <p:graphicEl>
                                              <a:dgm id="{86CD50E4-8E4D-46A2-A758-61B66A621ACC}"/>
                                            </p:graphicEl>
                                          </p:spTgt>
                                        </p:tgtEl>
                                        <p:attrNameLst>
                                          <p:attrName>style.visibility</p:attrName>
                                        </p:attrNameLst>
                                      </p:cBhvr>
                                      <p:to>
                                        <p:strVal val="visible"/>
                                      </p:to>
                                    </p:set>
                                    <p:animEffect transition="in" filter="wipe(down)">
                                      <p:cBhvr>
                                        <p:cTn id="42" dur="500"/>
                                        <p:tgtEl>
                                          <p:spTgt spid="2">
                                            <p:graphicEl>
                                              <a:dgm id="{86CD50E4-8E4D-46A2-A758-61B66A621ACC}"/>
                                            </p:graphicEl>
                                          </p:spTgt>
                                        </p:tgtEl>
                                      </p:cBhvr>
                                    </p:animEffect>
                                  </p:childTnLst>
                                </p:cTn>
                              </p:par>
                              <p:par>
                                <p:cTn id="43" presetID="22" presetClass="entr" presetSubtype="4" fill="hold" grpId="0" nodeType="withEffect">
                                  <p:stCondLst>
                                    <p:cond delay="0"/>
                                  </p:stCondLst>
                                  <p:childTnLst>
                                    <p:set>
                                      <p:cBhvr>
                                        <p:cTn id="44" dur="1" fill="hold">
                                          <p:stCondLst>
                                            <p:cond delay="0"/>
                                          </p:stCondLst>
                                        </p:cTn>
                                        <p:tgtEl>
                                          <p:spTgt spid="2">
                                            <p:graphicEl>
                                              <a:dgm id="{FDB73C2C-A62A-4828-8D70-8823DB3D5158}"/>
                                            </p:graphicEl>
                                          </p:spTgt>
                                        </p:tgtEl>
                                        <p:attrNameLst>
                                          <p:attrName>style.visibility</p:attrName>
                                        </p:attrNameLst>
                                      </p:cBhvr>
                                      <p:to>
                                        <p:strVal val="visible"/>
                                      </p:to>
                                    </p:set>
                                    <p:animEffect transition="in" filter="wipe(down)">
                                      <p:cBhvr>
                                        <p:cTn id="45" dur="500"/>
                                        <p:tgtEl>
                                          <p:spTgt spid="2">
                                            <p:graphicEl>
                                              <a:dgm id="{FDB73C2C-A62A-4828-8D70-8823DB3D5158}"/>
                                            </p:graphic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4" fill="hold" grpId="0" nodeType="clickEffect">
                                  <p:stCondLst>
                                    <p:cond delay="0"/>
                                  </p:stCondLst>
                                  <p:childTnLst>
                                    <p:set>
                                      <p:cBhvr>
                                        <p:cTn id="49" dur="1" fill="hold">
                                          <p:stCondLst>
                                            <p:cond delay="0"/>
                                          </p:stCondLst>
                                        </p:cTn>
                                        <p:tgtEl>
                                          <p:spTgt spid="2">
                                            <p:graphicEl>
                                              <a:dgm id="{A1CB6E52-1014-4D43-BE43-202C3D3CE338}"/>
                                            </p:graphicEl>
                                          </p:spTgt>
                                        </p:tgtEl>
                                        <p:attrNameLst>
                                          <p:attrName>style.visibility</p:attrName>
                                        </p:attrNameLst>
                                      </p:cBhvr>
                                      <p:to>
                                        <p:strVal val="visible"/>
                                      </p:to>
                                    </p:set>
                                    <p:animEffect transition="in" filter="wipe(down)">
                                      <p:cBhvr>
                                        <p:cTn id="50" dur="500"/>
                                        <p:tgtEl>
                                          <p:spTgt spid="2">
                                            <p:graphicEl>
                                              <a:dgm id="{A1CB6E52-1014-4D43-BE43-202C3D3CE338}"/>
                                            </p:graphicEl>
                                          </p:spTgt>
                                        </p:tgtEl>
                                      </p:cBhvr>
                                    </p:animEffect>
                                  </p:childTnLst>
                                </p:cTn>
                              </p:par>
                              <p:par>
                                <p:cTn id="51" presetID="22" presetClass="entr" presetSubtype="4" fill="hold" grpId="0" nodeType="withEffect">
                                  <p:stCondLst>
                                    <p:cond delay="0"/>
                                  </p:stCondLst>
                                  <p:childTnLst>
                                    <p:set>
                                      <p:cBhvr>
                                        <p:cTn id="52" dur="1" fill="hold">
                                          <p:stCondLst>
                                            <p:cond delay="0"/>
                                          </p:stCondLst>
                                        </p:cTn>
                                        <p:tgtEl>
                                          <p:spTgt spid="2">
                                            <p:graphicEl>
                                              <a:dgm id="{14053EE4-576F-43E0-B67D-744C9B8D1CDC}"/>
                                            </p:graphicEl>
                                          </p:spTgt>
                                        </p:tgtEl>
                                        <p:attrNameLst>
                                          <p:attrName>style.visibility</p:attrName>
                                        </p:attrNameLst>
                                      </p:cBhvr>
                                      <p:to>
                                        <p:strVal val="visible"/>
                                      </p:to>
                                    </p:set>
                                    <p:animEffect transition="in" filter="wipe(down)">
                                      <p:cBhvr>
                                        <p:cTn id="53" dur="500"/>
                                        <p:tgtEl>
                                          <p:spTgt spid="2">
                                            <p:graphicEl>
                                              <a:dgm id="{14053EE4-576F-43E0-B67D-744C9B8D1CD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p:bldSub>
          <a:bldDgm bld="one"/>
        </p:bldSub>
      </p:bldGraphic>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4 Grupo"/>
          <p:cNvGrpSpPr/>
          <p:nvPr/>
        </p:nvGrpSpPr>
        <p:grpSpPr>
          <a:xfrm>
            <a:off x="0" y="-27383"/>
            <a:ext cx="9144000" cy="6890884"/>
            <a:chOff x="0" y="-27383"/>
            <a:chExt cx="9144000" cy="6890884"/>
          </a:xfrm>
        </p:grpSpPr>
        <p:pic>
          <p:nvPicPr>
            <p:cNvPr id="6"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1"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2" name="11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pic>
        <p:nvPicPr>
          <p:cNvPr id="5123"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r="33043"/>
          <a:stretch/>
        </p:blipFill>
        <p:spPr bwMode="auto">
          <a:xfrm>
            <a:off x="151208" y="1144586"/>
            <a:ext cx="8582891" cy="2637705"/>
          </a:xfrm>
          <a:prstGeom prst="rect">
            <a:avLst/>
          </a:prstGeom>
          <a:noFill/>
          <a:ln w="2857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6 Rectángulo redondeado"/>
          <p:cNvSpPr/>
          <p:nvPr/>
        </p:nvSpPr>
        <p:spPr>
          <a:xfrm>
            <a:off x="4665373" y="276263"/>
            <a:ext cx="3279763"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Estructura final</a:t>
            </a:r>
            <a:endParaRPr lang="es-CO" sz="2800" dirty="0"/>
          </a:p>
        </p:txBody>
      </p:sp>
      <p:pic>
        <p:nvPicPr>
          <p:cNvPr id="7170" name="Picture 2" descr="https://encrypted-tbn3.gstatic.com/images?q=tbn:ANd9GcToBsH1YVJnKKvuML1fH9wW15iWqiFwbBRGQPJXVJqha-oBnlRADA"/>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73955" y="3869365"/>
            <a:ext cx="3962813" cy="23949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3006973"/>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3 Grupo"/>
          <p:cNvGrpSpPr/>
          <p:nvPr/>
        </p:nvGrpSpPr>
        <p:grpSpPr>
          <a:xfrm>
            <a:off x="0" y="-27383"/>
            <a:ext cx="9144000" cy="6890884"/>
            <a:chOff x="0" y="-27383"/>
            <a:chExt cx="9144000" cy="6890884"/>
          </a:xfrm>
        </p:grpSpPr>
        <p:pic>
          <p:nvPicPr>
            <p:cNvPr id="5"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5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7" name="6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9"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0" name="9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aphicFrame>
        <p:nvGraphicFramePr>
          <p:cNvPr id="2" name="1 Diagrama"/>
          <p:cNvGraphicFramePr/>
          <p:nvPr>
            <p:extLst>
              <p:ext uri="{D42A27DB-BD31-4B8C-83A1-F6EECF244321}">
                <p14:modId xmlns:p14="http://schemas.microsoft.com/office/powerpoint/2010/main" val="508429917"/>
              </p:ext>
            </p:extLst>
          </p:nvPr>
        </p:nvGraphicFramePr>
        <p:xfrm>
          <a:off x="270164" y="1402773"/>
          <a:ext cx="7747793" cy="523003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2 Rectángulo redondeado"/>
          <p:cNvSpPr/>
          <p:nvPr/>
        </p:nvSpPr>
        <p:spPr>
          <a:xfrm>
            <a:off x="4811146" y="258812"/>
            <a:ext cx="3002973" cy="1055608"/>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Consejos para la práctica</a:t>
            </a:r>
            <a:endParaRPr lang="es-CO" sz="2800" dirty="0"/>
          </a:p>
        </p:txBody>
      </p:sp>
    </p:spTree>
    <p:extLst>
      <p:ext uri="{BB962C8B-B14F-4D97-AF65-F5344CB8AC3E}">
        <p14:creationId xmlns:p14="http://schemas.microsoft.com/office/powerpoint/2010/main" val="1812229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
                                            <p:graphicEl>
                                              <a:dgm id="{DFBFE570-374B-4E1B-B77D-86859340F7E0}"/>
                                            </p:graphicEl>
                                          </p:spTgt>
                                        </p:tgtEl>
                                        <p:attrNameLst>
                                          <p:attrName>style.visibility</p:attrName>
                                        </p:attrNameLst>
                                      </p:cBhvr>
                                      <p:to>
                                        <p:strVal val="visible"/>
                                      </p:to>
                                    </p:set>
                                    <p:animEffect transition="in" filter="wipe(down)">
                                      <p:cBhvr>
                                        <p:cTn id="7" dur="500"/>
                                        <p:tgtEl>
                                          <p:spTgt spid="2">
                                            <p:graphicEl>
                                              <a:dgm id="{DFBFE570-374B-4E1B-B77D-86859340F7E0}"/>
                                            </p:graphicEl>
                                          </p:spTgt>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
                                            <p:graphicEl>
                                              <a:dgm id="{F5E1A84E-BF50-42A6-B786-BE28DCA8C52A}"/>
                                            </p:graphicEl>
                                          </p:spTgt>
                                        </p:tgtEl>
                                        <p:attrNameLst>
                                          <p:attrName>style.visibility</p:attrName>
                                        </p:attrNameLst>
                                      </p:cBhvr>
                                      <p:to>
                                        <p:strVal val="visible"/>
                                      </p:to>
                                    </p:set>
                                    <p:animEffect transition="in" filter="wipe(down)">
                                      <p:cBhvr>
                                        <p:cTn id="10" dur="500"/>
                                        <p:tgtEl>
                                          <p:spTgt spid="2">
                                            <p:graphicEl>
                                              <a:dgm id="{F5E1A84E-BF50-42A6-B786-BE28DCA8C52A}"/>
                                            </p:graphicEl>
                                          </p:spTgt>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2">
                                            <p:graphicEl>
                                              <a:dgm id="{F914B7F1-6B3D-4BAA-9AAF-223EE38A3A1C}"/>
                                            </p:graphicEl>
                                          </p:spTgt>
                                        </p:tgtEl>
                                        <p:attrNameLst>
                                          <p:attrName>style.visibility</p:attrName>
                                        </p:attrNameLst>
                                      </p:cBhvr>
                                      <p:to>
                                        <p:strVal val="visible"/>
                                      </p:to>
                                    </p:set>
                                    <p:animEffect transition="in" filter="wipe(down)">
                                      <p:cBhvr>
                                        <p:cTn id="13" dur="500"/>
                                        <p:tgtEl>
                                          <p:spTgt spid="2">
                                            <p:graphicEl>
                                              <a:dgm id="{F914B7F1-6B3D-4BAA-9AAF-223EE38A3A1C}"/>
                                            </p:graphic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grpId="0" nodeType="clickEffect">
                                  <p:stCondLst>
                                    <p:cond delay="0"/>
                                  </p:stCondLst>
                                  <p:childTnLst>
                                    <p:set>
                                      <p:cBhvr>
                                        <p:cTn id="17" dur="1" fill="hold">
                                          <p:stCondLst>
                                            <p:cond delay="0"/>
                                          </p:stCondLst>
                                        </p:cTn>
                                        <p:tgtEl>
                                          <p:spTgt spid="2">
                                            <p:graphicEl>
                                              <a:dgm id="{F85D3DEE-7D03-4123-8A66-1062877D2842}"/>
                                            </p:graphicEl>
                                          </p:spTgt>
                                        </p:tgtEl>
                                        <p:attrNameLst>
                                          <p:attrName>style.visibility</p:attrName>
                                        </p:attrNameLst>
                                      </p:cBhvr>
                                      <p:to>
                                        <p:strVal val="visible"/>
                                      </p:to>
                                    </p:set>
                                    <p:animEffect transition="in" filter="wipe(down)">
                                      <p:cBhvr>
                                        <p:cTn id="18" dur="500"/>
                                        <p:tgtEl>
                                          <p:spTgt spid="2">
                                            <p:graphicEl>
                                              <a:dgm id="{F85D3DEE-7D03-4123-8A66-1062877D2842}"/>
                                            </p:graphicEl>
                                          </p:spTgt>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2">
                                            <p:graphicEl>
                                              <a:dgm id="{4FA557A0-0AF3-43EA-B55F-7CD9C5B77D6C}"/>
                                            </p:graphicEl>
                                          </p:spTgt>
                                        </p:tgtEl>
                                        <p:attrNameLst>
                                          <p:attrName>style.visibility</p:attrName>
                                        </p:attrNameLst>
                                      </p:cBhvr>
                                      <p:to>
                                        <p:strVal val="visible"/>
                                      </p:to>
                                    </p:set>
                                    <p:animEffect transition="in" filter="wipe(down)">
                                      <p:cBhvr>
                                        <p:cTn id="21" dur="500"/>
                                        <p:tgtEl>
                                          <p:spTgt spid="2">
                                            <p:graphicEl>
                                              <a:dgm id="{4FA557A0-0AF3-43EA-B55F-7CD9C5B77D6C}"/>
                                            </p:graphic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2">
                                            <p:graphicEl>
                                              <a:dgm id="{140CE7BA-5DDF-40F7-8A2C-FEBB6F799D57}"/>
                                            </p:graphicEl>
                                          </p:spTgt>
                                        </p:tgtEl>
                                        <p:attrNameLst>
                                          <p:attrName>style.visibility</p:attrName>
                                        </p:attrNameLst>
                                      </p:cBhvr>
                                      <p:to>
                                        <p:strVal val="visible"/>
                                      </p:to>
                                    </p:set>
                                    <p:animEffect transition="in" filter="wipe(down)">
                                      <p:cBhvr>
                                        <p:cTn id="26" dur="500"/>
                                        <p:tgtEl>
                                          <p:spTgt spid="2">
                                            <p:graphicEl>
                                              <a:dgm id="{140CE7BA-5DDF-40F7-8A2C-FEBB6F799D57}"/>
                                            </p:graphicEl>
                                          </p:spTgt>
                                        </p:tgtEl>
                                      </p:cBhvr>
                                    </p:animEffect>
                                  </p:childTnLst>
                                </p:cTn>
                              </p:par>
                              <p:par>
                                <p:cTn id="27" presetID="22" presetClass="entr" presetSubtype="4" fill="hold" grpId="0" nodeType="withEffect">
                                  <p:stCondLst>
                                    <p:cond delay="0"/>
                                  </p:stCondLst>
                                  <p:childTnLst>
                                    <p:set>
                                      <p:cBhvr>
                                        <p:cTn id="28" dur="1" fill="hold">
                                          <p:stCondLst>
                                            <p:cond delay="0"/>
                                          </p:stCondLst>
                                        </p:cTn>
                                        <p:tgtEl>
                                          <p:spTgt spid="2">
                                            <p:graphicEl>
                                              <a:dgm id="{18F6A11D-221F-41A1-B0A0-81A7D0F64E76}"/>
                                            </p:graphicEl>
                                          </p:spTgt>
                                        </p:tgtEl>
                                        <p:attrNameLst>
                                          <p:attrName>style.visibility</p:attrName>
                                        </p:attrNameLst>
                                      </p:cBhvr>
                                      <p:to>
                                        <p:strVal val="visible"/>
                                      </p:to>
                                    </p:set>
                                    <p:animEffect transition="in" filter="wipe(down)">
                                      <p:cBhvr>
                                        <p:cTn id="29" dur="500"/>
                                        <p:tgtEl>
                                          <p:spTgt spid="2">
                                            <p:graphicEl>
                                              <a:dgm id="{18F6A11D-221F-41A1-B0A0-81A7D0F64E76}"/>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2">
                                            <p:graphicEl>
                                              <a:dgm id="{3141034E-936C-4B1E-9E0C-CC0B125F1060}"/>
                                            </p:graphicEl>
                                          </p:spTgt>
                                        </p:tgtEl>
                                        <p:attrNameLst>
                                          <p:attrName>style.visibility</p:attrName>
                                        </p:attrNameLst>
                                      </p:cBhvr>
                                      <p:to>
                                        <p:strVal val="visible"/>
                                      </p:to>
                                    </p:set>
                                    <p:animEffect transition="in" filter="wipe(down)">
                                      <p:cBhvr>
                                        <p:cTn id="34" dur="500"/>
                                        <p:tgtEl>
                                          <p:spTgt spid="2">
                                            <p:graphicEl>
                                              <a:dgm id="{3141034E-936C-4B1E-9E0C-CC0B125F1060}"/>
                                            </p:graphicEl>
                                          </p:spTgt>
                                        </p:tgtEl>
                                      </p:cBhvr>
                                    </p:animEffect>
                                  </p:childTnLst>
                                </p:cTn>
                              </p:par>
                              <p:par>
                                <p:cTn id="35" presetID="22" presetClass="entr" presetSubtype="4" fill="hold" grpId="0" nodeType="withEffect">
                                  <p:stCondLst>
                                    <p:cond delay="0"/>
                                  </p:stCondLst>
                                  <p:childTnLst>
                                    <p:set>
                                      <p:cBhvr>
                                        <p:cTn id="36" dur="1" fill="hold">
                                          <p:stCondLst>
                                            <p:cond delay="0"/>
                                          </p:stCondLst>
                                        </p:cTn>
                                        <p:tgtEl>
                                          <p:spTgt spid="2">
                                            <p:graphicEl>
                                              <a:dgm id="{B7E47A46-9E14-4573-82FD-372B0632654E}"/>
                                            </p:graphicEl>
                                          </p:spTgt>
                                        </p:tgtEl>
                                        <p:attrNameLst>
                                          <p:attrName>style.visibility</p:attrName>
                                        </p:attrNameLst>
                                      </p:cBhvr>
                                      <p:to>
                                        <p:strVal val="visible"/>
                                      </p:to>
                                    </p:set>
                                    <p:animEffect transition="in" filter="wipe(down)">
                                      <p:cBhvr>
                                        <p:cTn id="37" dur="500"/>
                                        <p:tgtEl>
                                          <p:spTgt spid="2">
                                            <p:graphicEl>
                                              <a:dgm id="{B7E47A46-9E14-4573-82FD-372B0632654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4" fill="hold" grpId="0" nodeType="clickEffect">
                                  <p:stCondLst>
                                    <p:cond delay="0"/>
                                  </p:stCondLst>
                                  <p:childTnLst>
                                    <p:set>
                                      <p:cBhvr>
                                        <p:cTn id="41" dur="1" fill="hold">
                                          <p:stCondLst>
                                            <p:cond delay="0"/>
                                          </p:stCondLst>
                                        </p:cTn>
                                        <p:tgtEl>
                                          <p:spTgt spid="2">
                                            <p:graphicEl>
                                              <a:dgm id="{86CD50E4-8E4D-46A2-A758-61B66A621ACC}"/>
                                            </p:graphicEl>
                                          </p:spTgt>
                                        </p:tgtEl>
                                        <p:attrNameLst>
                                          <p:attrName>style.visibility</p:attrName>
                                        </p:attrNameLst>
                                      </p:cBhvr>
                                      <p:to>
                                        <p:strVal val="visible"/>
                                      </p:to>
                                    </p:set>
                                    <p:animEffect transition="in" filter="wipe(down)">
                                      <p:cBhvr>
                                        <p:cTn id="42" dur="500"/>
                                        <p:tgtEl>
                                          <p:spTgt spid="2">
                                            <p:graphicEl>
                                              <a:dgm id="{86CD50E4-8E4D-46A2-A758-61B66A621ACC}"/>
                                            </p:graphicEl>
                                          </p:spTgt>
                                        </p:tgtEl>
                                      </p:cBhvr>
                                    </p:animEffect>
                                  </p:childTnLst>
                                </p:cTn>
                              </p:par>
                              <p:par>
                                <p:cTn id="43" presetID="22" presetClass="entr" presetSubtype="4" fill="hold" grpId="0" nodeType="withEffect">
                                  <p:stCondLst>
                                    <p:cond delay="0"/>
                                  </p:stCondLst>
                                  <p:childTnLst>
                                    <p:set>
                                      <p:cBhvr>
                                        <p:cTn id="44" dur="1" fill="hold">
                                          <p:stCondLst>
                                            <p:cond delay="0"/>
                                          </p:stCondLst>
                                        </p:cTn>
                                        <p:tgtEl>
                                          <p:spTgt spid="2">
                                            <p:graphicEl>
                                              <a:dgm id="{FDB73C2C-A62A-4828-8D70-8823DB3D5158}"/>
                                            </p:graphicEl>
                                          </p:spTgt>
                                        </p:tgtEl>
                                        <p:attrNameLst>
                                          <p:attrName>style.visibility</p:attrName>
                                        </p:attrNameLst>
                                      </p:cBhvr>
                                      <p:to>
                                        <p:strVal val="visible"/>
                                      </p:to>
                                    </p:set>
                                    <p:animEffect transition="in" filter="wipe(down)">
                                      <p:cBhvr>
                                        <p:cTn id="45" dur="500"/>
                                        <p:tgtEl>
                                          <p:spTgt spid="2">
                                            <p:graphicEl>
                                              <a:dgm id="{FDB73C2C-A62A-4828-8D70-8823DB3D5158}"/>
                                            </p:graphic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4" fill="hold" grpId="0" nodeType="clickEffect">
                                  <p:stCondLst>
                                    <p:cond delay="0"/>
                                  </p:stCondLst>
                                  <p:childTnLst>
                                    <p:set>
                                      <p:cBhvr>
                                        <p:cTn id="49" dur="1" fill="hold">
                                          <p:stCondLst>
                                            <p:cond delay="0"/>
                                          </p:stCondLst>
                                        </p:cTn>
                                        <p:tgtEl>
                                          <p:spTgt spid="2">
                                            <p:graphicEl>
                                              <a:dgm id="{A1CB6E52-1014-4D43-BE43-202C3D3CE338}"/>
                                            </p:graphicEl>
                                          </p:spTgt>
                                        </p:tgtEl>
                                        <p:attrNameLst>
                                          <p:attrName>style.visibility</p:attrName>
                                        </p:attrNameLst>
                                      </p:cBhvr>
                                      <p:to>
                                        <p:strVal val="visible"/>
                                      </p:to>
                                    </p:set>
                                    <p:animEffect transition="in" filter="wipe(down)">
                                      <p:cBhvr>
                                        <p:cTn id="50" dur="500"/>
                                        <p:tgtEl>
                                          <p:spTgt spid="2">
                                            <p:graphicEl>
                                              <a:dgm id="{A1CB6E52-1014-4D43-BE43-202C3D3CE338}"/>
                                            </p:graphicEl>
                                          </p:spTgt>
                                        </p:tgtEl>
                                      </p:cBhvr>
                                    </p:animEffect>
                                  </p:childTnLst>
                                </p:cTn>
                              </p:par>
                              <p:par>
                                <p:cTn id="51" presetID="22" presetClass="entr" presetSubtype="4" fill="hold" grpId="0" nodeType="withEffect">
                                  <p:stCondLst>
                                    <p:cond delay="0"/>
                                  </p:stCondLst>
                                  <p:childTnLst>
                                    <p:set>
                                      <p:cBhvr>
                                        <p:cTn id="52" dur="1" fill="hold">
                                          <p:stCondLst>
                                            <p:cond delay="0"/>
                                          </p:stCondLst>
                                        </p:cTn>
                                        <p:tgtEl>
                                          <p:spTgt spid="2">
                                            <p:graphicEl>
                                              <a:dgm id="{14053EE4-576F-43E0-B67D-744C9B8D1CDC}"/>
                                            </p:graphicEl>
                                          </p:spTgt>
                                        </p:tgtEl>
                                        <p:attrNameLst>
                                          <p:attrName>style.visibility</p:attrName>
                                        </p:attrNameLst>
                                      </p:cBhvr>
                                      <p:to>
                                        <p:strVal val="visible"/>
                                      </p:to>
                                    </p:set>
                                    <p:animEffect transition="in" filter="wipe(down)">
                                      <p:cBhvr>
                                        <p:cTn id="53" dur="500"/>
                                        <p:tgtEl>
                                          <p:spTgt spid="2">
                                            <p:graphicEl>
                                              <a:dgm id="{14053EE4-576F-43E0-B67D-744C9B8D1CD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p:bldSub>
          <a:bldDgm bld="one"/>
        </p:bldSub>
      </p:bldGraphic>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4 Grupo"/>
          <p:cNvGrpSpPr/>
          <p:nvPr/>
        </p:nvGrpSpPr>
        <p:grpSpPr>
          <a:xfrm>
            <a:off x="0" y="-27383"/>
            <a:ext cx="9144000" cy="6890884"/>
            <a:chOff x="0" y="-27383"/>
            <a:chExt cx="9144000" cy="6890884"/>
          </a:xfrm>
        </p:grpSpPr>
        <p:pic>
          <p:nvPicPr>
            <p:cNvPr id="7"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1"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2" name="11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pic>
        <p:nvPicPr>
          <p:cNvPr id="7169" name="Picture 1"/>
          <p:cNvPicPr>
            <a:picLocks noChangeAspect="1" noChangeArrowheads="1"/>
          </p:cNvPicPr>
          <p:nvPr/>
        </p:nvPicPr>
        <p:blipFill rotWithShape="1">
          <a:blip r:embed="rId4">
            <a:extLst>
              <a:ext uri="{28A0092B-C50C-407E-A947-70E740481C1C}">
                <a14:useLocalDpi xmlns:a14="http://schemas.microsoft.com/office/drawing/2010/main" val="0"/>
              </a:ext>
            </a:extLst>
          </a:blip>
          <a:srcRect r="42492"/>
          <a:stretch/>
        </p:blipFill>
        <p:spPr bwMode="auto">
          <a:xfrm>
            <a:off x="335928" y="1850559"/>
            <a:ext cx="7682029" cy="817154"/>
          </a:xfrm>
          <a:prstGeom prst="rect">
            <a:avLst/>
          </a:prstGeom>
          <a:noFill/>
          <a:ln w="2857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5 Rectángulo redondeado"/>
          <p:cNvSpPr/>
          <p:nvPr/>
        </p:nvSpPr>
        <p:spPr>
          <a:xfrm>
            <a:off x="4805766" y="265872"/>
            <a:ext cx="3279763"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Estructura final</a:t>
            </a:r>
            <a:endParaRPr lang="es-CO" sz="2800" dirty="0"/>
          </a:p>
        </p:txBody>
      </p:sp>
      <p:pic>
        <p:nvPicPr>
          <p:cNvPr id="8194" name="Picture 2" descr="https://encrypted-tbn3.gstatic.com/images?q=tbn:ANd9GcQxhFnUlKiMPaNQyqlXNujiZpbjmzGv__gcok2nfrIdJJbkWwc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64780" y="2667713"/>
            <a:ext cx="4249416" cy="3012585"/>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3181691"/>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3 Grupo"/>
          <p:cNvGrpSpPr/>
          <p:nvPr/>
        </p:nvGrpSpPr>
        <p:grpSpPr>
          <a:xfrm>
            <a:off x="0" y="-27383"/>
            <a:ext cx="9144000" cy="6890884"/>
            <a:chOff x="0" y="-27383"/>
            <a:chExt cx="9144000" cy="6890884"/>
          </a:xfrm>
        </p:grpSpPr>
        <p:pic>
          <p:nvPicPr>
            <p:cNvPr id="5"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5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7" name="6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9"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0" name="9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aphicFrame>
        <p:nvGraphicFramePr>
          <p:cNvPr id="2" name="1 Diagrama"/>
          <p:cNvGraphicFramePr/>
          <p:nvPr>
            <p:extLst>
              <p:ext uri="{D42A27DB-BD31-4B8C-83A1-F6EECF244321}">
                <p14:modId xmlns:p14="http://schemas.microsoft.com/office/powerpoint/2010/main" val="25171122"/>
              </p:ext>
            </p:extLst>
          </p:nvPr>
        </p:nvGraphicFramePr>
        <p:xfrm>
          <a:off x="270164" y="1402773"/>
          <a:ext cx="7857934" cy="5079914"/>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2 Rectángulo redondeado"/>
          <p:cNvSpPr/>
          <p:nvPr/>
        </p:nvSpPr>
        <p:spPr>
          <a:xfrm>
            <a:off x="4879374" y="258812"/>
            <a:ext cx="3002973" cy="1055608"/>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Consejos para la práctica</a:t>
            </a:r>
            <a:endParaRPr lang="es-CO" sz="2800" dirty="0"/>
          </a:p>
        </p:txBody>
      </p:sp>
    </p:spTree>
    <p:extLst>
      <p:ext uri="{BB962C8B-B14F-4D97-AF65-F5344CB8AC3E}">
        <p14:creationId xmlns:p14="http://schemas.microsoft.com/office/powerpoint/2010/main" val="61552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
                                            <p:graphicEl>
                                              <a:dgm id="{DFBFE570-374B-4E1B-B77D-86859340F7E0}"/>
                                            </p:graphicEl>
                                          </p:spTgt>
                                        </p:tgtEl>
                                        <p:attrNameLst>
                                          <p:attrName>style.visibility</p:attrName>
                                        </p:attrNameLst>
                                      </p:cBhvr>
                                      <p:to>
                                        <p:strVal val="visible"/>
                                      </p:to>
                                    </p:set>
                                    <p:animEffect transition="in" filter="wipe(down)">
                                      <p:cBhvr>
                                        <p:cTn id="7" dur="500"/>
                                        <p:tgtEl>
                                          <p:spTgt spid="2">
                                            <p:graphicEl>
                                              <a:dgm id="{DFBFE570-374B-4E1B-B77D-86859340F7E0}"/>
                                            </p:graphicEl>
                                          </p:spTgt>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
                                            <p:graphicEl>
                                              <a:dgm id="{F5E1A84E-BF50-42A6-B786-BE28DCA8C52A}"/>
                                            </p:graphicEl>
                                          </p:spTgt>
                                        </p:tgtEl>
                                        <p:attrNameLst>
                                          <p:attrName>style.visibility</p:attrName>
                                        </p:attrNameLst>
                                      </p:cBhvr>
                                      <p:to>
                                        <p:strVal val="visible"/>
                                      </p:to>
                                    </p:set>
                                    <p:animEffect transition="in" filter="wipe(down)">
                                      <p:cBhvr>
                                        <p:cTn id="10" dur="500"/>
                                        <p:tgtEl>
                                          <p:spTgt spid="2">
                                            <p:graphicEl>
                                              <a:dgm id="{F5E1A84E-BF50-42A6-B786-BE28DCA8C52A}"/>
                                            </p:graphicEl>
                                          </p:spTgt>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2">
                                            <p:graphicEl>
                                              <a:dgm id="{F914B7F1-6B3D-4BAA-9AAF-223EE38A3A1C}"/>
                                            </p:graphicEl>
                                          </p:spTgt>
                                        </p:tgtEl>
                                        <p:attrNameLst>
                                          <p:attrName>style.visibility</p:attrName>
                                        </p:attrNameLst>
                                      </p:cBhvr>
                                      <p:to>
                                        <p:strVal val="visible"/>
                                      </p:to>
                                    </p:set>
                                    <p:animEffect transition="in" filter="wipe(down)">
                                      <p:cBhvr>
                                        <p:cTn id="13" dur="500"/>
                                        <p:tgtEl>
                                          <p:spTgt spid="2">
                                            <p:graphicEl>
                                              <a:dgm id="{F914B7F1-6B3D-4BAA-9AAF-223EE38A3A1C}"/>
                                            </p:graphic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grpId="0" nodeType="clickEffect">
                                  <p:stCondLst>
                                    <p:cond delay="0"/>
                                  </p:stCondLst>
                                  <p:childTnLst>
                                    <p:set>
                                      <p:cBhvr>
                                        <p:cTn id="17" dur="1" fill="hold">
                                          <p:stCondLst>
                                            <p:cond delay="0"/>
                                          </p:stCondLst>
                                        </p:cTn>
                                        <p:tgtEl>
                                          <p:spTgt spid="2">
                                            <p:graphicEl>
                                              <a:dgm id="{F85D3DEE-7D03-4123-8A66-1062877D2842}"/>
                                            </p:graphicEl>
                                          </p:spTgt>
                                        </p:tgtEl>
                                        <p:attrNameLst>
                                          <p:attrName>style.visibility</p:attrName>
                                        </p:attrNameLst>
                                      </p:cBhvr>
                                      <p:to>
                                        <p:strVal val="visible"/>
                                      </p:to>
                                    </p:set>
                                    <p:animEffect transition="in" filter="wipe(down)">
                                      <p:cBhvr>
                                        <p:cTn id="18" dur="500"/>
                                        <p:tgtEl>
                                          <p:spTgt spid="2">
                                            <p:graphicEl>
                                              <a:dgm id="{F85D3DEE-7D03-4123-8A66-1062877D2842}"/>
                                            </p:graphicEl>
                                          </p:spTgt>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2">
                                            <p:graphicEl>
                                              <a:dgm id="{4FA557A0-0AF3-43EA-B55F-7CD9C5B77D6C}"/>
                                            </p:graphicEl>
                                          </p:spTgt>
                                        </p:tgtEl>
                                        <p:attrNameLst>
                                          <p:attrName>style.visibility</p:attrName>
                                        </p:attrNameLst>
                                      </p:cBhvr>
                                      <p:to>
                                        <p:strVal val="visible"/>
                                      </p:to>
                                    </p:set>
                                    <p:animEffect transition="in" filter="wipe(down)">
                                      <p:cBhvr>
                                        <p:cTn id="21" dur="500"/>
                                        <p:tgtEl>
                                          <p:spTgt spid="2">
                                            <p:graphicEl>
                                              <a:dgm id="{4FA557A0-0AF3-43EA-B55F-7CD9C5B77D6C}"/>
                                            </p:graphic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2">
                                            <p:graphicEl>
                                              <a:dgm id="{140CE7BA-5DDF-40F7-8A2C-FEBB6F799D57}"/>
                                            </p:graphicEl>
                                          </p:spTgt>
                                        </p:tgtEl>
                                        <p:attrNameLst>
                                          <p:attrName>style.visibility</p:attrName>
                                        </p:attrNameLst>
                                      </p:cBhvr>
                                      <p:to>
                                        <p:strVal val="visible"/>
                                      </p:to>
                                    </p:set>
                                    <p:animEffect transition="in" filter="wipe(down)">
                                      <p:cBhvr>
                                        <p:cTn id="26" dur="500"/>
                                        <p:tgtEl>
                                          <p:spTgt spid="2">
                                            <p:graphicEl>
                                              <a:dgm id="{140CE7BA-5DDF-40F7-8A2C-FEBB6F799D57}"/>
                                            </p:graphicEl>
                                          </p:spTgt>
                                        </p:tgtEl>
                                      </p:cBhvr>
                                    </p:animEffect>
                                  </p:childTnLst>
                                </p:cTn>
                              </p:par>
                              <p:par>
                                <p:cTn id="27" presetID="22" presetClass="entr" presetSubtype="4" fill="hold" grpId="0" nodeType="withEffect">
                                  <p:stCondLst>
                                    <p:cond delay="0"/>
                                  </p:stCondLst>
                                  <p:childTnLst>
                                    <p:set>
                                      <p:cBhvr>
                                        <p:cTn id="28" dur="1" fill="hold">
                                          <p:stCondLst>
                                            <p:cond delay="0"/>
                                          </p:stCondLst>
                                        </p:cTn>
                                        <p:tgtEl>
                                          <p:spTgt spid="2">
                                            <p:graphicEl>
                                              <a:dgm id="{18F6A11D-221F-41A1-B0A0-81A7D0F64E76}"/>
                                            </p:graphicEl>
                                          </p:spTgt>
                                        </p:tgtEl>
                                        <p:attrNameLst>
                                          <p:attrName>style.visibility</p:attrName>
                                        </p:attrNameLst>
                                      </p:cBhvr>
                                      <p:to>
                                        <p:strVal val="visible"/>
                                      </p:to>
                                    </p:set>
                                    <p:animEffect transition="in" filter="wipe(down)">
                                      <p:cBhvr>
                                        <p:cTn id="29" dur="500"/>
                                        <p:tgtEl>
                                          <p:spTgt spid="2">
                                            <p:graphicEl>
                                              <a:dgm id="{18F6A11D-221F-41A1-B0A0-81A7D0F64E76}"/>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2">
                                            <p:graphicEl>
                                              <a:dgm id="{3141034E-936C-4B1E-9E0C-CC0B125F1060}"/>
                                            </p:graphicEl>
                                          </p:spTgt>
                                        </p:tgtEl>
                                        <p:attrNameLst>
                                          <p:attrName>style.visibility</p:attrName>
                                        </p:attrNameLst>
                                      </p:cBhvr>
                                      <p:to>
                                        <p:strVal val="visible"/>
                                      </p:to>
                                    </p:set>
                                    <p:animEffect transition="in" filter="wipe(down)">
                                      <p:cBhvr>
                                        <p:cTn id="34" dur="500"/>
                                        <p:tgtEl>
                                          <p:spTgt spid="2">
                                            <p:graphicEl>
                                              <a:dgm id="{3141034E-936C-4B1E-9E0C-CC0B125F1060}"/>
                                            </p:graphicEl>
                                          </p:spTgt>
                                        </p:tgtEl>
                                      </p:cBhvr>
                                    </p:animEffect>
                                  </p:childTnLst>
                                </p:cTn>
                              </p:par>
                              <p:par>
                                <p:cTn id="35" presetID="22" presetClass="entr" presetSubtype="4" fill="hold" grpId="0" nodeType="withEffect">
                                  <p:stCondLst>
                                    <p:cond delay="0"/>
                                  </p:stCondLst>
                                  <p:childTnLst>
                                    <p:set>
                                      <p:cBhvr>
                                        <p:cTn id="36" dur="1" fill="hold">
                                          <p:stCondLst>
                                            <p:cond delay="0"/>
                                          </p:stCondLst>
                                        </p:cTn>
                                        <p:tgtEl>
                                          <p:spTgt spid="2">
                                            <p:graphicEl>
                                              <a:dgm id="{B7E47A46-9E14-4573-82FD-372B0632654E}"/>
                                            </p:graphicEl>
                                          </p:spTgt>
                                        </p:tgtEl>
                                        <p:attrNameLst>
                                          <p:attrName>style.visibility</p:attrName>
                                        </p:attrNameLst>
                                      </p:cBhvr>
                                      <p:to>
                                        <p:strVal val="visible"/>
                                      </p:to>
                                    </p:set>
                                    <p:animEffect transition="in" filter="wipe(down)">
                                      <p:cBhvr>
                                        <p:cTn id="37" dur="500"/>
                                        <p:tgtEl>
                                          <p:spTgt spid="2">
                                            <p:graphicEl>
                                              <a:dgm id="{B7E47A46-9E14-4573-82FD-372B0632654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4" fill="hold" grpId="0" nodeType="clickEffect">
                                  <p:stCondLst>
                                    <p:cond delay="0"/>
                                  </p:stCondLst>
                                  <p:childTnLst>
                                    <p:set>
                                      <p:cBhvr>
                                        <p:cTn id="41" dur="1" fill="hold">
                                          <p:stCondLst>
                                            <p:cond delay="0"/>
                                          </p:stCondLst>
                                        </p:cTn>
                                        <p:tgtEl>
                                          <p:spTgt spid="2">
                                            <p:graphicEl>
                                              <a:dgm id="{86CD50E4-8E4D-46A2-A758-61B66A621ACC}"/>
                                            </p:graphicEl>
                                          </p:spTgt>
                                        </p:tgtEl>
                                        <p:attrNameLst>
                                          <p:attrName>style.visibility</p:attrName>
                                        </p:attrNameLst>
                                      </p:cBhvr>
                                      <p:to>
                                        <p:strVal val="visible"/>
                                      </p:to>
                                    </p:set>
                                    <p:animEffect transition="in" filter="wipe(down)">
                                      <p:cBhvr>
                                        <p:cTn id="42" dur="500"/>
                                        <p:tgtEl>
                                          <p:spTgt spid="2">
                                            <p:graphicEl>
                                              <a:dgm id="{86CD50E4-8E4D-46A2-A758-61B66A621ACC}"/>
                                            </p:graphicEl>
                                          </p:spTgt>
                                        </p:tgtEl>
                                      </p:cBhvr>
                                    </p:animEffect>
                                  </p:childTnLst>
                                </p:cTn>
                              </p:par>
                              <p:par>
                                <p:cTn id="43" presetID="22" presetClass="entr" presetSubtype="4" fill="hold" grpId="0" nodeType="withEffect">
                                  <p:stCondLst>
                                    <p:cond delay="0"/>
                                  </p:stCondLst>
                                  <p:childTnLst>
                                    <p:set>
                                      <p:cBhvr>
                                        <p:cTn id="44" dur="1" fill="hold">
                                          <p:stCondLst>
                                            <p:cond delay="0"/>
                                          </p:stCondLst>
                                        </p:cTn>
                                        <p:tgtEl>
                                          <p:spTgt spid="2">
                                            <p:graphicEl>
                                              <a:dgm id="{FDB73C2C-A62A-4828-8D70-8823DB3D5158}"/>
                                            </p:graphicEl>
                                          </p:spTgt>
                                        </p:tgtEl>
                                        <p:attrNameLst>
                                          <p:attrName>style.visibility</p:attrName>
                                        </p:attrNameLst>
                                      </p:cBhvr>
                                      <p:to>
                                        <p:strVal val="visible"/>
                                      </p:to>
                                    </p:set>
                                    <p:animEffect transition="in" filter="wipe(down)">
                                      <p:cBhvr>
                                        <p:cTn id="45" dur="500"/>
                                        <p:tgtEl>
                                          <p:spTgt spid="2">
                                            <p:graphicEl>
                                              <a:dgm id="{FDB73C2C-A62A-4828-8D70-8823DB3D5158}"/>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3 Grupo"/>
          <p:cNvGrpSpPr/>
          <p:nvPr/>
        </p:nvGrpSpPr>
        <p:grpSpPr>
          <a:xfrm>
            <a:off x="0" y="-27383"/>
            <a:ext cx="9144000" cy="6890884"/>
            <a:chOff x="0" y="-27383"/>
            <a:chExt cx="9144000" cy="6890884"/>
          </a:xfrm>
        </p:grpSpPr>
        <p:pic>
          <p:nvPicPr>
            <p:cNvPr id="5"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5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7" name="6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9"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0" name="9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sp>
        <p:nvSpPr>
          <p:cNvPr id="2" name="Rectangle 4"/>
          <p:cNvSpPr txBox="1">
            <a:spLocks noChangeArrowheads="1"/>
          </p:cNvSpPr>
          <p:nvPr/>
        </p:nvSpPr>
        <p:spPr>
          <a:xfrm>
            <a:off x="681037" y="1585119"/>
            <a:ext cx="7851775" cy="4306526"/>
          </a:xfrm>
          <a:prstGeom prst="rect">
            <a:avLst/>
          </a:prstGeom>
        </p:spPr>
        <p:txBody>
          <a:bodyPr/>
          <a:lstStyle/>
          <a:p>
            <a:pPr marL="609600" indent="-609600" algn="just">
              <a:lnSpc>
                <a:spcPct val="85000"/>
              </a:lnSpc>
              <a:spcBef>
                <a:spcPct val="20000"/>
              </a:spcBef>
              <a:buFontTx/>
              <a:buAutoNum type="arabicPeriod"/>
              <a:defRPr/>
            </a:pPr>
            <a:r>
              <a:rPr lang="es-CO" sz="2800" dirty="0" smtClean="0">
                <a:solidFill>
                  <a:schemeClr val="bg1">
                    <a:lumMod val="85000"/>
                  </a:schemeClr>
                </a:solidFill>
                <a:latin typeface="Futura Std Medium" pitchFamily="34" charset="0"/>
                <a:cs typeface="Futura Std Book"/>
              </a:rPr>
              <a:t>Objetivos de la sesión </a:t>
            </a:r>
          </a:p>
          <a:p>
            <a:pPr marL="609600" indent="-609600" algn="just">
              <a:lnSpc>
                <a:spcPct val="85000"/>
              </a:lnSpc>
              <a:spcBef>
                <a:spcPct val="20000"/>
              </a:spcBef>
              <a:buFontTx/>
              <a:buAutoNum type="arabicPeriod"/>
              <a:defRPr/>
            </a:pPr>
            <a:r>
              <a:rPr lang="es-CO" sz="2800" dirty="0" smtClean="0">
                <a:solidFill>
                  <a:schemeClr val="bg1">
                    <a:lumMod val="85000"/>
                  </a:schemeClr>
                </a:solidFill>
                <a:latin typeface="Futura Std Medium" pitchFamily="34" charset="0"/>
                <a:cs typeface="Futura Std Book"/>
              </a:rPr>
              <a:t>Marco legal del Sistema de Control Interno</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Justificación de la actualización</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Metodología utilizada para la actualización</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Estructura general</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Principales cambios</a:t>
            </a:r>
          </a:p>
          <a:p>
            <a:pPr marL="609600" indent="-609600" algn="just">
              <a:lnSpc>
                <a:spcPct val="85000"/>
              </a:lnSpc>
              <a:spcBef>
                <a:spcPct val="20000"/>
              </a:spcBef>
              <a:buFontTx/>
              <a:buAutoNum type="arabicPeriod"/>
              <a:defRPr/>
            </a:pPr>
            <a:r>
              <a:rPr lang="es-ES" sz="2800" dirty="0" smtClean="0">
                <a:latin typeface="Futura Std Medium" pitchFamily="34" charset="0"/>
                <a:cs typeface="Futura Std Book"/>
              </a:rPr>
              <a:t>Fases de la actualización</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Roles y Responsabilidades.</a:t>
            </a:r>
            <a:endParaRPr lang="es-CO" sz="2800" b="1" kern="0" dirty="0">
              <a:solidFill>
                <a:schemeClr val="bg1">
                  <a:lumMod val="85000"/>
                </a:schemeClr>
              </a:solidFill>
              <a:latin typeface="Futura Std Medium" pitchFamily="34" charset="0"/>
            </a:endParaRPr>
          </a:p>
          <a:p>
            <a:pPr marL="609600" indent="-609600" algn="just">
              <a:lnSpc>
                <a:spcPct val="85000"/>
              </a:lnSpc>
              <a:spcBef>
                <a:spcPct val="20000"/>
              </a:spcBef>
              <a:buFontTx/>
              <a:buAutoNum type="arabicPeriod"/>
              <a:defRPr/>
            </a:pPr>
            <a:endParaRPr lang="es-CO" sz="2500" b="1" kern="0" dirty="0">
              <a:solidFill>
                <a:srgbClr val="0000FF"/>
              </a:solidFill>
              <a:latin typeface="Calibri" pitchFamily="34" charset="0"/>
              <a:cs typeface="+mn-cs"/>
            </a:endParaRPr>
          </a:p>
        </p:txBody>
      </p:sp>
      <p:sp>
        <p:nvSpPr>
          <p:cNvPr id="3" name="2 Rectángulo redondeado"/>
          <p:cNvSpPr/>
          <p:nvPr/>
        </p:nvSpPr>
        <p:spPr>
          <a:xfrm>
            <a:off x="4571784" y="301184"/>
            <a:ext cx="3279763"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Agenda</a:t>
            </a:r>
            <a:endParaRPr lang="es-CO" sz="2800" dirty="0"/>
          </a:p>
        </p:txBody>
      </p:sp>
    </p:spTree>
    <p:extLst>
      <p:ext uri="{BB962C8B-B14F-4D97-AF65-F5344CB8AC3E}">
        <p14:creationId xmlns:p14="http://schemas.microsoft.com/office/powerpoint/2010/main" val="424983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21 Grupo"/>
          <p:cNvGrpSpPr/>
          <p:nvPr/>
        </p:nvGrpSpPr>
        <p:grpSpPr>
          <a:xfrm>
            <a:off x="0" y="-27383"/>
            <a:ext cx="9144000" cy="6890884"/>
            <a:chOff x="0" y="-27383"/>
            <a:chExt cx="9144000" cy="6890884"/>
          </a:xfrm>
        </p:grpSpPr>
        <p:pic>
          <p:nvPicPr>
            <p:cNvPr id="30"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1" name="30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32" name="31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33" name="32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34"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35" name="34 Imagen"/>
          <p:cNvPicPr>
            <a:picLocks noChangeAspect="1"/>
          </p:cNvPicPr>
          <p:nvPr/>
        </p:nvPicPr>
        <p:blipFill rotWithShape="1">
          <a:blip r:embed="rId4">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aphicFrame>
        <p:nvGraphicFramePr>
          <p:cNvPr id="3" name="2 Diagrama"/>
          <p:cNvGraphicFramePr/>
          <p:nvPr>
            <p:extLst>
              <p:ext uri="{D42A27DB-BD31-4B8C-83A1-F6EECF244321}">
                <p14:modId xmlns:p14="http://schemas.microsoft.com/office/powerpoint/2010/main" val="1704603113"/>
              </p:ext>
            </p:extLst>
          </p:nvPr>
        </p:nvGraphicFramePr>
        <p:xfrm>
          <a:off x="95528" y="1009933"/>
          <a:ext cx="5595587" cy="5663821"/>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grpSp>
        <p:nvGrpSpPr>
          <p:cNvPr id="25" name="24 Grupo"/>
          <p:cNvGrpSpPr/>
          <p:nvPr/>
        </p:nvGrpSpPr>
        <p:grpSpPr>
          <a:xfrm>
            <a:off x="3138985" y="5453963"/>
            <a:ext cx="5991369" cy="1274991"/>
            <a:chOff x="3138985" y="5453963"/>
            <a:chExt cx="5991369" cy="1274991"/>
          </a:xfrm>
        </p:grpSpPr>
        <p:sp>
          <p:nvSpPr>
            <p:cNvPr id="4" name="3 Rectángulo"/>
            <p:cNvSpPr/>
            <p:nvPr/>
          </p:nvSpPr>
          <p:spPr>
            <a:xfrm>
              <a:off x="4757383" y="5453963"/>
              <a:ext cx="4372971" cy="1274991"/>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85750" algn="just">
                <a:buFont typeface="Wingdings" pitchFamily="2" charset="2"/>
                <a:buChar char="ü"/>
              </a:pPr>
              <a:r>
                <a:rPr lang="es-CO" sz="1500" b="1" dirty="0" smtClean="0">
                  <a:latin typeface="Futura Std Medium" pitchFamily="34" charset="0"/>
                </a:rPr>
                <a:t>Revisión lineamientos sobre la actualización.</a:t>
              </a:r>
            </a:p>
            <a:p>
              <a:pPr marL="342900" indent="-342900" algn="just">
                <a:buFont typeface="Wingdings" pitchFamily="2" charset="2"/>
                <a:buChar char="ü"/>
              </a:pPr>
              <a:r>
                <a:rPr lang="es-CO" sz="1500" b="1" dirty="0" smtClean="0">
                  <a:latin typeface="Futura Std Medium" pitchFamily="34" charset="0"/>
                </a:rPr>
                <a:t>Capacitación a los funcionarios sobre el proceso a llevar a cabo para la actualización.</a:t>
              </a:r>
              <a:endParaRPr lang="es-CO" sz="1500" b="1" dirty="0">
                <a:latin typeface="Futura Std Medium" pitchFamily="34" charset="0"/>
              </a:endParaRPr>
            </a:p>
          </p:txBody>
        </p:sp>
        <p:cxnSp>
          <p:nvCxnSpPr>
            <p:cNvPr id="6" name="5 Conector recto de flecha"/>
            <p:cNvCxnSpPr>
              <a:stCxn id="4" idx="1"/>
            </p:cNvCxnSpPr>
            <p:nvPr/>
          </p:nvCxnSpPr>
          <p:spPr>
            <a:xfrm flipH="1">
              <a:off x="3138985" y="6091459"/>
              <a:ext cx="1618398" cy="228063"/>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grpSp>
      <p:grpSp>
        <p:nvGrpSpPr>
          <p:cNvPr id="26" name="25 Grupo"/>
          <p:cNvGrpSpPr/>
          <p:nvPr/>
        </p:nvGrpSpPr>
        <p:grpSpPr>
          <a:xfrm>
            <a:off x="3948184" y="4504042"/>
            <a:ext cx="5154874" cy="828001"/>
            <a:chOff x="3948184" y="4849482"/>
            <a:chExt cx="5154874" cy="828001"/>
          </a:xfrm>
        </p:grpSpPr>
        <p:cxnSp>
          <p:nvCxnSpPr>
            <p:cNvPr id="8" name="7 Conector recto de flecha"/>
            <p:cNvCxnSpPr/>
            <p:nvPr/>
          </p:nvCxnSpPr>
          <p:spPr>
            <a:xfrm flipH="1">
              <a:off x="3948184" y="5256642"/>
              <a:ext cx="1633751" cy="0"/>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sp>
          <p:nvSpPr>
            <p:cNvPr id="16" name="15 Rectángulo"/>
            <p:cNvSpPr/>
            <p:nvPr/>
          </p:nvSpPr>
          <p:spPr>
            <a:xfrm>
              <a:off x="5581935" y="4849482"/>
              <a:ext cx="3521123" cy="828001"/>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85750" algn="just">
                <a:buFont typeface="Wingdings" pitchFamily="2" charset="2"/>
                <a:buChar char="ü"/>
              </a:pPr>
              <a:r>
                <a:rPr lang="es-CO" sz="1500" b="1" dirty="0" smtClean="0">
                  <a:latin typeface="Futura Std Medium" pitchFamily="34" charset="0"/>
                </a:rPr>
                <a:t>Identificar los cambios. </a:t>
              </a:r>
            </a:p>
            <a:p>
              <a:pPr marL="285750" indent="-285750" algn="just">
                <a:buFont typeface="Wingdings" pitchFamily="2" charset="2"/>
                <a:buChar char="ü"/>
              </a:pPr>
              <a:r>
                <a:rPr lang="es-CO" sz="1500" b="1" dirty="0" smtClean="0">
                  <a:latin typeface="Futura Std Medium" pitchFamily="34" charset="0"/>
                </a:rPr>
                <a:t>Autoevaluación al SCI actual (Anexo </a:t>
              </a:r>
              <a:r>
                <a:rPr lang="es-CO" sz="1500" b="1" dirty="0">
                  <a:latin typeface="Futura Std Medium" pitchFamily="34" charset="0"/>
                </a:rPr>
                <a:t>4</a:t>
              </a:r>
              <a:r>
                <a:rPr lang="es-CO" sz="1500" b="1" dirty="0" smtClean="0">
                  <a:latin typeface="Futura Std Medium" pitchFamily="34" charset="0"/>
                </a:rPr>
                <a:t>).</a:t>
              </a:r>
              <a:endParaRPr lang="es-CO" sz="1500" b="1" dirty="0">
                <a:latin typeface="Futura Std Medium" pitchFamily="34" charset="0"/>
              </a:endParaRPr>
            </a:p>
          </p:txBody>
        </p:sp>
      </p:grpSp>
      <p:grpSp>
        <p:nvGrpSpPr>
          <p:cNvPr id="27" name="26 Grupo"/>
          <p:cNvGrpSpPr/>
          <p:nvPr/>
        </p:nvGrpSpPr>
        <p:grpSpPr>
          <a:xfrm>
            <a:off x="4100584" y="3611610"/>
            <a:ext cx="5002474" cy="828001"/>
            <a:chOff x="4100584" y="3774170"/>
            <a:chExt cx="5002474" cy="828001"/>
          </a:xfrm>
        </p:grpSpPr>
        <p:cxnSp>
          <p:nvCxnSpPr>
            <p:cNvPr id="17" name="16 Conector recto de flecha"/>
            <p:cNvCxnSpPr/>
            <p:nvPr/>
          </p:nvCxnSpPr>
          <p:spPr>
            <a:xfrm flipH="1">
              <a:off x="4100584" y="4262610"/>
              <a:ext cx="1633751" cy="0"/>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sp>
          <p:nvSpPr>
            <p:cNvPr id="18" name="17 Rectángulo"/>
            <p:cNvSpPr/>
            <p:nvPr/>
          </p:nvSpPr>
          <p:spPr>
            <a:xfrm>
              <a:off x="5734335" y="3774170"/>
              <a:ext cx="3368723" cy="828001"/>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85750" algn="just">
                <a:buFont typeface="Wingdings" pitchFamily="2" charset="2"/>
                <a:buChar char="ü"/>
              </a:pPr>
              <a:r>
                <a:rPr lang="es-CO" sz="1500" b="1" dirty="0" smtClean="0">
                  <a:latin typeface="Futura Std Medium" pitchFamily="34" charset="0"/>
                </a:rPr>
                <a:t>Plan de trabajo producto del diagnóstico realizado.</a:t>
              </a:r>
              <a:endParaRPr lang="es-CO" sz="1500" b="1" dirty="0">
                <a:latin typeface="Futura Std Medium" pitchFamily="34" charset="0"/>
              </a:endParaRPr>
            </a:p>
          </p:txBody>
        </p:sp>
      </p:grpSp>
      <p:grpSp>
        <p:nvGrpSpPr>
          <p:cNvPr id="28" name="27 Grupo"/>
          <p:cNvGrpSpPr/>
          <p:nvPr/>
        </p:nvGrpSpPr>
        <p:grpSpPr>
          <a:xfrm>
            <a:off x="4171096" y="2657610"/>
            <a:ext cx="4931962" cy="828001"/>
            <a:chOff x="4171096" y="2779530"/>
            <a:chExt cx="4931962" cy="828001"/>
          </a:xfrm>
        </p:grpSpPr>
        <p:cxnSp>
          <p:nvCxnSpPr>
            <p:cNvPr id="19" name="18 Conector recto de flecha"/>
            <p:cNvCxnSpPr/>
            <p:nvPr/>
          </p:nvCxnSpPr>
          <p:spPr>
            <a:xfrm flipH="1">
              <a:off x="4171096" y="3186690"/>
              <a:ext cx="1633751" cy="0"/>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sp>
          <p:nvSpPr>
            <p:cNvPr id="20" name="19 Rectángulo"/>
            <p:cNvSpPr/>
            <p:nvPr/>
          </p:nvSpPr>
          <p:spPr>
            <a:xfrm>
              <a:off x="5804847" y="2779530"/>
              <a:ext cx="3298211" cy="828001"/>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85750" algn="just">
                <a:buFont typeface="Wingdings" pitchFamily="2" charset="2"/>
                <a:buChar char="ü"/>
              </a:pPr>
              <a:r>
                <a:rPr lang="es-CO" sz="1500" b="1" dirty="0" smtClean="0">
                  <a:latin typeface="Futura Std Medium" pitchFamily="34" charset="0"/>
                </a:rPr>
                <a:t>Seguimiento acorde con el plan de trabajo y la priorización de actividades.</a:t>
              </a:r>
              <a:endParaRPr lang="es-CO" sz="1500" b="1" dirty="0">
                <a:latin typeface="Futura Std Medium" pitchFamily="34" charset="0"/>
              </a:endParaRPr>
            </a:p>
          </p:txBody>
        </p:sp>
      </p:grpSp>
      <p:grpSp>
        <p:nvGrpSpPr>
          <p:cNvPr id="29" name="28 Grupo"/>
          <p:cNvGrpSpPr/>
          <p:nvPr/>
        </p:nvGrpSpPr>
        <p:grpSpPr>
          <a:xfrm>
            <a:off x="4057365" y="942518"/>
            <a:ext cx="4070733" cy="1633812"/>
            <a:chOff x="4057365" y="1003478"/>
            <a:chExt cx="4281418" cy="1633812"/>
          </a:xfrm>
        </p:grpSpPr>
        <p:cxnSp>
          <p:nvCxnSpPr>
            <p:cNvPr id="23" name="22 Conector recto de flecha"/>
            <p:cNvCxnSpPr/>
            <p:nvPr/>
          </p:nvCxnSpPr>
          <p:spPr>
            <a:xfrm flipH="1">
              <a:off x="4057365" y="1715007"/>
              <a:ext cx="1128784" cy="0"/>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sp>
          <p:nvSpPr>
            <p:cNvPr id="24" name="23 Rectángulo"/>
            <p:cNvSpPr/>
            <p:nvPr/>
          </p:nvSpPr>
          <p:spPr>
            <a:xfrm>
              <a:off x="5292081" y="1003478"/>
              <a:ext cx="3046702" cy="163381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85750" algn="just">
                <a:buFont typeface="Wingdings" pitchFamily="2" charset="2"/>
                <a:buChar char="ü"/>
              </a:pPr>
              <a:r>
                <a:rPr lang="es-CO" sz="1400" b="1" dirty="0" smtClean="0">
                  <a:latin typeface="Futura Std Medium" pitchFamily="34" charset="0"/>
                </a:rPr>
                <a:t>Balance final donde se compara el diagnóstico inicial y lo ejecutado, dando cuenta del proceso de actualización.</a:t>
              </a:r>
            </a:p>
            <a:p>
              <a:pPr marL="285750" indent="-285750" algn="just">
                <a:buFont typeface="Wingdings" pitchFamily="2" charset="2"/>
                <a:buChar char="ü"/>
              </a:pPr>
              <a:r>
                <a:rPr lang="es-CO" sz="1400" b="1" dirty="0" smtClean="0">
                  <a:latin typeface="Futura Std Medium" pitchFamily="34" charset="0"/>
                </a:rPr>
                <a:t>Capacitación a los funcionarios.</a:t>
              </a:r>
              <a:endParaRPr lang="es-CO" sz="1400" b="1" dirty="0">
                <a:latin typeface="Futura Std Medium" pitchFamily="34" charset="0"/>
              </a:endParaRPr>
            </a:p>
          </p:txBody>
        </p:sp>
      </p:grpSp>
      <p:sp>
        <p:nvSpPr>
          <p:cNvPr id="21" name="20 Rectángulo redondeado"/>
          <p:cNvSpPr/>
          <p:nvPr/>
        </p:nvSpPr>
        <p:spPr>
          <a:xfrm>
            <a:off x="2790843" y="249616"/>
            <a:ext cx="5002474" cy="510778"/>
          </a:xfrm>
          <a:prstGeom prst="roundRect">
            <a:avLst/>
          </a:prstGeom>
          <a:ln>
            <a:solidFill>
              <a:srgbClr val="632B00"/>
            </a:solidFill>
          </a:ln>
        </p:spPr>
        <p:txBody>
          <a:bodyPr wrap="square">
            <a:spAutoFit/>
          </a:bodyPr>
          <a:lstStyle/>
          <a:p>
            <a:pPr algn="ctr"/>
            <a:r>
              <a:rPr lang="es-CO" sz="2400" b="1" dirty="0" smtClean="0">
                <a:latin typeface="Futura Std Medium"/>
                <a:cs typeface="Futura Std Medium"/>
              </a:rPr>
              <a:t>Transición para la Actualización</a:t>
            </a:r>
            <a:endParaRPr lang="es-CO" sz="2400" dirty="0"/>
          </a:p>
        </p:txBody>
      </p:sp>
    </p:spTree>
    <p:extLst>
      <p:ext uri="{BB962C8B-B14F-4D97-AF65-F5344CB8AC3E}">
        <p14:creationId xmlns:p14="http://schemas.microsoft.com/office/powerpoint/2010/main" val="398849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1000" fill="hold"/>
                                        <p:tgtEl>
                                          <p:spTgt spid="3"/>
                                        </p:tgtEl>
                                        <p:attrNameLst>
                                          <p:attrName>ppt_w</p:attrName>
                                        </p:attrNameLst>
                                      </p:cBhvr>
                                      <p:tavLst>
                                        <p:tav tm="0">
                                          <p:val>
                                            <p:fltVal val="0"/>
                                          </p:val>
                                        </p:tav>
                                        <p:tav tm="100000">
                                          <p:val>
                                            <p:strVal val="#ppt_w"/>
                                          </p:val>
                                        </p:tav>
                                      </p:tavLst>
                                    </p:anim>
                                    <p:anim calcmode="lin" valueType="num">
                                      <p:cBhvr>
                                        <p:cTn id="8" dur="1000" fill="hold"/>
                                        <p:tgtEl>
                                          <p:spTgt spid="3"/>
                                        </p:tgtEl>
                                        <p:attrNameLst>
                                          <p:attrName>ppt_h</p:attrName>
                                        </p:attrNameLst>
                                      </p:cBhvr>
                                      <p:tavLst>
                                        <p:tav tm="0">
                                          <p:val>
                                            <p:fltVal val="0"/>
                                          </p:val>
                                        </p:tav>
                                        <p:tav tm="100000">
                                          <p:val>
                                            <p:strVal val="#ppt_h"/>
                                          </p:val>
                                        </p:tav>
                                      </p:tavLst>
                                    </p:anim>
                                    <p:anim calcmode="lin" valueType="num">
                                      <p:cBhvr>
                                        <p:cTn id="9" dur="1000" fill="hold"/>
                                        <p:tgtEl>
                                          <p:spTgt spid="3"/>
                                        </p:tgtEl>
                                        <p:attrNameLst>
                                          <p:attrName>style.rotation</p:attrName>
                                        </p:attrNameLst>
                                      </p:cBhvr>
                                      <p:tavLst>
                                        <p:tav tm="0">
                                          <p:val>
                                            <p:fltVal val="90"/>
                                          </p:val>
                                        </p:tav>
                                        <p:tav tm="100000">
                                          <p:val>
                                            <p:fltVal val="0"/>
                                          </p:val>
                                        </p:tav>
                                      </p:tavLst>
                                    </p:anim>
                                    <p:animEffect transition="in" filter="fade">
                                      <p:cBhvr>
                                        <p:cTn id="10" dur="10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 calcmode="lin" valueType="num">
                                      <p:cBhvr additive="base">
                                        <p:cTn id="15" dur="500" fill="hold"/>
                                        <p:tgtEl>
                                          <p:spTgt spid="25"/>
                                        </p:tgtEl>
                                        <p:attrNameLst>
                                          <p:attrName>ppt_x</p:attrName>
                                        </p:attrNameLst>
                                      </p:cBhvr>
                                      <p:tavLst>
                                        <p:tav tm="0">
                                          <p:val>
                                            <p:strVal val="1+#ppt_w/2"/>
                                          </p:val>
                                        </p:tav>
                                        <p:tav tm="100000">
                                          <p:val>
                                            <p:strVal val="#ppt_x"/>
                                          </p:val>
                                        </p:tav>
                                      </p:tavLst>
                                    </p:anim>
                                    <p:anim calcmode="lin" valueType="num">
                                      <p:cBhvr additive="base">
                                        <p:cTn id="16" dur="500" fill="hold"/>
                                        <p:tgtEl>
                                          <p:spTgt spid="25"/>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2" fill="hold" nodeType="clickEffect">
                                  <p:stCondLst>
                                    <p:cond delay="0"/>
                                  </p:stCondLst>
                                  <p:childTnLst>
                                    <p:set>
                                      <p:cBhvr>
                                        <p:cTn id="20" dur="1" fill="hold">
                                          <p:stCondLst>
                                            <p:cond delay="0"/>
                                          </p:stCondLst>
                                        </p:cTn>
                                        <p:tgtEl>
                                          <p:spTgt spid="26"/>
                                        </p:tgtEl>
                                        <p:attrNameLst>
                                          <p:attrName>style.visibility</p:attrName>
                                        </p:attrNameLst>
                                      </p:cBhvr>
                                      <p:to>
                                        <p:strVal val="visible"/>
                                      </p:to>
                                    </p:set>
                                    <p:anim calcmode="lin" valueType="num">
                                      <p:cBhvr additive="base">
                                        <p:cTn id="21" dur="500" fill="hold"/>
                                        <p:tgtEl>
                                          <p:spTgt spid="26"/>
                                        </p:tgtEl>
                                        <p:attrNameLst>
                                          <p:attrName>ppt_x</p:attrName>
                                        </p:attrNameLst>
                                      </p:cBhvr>
                                      <p:tavLst>
                                        <p:tav tm="0">
                                          <p:val>
                                            <p:strVal val="1+#ppt_w/2"/>
                                          </p:val>
                                        </p:tav>
                                        <p:tav tm="100000">
                                          <p:val>
                                            <p:strVal val="#ppt_x"/>
                                          </p:val>
                                        </p:tav>
                                      </p:tavLst>
                                    </p:anim>
                                    <p:anim calcmode="lin" valueType="num">
                                      <p:cBhvr additive="base">
                                        <p:cTn id="22" dur="500" fill="hold"/>
                                        <p:tgtEl>
                                          <p:spTgt spid="26"/>
                                        </p:tgtEl>
                                        <p:attrNameLst>
                                          <p:attrName>ppt_y</p:attrName>
                                        </p:attrNameLst>
                                      </p:cBhvr>
                                      <p:tavLst>
                                        <p:tav tm="0">
                                          <p:val>
                                            <p:strVal val="#ppt_y"/>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2"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 calcmode="lin" valueType="num">
                                      <p:cBhvr additive="base">
                                        <p:cTn id="27" dur="500" fill="hold"/>
                                        <p:tgtEl>
                                          <p:spTgt spid="27"/>
                                        </p:tgtEl>
                                        <p:attrNameLst>
                                          <p:attrName>ppt_x</p:attrName>
                                        </p:attrNameLst>
                                      </p:cBhvr>
                                      <p:tavLst>
                                        <p:tav tm="0">
                                          <p:val>
                                            <p:strVal val="1+#ppt_w/2"/>
                                          </p:val>
                                        </p:tav>
                                        <p:tav tm="100000">
                                          <p:val>
                                            <p:strVal val="#ppt_x"/>
                                          </p:val>
                                        </p:tav>
                                      </p:tavLst>
                                    </p:anim>
                                    <p:anim calcmode="lin" valueType="num">
                                      <p:cBhvr additive="base">
                                        <p:cTn id="28" dur="500" fill="hold"/>
                                        <p:tgtEl>
                                          <p:spTgt spid="27"/>
                                        </p:tgtEl>
                                        <p:attrNameLst>
                                          <p:attrName>ppt_y</p:attrName>
                                        </p:attrNameLst>
                                      </p:cBhvr>
                                      <p:tavLst>
                                        <p:tav tm="0">
                                          <p:val>
                                            <p:strVal val="#ppt_y"/>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2" fill="hold" nodeType="clickEffect">
                                  <p:stCondLst>
                                    <p:cond delay="0"/>
                                  </p:stCondLst>
                                  <p:childTnLst>
                                    <p:set>
                                      <p:cBhvr>
                                        <p:cTn id="32" dur="1" fill="hold">
                                          <p:stCondLst>
                                            <p:cond delay="0"/>
                                          </p:stCondLst>
                                        </p:cTn>
                                        <p:tgtEl>
                                          <p:spTgt spid="28"/>
                                        </p:tgtEl>
                                        <p:attrNameLst>
                                          <p:attrName>style.visibility</p:attrName>
                                        </p:attrNameLst>
                                      </p:cBhvr>
                                      <p:to>
                                        <p:strVal val="visible"/>
                                      </p:to>
                                    </p:set>
                                    <p:anim calcmode="lin" valueType="num">
                                      <p:cBhvr additive="base">
                                        <p:cTn id="33" dur="500" fill="hold"/>
                                        <p:tgtEl>
                                          <p:spTgt spid="28"/>
                                        </p:tgtEl>
                                        <p:attrNameLst>
                                          <p:attrName>ppt_x</p:attrName>
                                        </p:attrNameLst>
                                      </p:cBhvr>
                                      <p:tavLst>
                                        <p:tav tm="0">
                                          <p:val>
                                            <p:strVal val="1+#ppt_w/2"/>
                                          </p:val>
                                        </p:tav>
                                        <p:tav tm="100000">
                                          <p:val>
                                            <p:strVal val="#ppt_x"/>
                                          </p:val>
                                        </p:tav>
                                      </p:tavLst>
                                    </p:anim>
                                    <p:anim calcmode="lin" valueType="num">
                                      <p:cBhvr additive="base">
                                        <p:cTn id="34"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2"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 calcmode="lin" valueType="num">
                                      <p:cBhvr additive="base">
                                        <p:cTn id="39" dur="500" fill="hold"/>
                                        <p:tgtEl>
                                          <p:spTgt spid="29"/>
                                        </p:tgtEl>
                                        <p:attrNameLst>
                                          <p:attrName>ppt_x</p:attrName>
                                        </p:attrNameLst>
                                      </p:cBhvr>
                                      <p:tavLst>
                                        <p:tav tm="0">
                                          <p:val>
                                            <p:strVal val="1+#ppt_w/2"/>
                                          </p:val>
                                        </p:tav>
                                        <p:tav tm="100000">
                                          <p:val>
                                            <p:strVal val="#ppt_x"/>
                                          </p:val>
                                        </p:tav>
                                      </p:tavLst>
                                    </p:anim>
                                    <p:anim calcmode="lin" valueType="num">
                                      <p:cBhvr additive="base">
                                        <p:cTn id="40" dur="500" fill="hold"/>
                                        <p:tgtEl>
                                          <p:spTgt spid="2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6 Grupo"/>
          <p:cNvGrpSpPr/>
          <p:nvPr/>
        </p:nvGrpSpPr>
        <p:grpSpPr>
          <a:xfrm>
            <a:off x="0" y="-27383"/>
            <a:ext cx="9144000" cy="6890884"/>
            <a:chOff x="0" y="-27383"/>
            <a:chExt cx="9144000" cy="6890884"/>
          </a:xfrm>
        </p:grpSpPr>
        <p:pic>
          <p:nvPicPr>
            <p:cNvPr id="8"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8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1" name="10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2"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3" name="12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sp>
        <p:nvSpPr>
          <p:cNvPr id="3" name="2 Rectángulo redondeado"/>
          <p:cNvSpPr/>
          <p:nvPr/>
        </p:nvSpPr>
        <p:spPr>
          <a:xfrm>
            <a:off x="108858" y="931178"/>
            <a:ext cx="8019240" cy="1328023"/>
          </a:xfrm>
          <a:prstGeom prst="roundRect">
            <a:avLst/>
          </a:prstGeom>
          <a:solidFill>
            <a:srgbClr val="3898B2"/>
          </a:solidFill>
          <a:ln>
            <a:noFill/>
          </a:ln>
        </p:spPr>
        <p:txBody>
          <a:bodyPr wrap="square">
            <a:spAutoFit/>
          </a:bodyPr>
          <a:lstStyle/>
          <a:p>
            <a:pPr algn="ctr">
              <a:spcBef>
                <a:spcPct val="0"/>
              </a:spcBef>
            </a:pPr>
            <a:r>
              <a:rPr lang="es-CO" b="1" dirty="0">
                <a:solidFill>
                  <a:schemeClr val="bg1"/>
                </a:solidFill>
                <a:latin typeface="Futura Std Medium" pitchFamily="34" charset="0"/>
              </a:rPr>
              <a:t>Las entidades y organismos que cuentan con un Modelo implementado, dentro de los </a:t>
            </a:r>
            <a:r>
              <a:rPr lang="es-CO" b="1" dirty="0" smtClean="0">
                <a:solidFill>
                  <a:schemeClr val="bg1"/>
                </a:solidFill>
                <a:latin typeface="Futura Std Medium" pitchFamily="34" charset="0"/>
              </a:rPr>
              <a:t>siete </a:t>
            </a:r>
            <a:r>
              <a:rPr lang="es-CO" b="1" dirty="0">
                <a:solidFill>
                  <a:schemeClr val="bg1"/>
                </a:solidFill>
                <a:latin typeface="Futura Std Medium" pitchFamily="34" charset="0"/>
              </a:rPr>
              <a:t>meses siguientes a la publicación del </a:t>
            </a:r>
            <a:r>
              <a:rPr lang="es-CO" b="1" dirty="0" smtClean="0">
                <a:solidFill>
                  <a:schemeClr val="bg1"/>
                </a:solidFill>
                <a:latin typeface="Futura Std Medium" pitchFamily="34" charset="0"/>
              </a:rPr>
              <a:t>decreto </a:t>
            </a:r>
            <a:r>
              <a:rPr lang="es-CO" b="1" dirty="0">
                <a:solidFill>
                  <a:schemeClr val="bg1"/>
                </a:solidFill>
                <a:latin typeface="Futura Std Medium" pitchFamily="34" charset="0"/>
              </a:rPr>
              <a:t>deberán realizar los ajustes necesarios para </a:t>
            </a:r>
            <a:r>
              <a:rPr lang="es-CO" b="1" dirty="0" smtClean="0">
                <a:solidFill>
                  <a:schemeClr val="bg1"/>
                </a:solidFill>
                <a:latin typeface="Futura Std Medium" pitchFamily="34" charset="0"/>
              </a:rPr>
              <a:t>adaptar </a:t>
            </a:r>
            <a:r>
              <a:rPr lang="es-CO" b="1" dirty="0">
                <a:solidFill>
                  <a:schemeClr val="bg1"/>
                </a:solidFill>
                <a:latin typeface="Futura Std Medium" pitchFamily="34" charset="0"/>
              </a:rPr>
              <a:t>los cambios surtidos en la actualización del MECI.</a:t>
            </a:r>
          </a:p>
        </p:txBody>
      </p:sp>
      <p:graphicFrame>
        <p:nvGraphicFramePr>
          <p:cNvPr id="5" name="4 Diagrama"/>
          <p:cNvGraphicFramePr/>
          <p:nvPr>
            <p:extLst>
              <p:ext uri="{D42A27DB-BD31-4B8C-83A1-F6EECF244321}">
                <p14:modId xmlns:p14="http://schemas.microsoft.com/office/powerpoint/2010/main" val="3998690395"/>
              </p:ext>
            </p:extLst>
          </p:nvPr>
        </p:nvGraphicFramePr>
        <p:xfrm>
          <a:off x="1614549" y="2415650"/>
          <a:ext cx="5823481" cy="40388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6" name="5 Rectángulo redondeado"/>
          <p:cNvSpPr/>
          <p:nvPr/>
        </p:nvSpPr>
        <p:spPr>
          <a:xfrm>
            <a:off x="3088039" y="235582"/>
            <a:ext cx="5029821"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Fases para la actualización</a:t>
            </a:r>
            <a:endParaRPr lang="es-CO" sz="2800" dirty="0"/>
          </a:p>
        </p:txBody>
      </p:sp>
    </p:spTree>
    <p:extLst>
      <p:ext uri="{BB962C8B-B14F-4D97-AF65-F5344CB8AC3E}">
        <p14:creationId xmlns:p14="http://schemas.microsoft.com/office/powerpoint/2010/main" val="4215709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5">
                                            <p:graphicEl>
                                              <a:dgm id="{FB9947AE-3F5A-4438-A1BD-9341BC6B5DE2}"/>
                                            </p:graphicEl>
                                          </p:spTgt>
                                        </p:tgtEl>
                                        <p:attrNameLst>
                                          <p:attrName>style.visibility</p:attrName>
                                        </p:attrNameLst>
                                      </p:cBhvr>
                                      <p:to>
                                        <p:strVal val="visible"/>
                                      </p:to>
                                    </p:set>
                                    <p:animEffect transition="in" filter="wipe(down)">
                                      <p:cBhvr>
                                        <p:cTn id="12" dur="500"/>
                                        <p:tgtEl>
                                          <p:spTgt spid="5">
                                            <p:graphicEl>
                                              <a:dgm id="{FB9947AE-3F5A-4438-A1BD-9341BC6B5DE2}"/>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5">
                                            <p:graphicEl>
                                              <a:dgm id="{9C9469F9-882B-48FB-B366-232B3FFEF88A}"/>
                                            </p:graphicEl>
                                          </p:spTgt>
                                        </p:tgtEl>
                                        <p:attrNameLst>
                                          <p:attrName>style.visibility</p:attrName>
                                        </p:attrNameLst>
                                      </p:cBhvr>
                                      <p:to>
                                        <p:strVal val="visible"/>
                                      </p:to>
                                    </p:set>
                                    <p:animEffect transition="in" filter="wipe(down)">
                                      <p:cBhvr>
                                        <p:cTn id="17" dur="500"/>
                                        <p:tgtEl>
                                          <p:spTgt spid="5">
                                            <p:graphicEl>
                                              <a:dgm id="{9C9469F9-882B-48FB-B366-232B3FFEF88A}"/>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graphicEl>
                                              <a:dgm id="{711B98A7-4ACD-45BC-A190-23BF9CC37400}"/>
                                            </p:graphicEl>
                                          </p:spTgt>
                                        </p:tgtEl>
                                        <p:attrNameLst>
                                          <p:attrName>style.visibility</p:attrName>
                                        </p:attrNameLst>
                                      </p:cBhvr>
                                      <p:to>
                                        <p:strVal val="visible"/>
                                      </p:to>
                                    </p:set>
                                    <p:animEffect transition="in" filter="wipe(down)">
                                      <p:cBhvr>
                                        <p:cTn id="22" dur="500"/>
                                        <p:tgtEl>
                                          <p:spTgt spid="5">
                                            <p:graphicEl>
                                              <a:dgm id="{711B98A7-4ACD-45BC-A190-23BF9CC37400}"/>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5">
                                            <p:graphicEl>
                                              <a:dgm id="{D49FB196-B8FE-4D74-BB4D-029CD4003B58}"/>
                                            </p:graphicEl>
                                          </p:spTgt>
                                        </p:tgtEl>
                                        <p:attrNameLst>
                                          <p:attrName>style.visibility</p:attrName>
                                        </p:attrNameLst>
                                      </p:cBhvr>
                                      <p:to>
                                        <p:strVal val="visible"/>
                                      </p:to>
                                    </p:set>
                                    <p:animEffect transition="in" filter="wipe(down)">
                                      <p:cBhvr>
                                        <p:cTn id="27" dur="500"/>
                                        <p:tgtEl>
                                          <p:spTgt spid="5">
                                            <p:graphicEl>
                                              <a:dgm id="{D49FB196-B8FE-4D74-BB4D-029CD4003B58}"/>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5">
                                            <p:graphicEl>
                                              <a:dgm id="{3EB70195-81F0-4279-9BE7-BF0542D1B956}"/>
                                            </p:graphicEl>
                                          </p:spTgt>
                                        </p:tgtEl>
                                        <p:attrNameLst>
                                          <p:attrName>style.visibility</p:attrName>
                                        </p:attrNameLst>
                                      </p:cBhvr>
                                      <p:to>
                                        <p:strVal val="visible"/>
                                      </p:to>
                                    </p:set>
                                    <p:animEffect transition="in" filter="wipe(down)">
                                      <p:cBhvr>
                                        <p:cTn id="32" dur="500"/>
                                        <p:tgtEl>
                                          <p:spTgt spid="5">
                                            <p:graphicEl>
                                              <a:dgm id="{3EB70195-81F0-4279-9BE7-BF0542D1B956}"/>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4" fill="hold" grpId="0" nodeType="clickEffect">
                                  <p:stCondLst>
                                    <p:cond delay="0"/>
                                  </p:stCondLst>
                                  <p:childTnLst>
                                    <p:set>
                                      <p:cBhvr>
                                        <p:cTn id="36" dur="1" fill="hold">
                                          <p:stCondLst>
                                            <p:cond delay="0"/>
                                          </p:stCondLst>
                                        </p:cTn>
                                        <p:tgtEl>
                                          <p:spTgt spid="5">
                                            <p:graphicEl>
                                              <a:dgm id="{47E150EB-C693-45E7-8969-ED801F5A4AAC}"/>
                                            </p:graphicEl>
                                          </p:spTgt>
                                        </p:tgtEl>
                                        <p:attrNameLst>
                                          <p:attrName>style.visibility</p:attrName>
                                        </p:attrNameLst>
                                      </p:cBhvr>
                                      <p:to>
                                        <p:strVal val="visible"/>
                                      </p:to>
                                    </p:set>
                                    <p:animEffect transition="in" filter="wipe(down)">
                                      <p:cBhvr>
                                        <p:cTn id="37" dur="500"/>
                                        <p:tgtEl>
                                          <p:spTgt spid="5">
                                            <p:graphicEl>
                                              <a:dgm id="{47E150EB-C693-45E7-8969-ED801F5A4AAC}"/>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4" fill="hold" grpId="0" nodeType="clickEffect">
                                  <p:stCondLst>
                                    <p:cond delay="0"/>
                                  </p:stCondLst>
                                  <p:childTnLst>
                                    <p:set>
                                      <p:cBhvr>
                                        <p:cTn id="41" dur="1" fill="hold">
                                          <p:stCondLst>
                                            <p:cond delay="0"/>
                                          </p:stCondLst>
                                        </p:cTn>
                                        <p:tgtEl>
                                          <p:spTgt spid="5">
                                            <p:graphicEl>
                                              <a:dgm id="{395A65AE-20D1-48A7-ACD1-6D1A0879C94D}"/>
                                            </p:graphicEl>
                                          </p:spTgt>
                                        </p:tgtEl>
                                        <p:attrNameLst>
                                          <p:attrName>style.visibility</p:attrName>
                                        </p:attrNameLst>
                                      </p:cBhvr>
                                      <p:to>
                                        <p:strVal val="visible"/>
                                      </p:to>
                                    </p:set>
                                    <p:animEffect transition="in" filter="wipe(down)">
                                      <p:cBhvr>
                                        <p:cTn id="42" dur="500"/>
                                        <p:tgtEl>
                                          <p:spTgt spid="5">
                                            <p:graphicEl>
                                              <a:dgm id="{395A65AE-20D1-48A7-ACD1-6D1A0879C94D}"/>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4" fill="hold" grpId="0" nodeType="clickEffect">
                                  <p:stCondLst>
                                    <p:cond delay="0"/>
                                  </p:stCondLst>
                                  <p:childTnLst>
                                    <p:set>
                                      <p:cBhvr>
                                        <p:cTn id="46" dur="1" fill="hold">
                                          <p:stCondLst>
                                            <p:cond delay="0"/>
                                          </p:stCondLst>
                                        </p:cTn>
                                        <p:tgtEl>
                                          <p:spTgt spid="5">
                                            <p:graphicEl>
                                              <a:dgm id="{425ACD9A-65B3-47DD-9711-E281FE5FA44B}"/>
                                            </p:graphicEl>
                                          </p:spTgt>
                                        </p:tgtEl>
                                        <p:attrNameLst>
                                          <p:attrName>style.visibility</p:attrName>
                                        </p:attrNameLst>
                                      </p:cBhvr>
                                      <p:to>
                                        <p:strVal val="visible"/>
                                      </p:to>
                                    </p:set>
                                    <p:animEffect transition="in" filter="wipe(down)">
                                      <p:cBhvr>
                                        <p:cTn id="47" dur="500"/>
                                        <p:tgtEl>
                                          <p:spTgt spid="5">
                                            <p:graphicEl>
                                              <a:dgm id="{425ACD9A-65B3-47DD-9711-E281FE5FA44B}"/>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4" fill="hold" grpId="0" nodeType="clickEffect">
                                  <p:stCondLst>
                                    <p:cond delay="0"/>
                                  </p:stCondLst>
                                  <p:childTnLst>
                                    <p:set>
                                      <p:cBhvr>
                                        <p:cTn id="51" dur="1" fill="hold">
                                          <p:stCondLst>
                                            <p:cond delay="0"/>
                                          </p:stCondLst>
                                        </p:cTn>
                                        <p:tgtEl>
                                          <p:spTgt spid="5">
                                            <p:graphicEl>
                                              <a:dgm id="{C850B4FE-11FF-4C26-8C8D-988F1ACECD78}"/>
                                            </p:graphicEl>
                                          </p:spTgt>
                                        </p:tgtEl>
                                        <p:attrNameLst>
                                          <p:attrName>style.visibility</p:attrName>
                                        </p:attrNameLst>
                                      </p:cBhvr>
                                      <p:to>
                                        <p:strVal val="visible"/>
                                      </p:to>
                                    </p:set>
                                    <p:animEffect transition="in" filter="wipe(down)">
                                      <p:cBhvr>
                                        <p:cTn id="52" dur="500"/>
                                        <p:tgtEl>
                                          <p:spTgt spid="5">
                                            <p:graphicEl>
                                              <a:dgm id="{C850B4FE-11FF-4C26-8C8D-988F1ACECD78}"/>
                                            </p:graphic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4" fill="hold" grpId="0" nodeType="clickEffect">
                                  <p:stCondLst>
                                    <p:cond delay="0"/>
                                  </p:stCondLst>
                                  <p:childTnLst>
                                    <p:set>
                                      <p:cBhvr>
                                        <p:cTn id="56" dur="1" fill="hold">
                                          <p:stCondLst>
                                            <p:cond delay="0"/>
                                          </p:stCondLst>
                                        </p:cTn>
                                        <p:tgtEl>
                                          <p:spTgt spid="5">
                                            <p:graphicEl>
                                              <a:dgm id="{978AEFCB-5D83-4A8E-8881-A8F1C09DD29C}"/>
                                            </p:graphicEl>
                                          </p:spTgt>
                                        </p:tgtEl>
                                        <p:attrNameLst>
                                          <p:attrName>style.visibility</p:attrName>
                                        </p:attrNameLst>
                                      </p:cBhvr>
                                      <p:to>
                                        <p:strVal val="visible"/>
                                      </p:to>
                                    </p:set>
                                    <p:animEffect transition="in" filter="wipe(down)">
                                      <p:cBhvr>
                                        <p:cTn id="57" dur="500"/>
                                        <p:tgtEl>
                                          <p:spTgt spid="5">
                                            <p:graphicEl>
                                              <a:dgm id="{978AEFCB-5D83-4A8E-8881-A8F1C09DD29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Graphic spid="5" grpId="0">
        <p:bldSub>
          <a:bldDgm bld="one"/>
        </p:bldSub>
      </p:bldGraphic>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5 Grupo"/>
          <p:cNvGrpSpPr/>
          <p:nvPr/>
        </p:nvGrpSpPr>
        <p:grpSpPr>
          <a:xfrm>
            <a:off x="0" y="-27383"/>
            <a:ext cx="9144000" cy="6890884"/>
            <a:chOff x="0" y="-27383"/>
            <a:chExt cx="9144000" cy="6890884"/>
          </a:xfrm>
        </p:grpSpPr>
        <p:pic>
          <p:nvPicPr>
            <p:cNvPr id="7"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0" name="9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1" name="10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2" name="11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3"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4" name="13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sp>
        <p:nvSpPr>
          <p:cNvPr id="8" name="7 Rectángulo redondeado"/>
          <p:cNvSpPr/>
          <p:nvPr/>
        </p:nvSpPr>
        <p:spPr>
          <a:xfrm>
            <a:off x="108858" y="928634"/>
            <a:ext cx="8019240" cy="783193"/>
          </a:xfrm>
          <a:prstGeom prst="roundRect">
            <a:avLst/>
          </a:prstGeom>
          <a:solidFill>
            <a:srgbClr val="3898B2"/>
          </a:solidFill>
          <a:ln>
            <a:noFill/>
          </a:ln>
        </p:spPr>
        <p:txBody>
          <a:bodyPr wrap="square">
            <a:spAutoFit/>
          </a:bodyPr>
          <a:lstStyle/>
          <a:p>
            <a:pPr algn="ctr">
              <a:spcBef>
                <a:spcPct val="0"/>
              </a:spcBef>
            </a:pPr>
            <a:r>
              <a:rPr lang="es-CO" sz="2000" b="1" dirty="0">
                <a:solidFill>
                  <a:schemeClr val="bg1"/>
                </a:solidFill>
                <a:latin typeface="Futura Std Medium" pitchFamily="34" charset="0"/>
              </a:rPr>
              <a:t>Entidades creadas dentro del año anterior a la publicación del decreto de </a:t>
            </a:r>
            <a:r>
              <a:rPr lang="es-CO" sz="2000" b="1" dirty="0" smtClean="0">
                <a:solidFill>
                  <a:schemeClr val="bg1"/>
                </a:solidFill>
                <a:latin typeface="Futura Std Medium" pitchFamily="34" charset="0"/>
              </a:rPr>
              <a:t>actualización:</a:t>
            </a:r>
            <a:endParaRPr lang="es-CO" sz="2000" b="1" dirty="0">
              <a:solidFill>
                <a:schemeClr val="bg1"/>
              </a:solidFill>
              <a:latin typeface="Futura Std Medium" pitchFamily="34" charset="0"/>
            </a:endParaRPr>
          </a:p>
        </p:txBody>
      </p:sp>
      <p:graphicFrame>
        <p:nvGraphicFramePr>
          <p:cNvPr id="9" name="8 Diagrama"/>
          <p:cNvGraphicFramePr/>
          <p:nvPr>
            <p:extLst>
              <p:ext uri="{D42A27DB-BD31-4B8C-83A1-F6EECF244321}">
                <p14:modId xmlns:p14="http://schemas.microsoft.com/office/powerpoint/2010/main" val="1098660085"/>
              </p:ext>
            </p:extLst>
          </p:nvPr>
        </p:nvGraphicFramePr>
        <p:xfrm>
          <a:off x="841664" y="1998435"/>
          <a:ext cx="8070585" cy="44789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5" name="4 Rectángulo redondeado"/>
          <p:cNvSpPr/>
          <p:nvPr/>
        </p:nvSpPr>
        <p:spPr>
          <a:xfrm>
            <a:off x="3093942" y="235582"/>
            <a:ext cx="5029821" cy="510778"/>
          </a:xfrm>
          <a:prstGeom prst="roundRect">
            <a:avLst/>
          </a:prstGeom>
          <a:ln>
            <a:solidFill>
              <a:srgbClr val="632B00"/>
            </a:solidFill>
          </a:ln>
        </p:spPr>
        <p:txBody>
          <a:bodyPr wrap="square">
            <a:spAutoFit/>
          </a:bodyPr>
          <a:lstStyle/>
          <a:p>
            <a:pPr algn="ctr"/>
            <a:r>
              <a:rPr lang="es-CO" sz="2400" b="1" dirty="0" smtClean="0">
                <a:latin typeface="Futura Std Medium"/>
                <a:cs typeface="Futura Std Medium"/>
              </a:rPr>
              <a:t>Fases para la implementación</a:t>
            </a:r>
            <a:endParaRPr lang="es-CO" sz="2400" dirty="0"/>
          </a:p>
        </p:txBody>
      </p:sp>
    </p:spTree>
    <p:extLst>
      <p:ext uri="{BB962C8B-B14F-4D97-AF65-F5344CB8AC3E}">
        <p14:creationId xmlns:p14="http://schemas.microsoft.com/office/powerpoint/2010/main" val="759842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9">
                                            <p:graphicEl>
                                              <a:dgm id="{BE2E13CE-9EDC-4845-A380-616F585672F0}"/>
                                            </p:graphicEl>
                                          </p:spTgt>
                                        </p:tgtEl>
                                        <p:attrNameLst>
                                          <p:attrName>style.visibility</p:attrName>
                                        </p:attrNameLst>
                                      </p:cBhvr>
                                      <p:to>
                                        <p:strVal val="visible"/>
                                      </p:to>
                                    </p:set>
                                    <p:animEffect transition="in" filter="wipe(down)">
                                      <p:cBhvr>
                                        <p:cTn id="12" dur="500"/>
                                        <p:tgtEl>
                                          <p:spTgt spid="9">
                                            <p:graphicEl>
                                              <a:dgm id="{BE2E13CE-9EDC-4845-A380-616F585672F0}"/>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9">
                                            <p:graphicEl>
                                              <a:dgm id="{BF36B75A-63EB-4ACF-80A0-D99FFDBF12E4}"/>
                                            </p:graphicEl>
                                          </p:spTgt>
                                        </p:tgtEl>
                                        <p:attrNameLst>
                                          <p:attrName>style.visibility</p:attrName>
                                        </p:attrNameLst>
                                      </p:cBhvr>
                                      <p:to>
                                        <p:strVal val="visible"/>
                                      </p:to>
                                    </p:set>
                                    <p:animEffect transition="in" filter="wipe(down)">
                                      <p:cBhvr>
                                        <p:cTn id="17" dur="500"/>
                                        <p:tgtEl>
                                          <p:spTgt spid="9">
                                            <p:graphicEl>
                                              <a:dgm id="{BF36B75A-63EB-4ACF-80A0-D99FFDBF12E4}"/>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9">
                                            <p:graphicEl>
                                              <a:dgm id="{9D233466-975C-4996-9B6C-90508BE7B87C}"/>
                                            </p:graphicEl>
                                          </p:spTgt>
                                        </p:tgtEl>
                                        <p:attrNameLst>
                                          <p:attrName>style.visibility</p:attrName>
                                        </p:attrNameLst>
                                      </p:cBhvr>
                                      <p:to>
                                        <p:strVal val="visible"/>
                                      </p:to>
                                    </p:set>
                                    <p:animEffect transition="in" filter="wipe(down)">
                                      <p:cBhvr>
                                        <p:cTn id="22" dur="500"/>
                                        <p:tgtEl>
                                          <p:spTgt spid="9">
                                            <p:graphicEl>
                                              <a:dgm id="{9D233466-975C-4996-9B6C-90508BE7B87C}"/>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9">
                                            <p:graphicEl>
                                              <a:dgm id="{7F6F9941-A2A2-4229-B1EF-473F8DA0FD30}"/>
                                            </p:graphicEl>
                                          </p:spTgt>
                                        </p:tgtEl>
                                        <p:attrNameLst>
                                          <p:attrName>style.visibility</p:attrName>
                                        </p:attrNameLst>
                                      </p:cBhvr>
                                      <p:to>
                                        <p:strVal val="visible"/>
                                      </p:to>
                                    </p:set>
                                    <p:animEffect transition="in" filter="wipe(down)">
                                      <p:cBhvr>
                                        <p:cTn id="27" dur="500"/>
                                        <p:tgtEl>
                                          <p:spTgt spid="9">
                                            <p:graphicEl>
                                              <a:dgm id="{7F6F9941-A2A2-4229-B1EF-473F8DA0FD30}"/>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9">
                                            <p:graphicEl>
                                              <a:dgm id="{DCDB34B4-83B2-42FB-991E-B4AA2367648F}"/>
                                            </p:graphicEl>
                                          </p:spTgt>
                                        </p:tgtEl>
                                        <p:attrNameLst>
                                          <p:attrName>style.visibility</p:attrName>
                                        </p:attrNameLst>
                                      </p:cBhvr>
                                      <p:to>
                                        <p:strVal val="visible"/>
                                      </p:to>
                                    </p:set>
                                    <p:animEffect transition="in" filter="wipe(down)">
                                      <p:cBhvr>
                                        <p:cTn id="32" dur="500"/>
                                        <p:tgtEl>
                                          <p:spTgt spid="9">
                                            <p:graphicEl>
                                              <a:dgm id="{DCDB34B4-83B2-42FB-991E-B4AA2367648F}"/>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4" fill="hold" grpId="0" nodeType="clickEffect">
                                  <p:stCondLst>
                                    <p:cond delay="0"/>
                                  </p:stCondLst>
                                  <p:childTnLst>
                                    <p:set>
                                      <p:cBhvr>
                                        <p:cTn id="36" dur="1" fill="hold">
                                          <p:stCondLst>
                                            <p:cond delay="0"/>
                                          </p:stCondLst>
                                        </p:cTn>
                                        <p:tgtEl>
                                          <p:spTgt spid="9">
                                            <p:graphicEl>
                                              <a:dgm id="{207E991B-8F6E-4251-A253-1A3449047BFA}"/>
                                            </p:graphicEl>
                                          </p:spTgt>
                                        </p:tgtEl>
                                        <p:attrNameLst>
                                          <p:attrName>style.visibility</p:attrName>
                                        </p:attrNameLst>
                                      </p:cBhvr>
                                      <p:to>
                                        <p:strVal val="visible"/>
                                      </p:to>
                                    </p:set>
                                    <p:animEffect transition="in" filter="wipe(down)">
                                      <p:cBhvr>
                                        <p:cTn id="37" dur="500"/>
                                        <p:tgtEl>
                                          <p:spTgt spid="9">
                                            <p:graphicEl>
                                              <a:dgm id="{207E991B-8F6E-4251-A253-1A3449047BFA}"/>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4" fill="hold" grpId="0" nodeType="clickEffect">
                                  <p:stCondLst>
                                    <p:cond delay="0"/>
                                  </p:stCondLst>
                                  <p:childTnLst>
                                    <p:set>
                                      <p:cBhvr>
                                        <p:cTn id="41" dur="1" fill="hold">
                                          <p:stCondLst>
                                            <p:cond delay="0"/>
                                          </p:stCondLst>
                                        </p:cTn>
                                        <p:tgtEl>
                                          <p:spTgt spid="9">
                                            <p:graphicEl>
                                              <a:dgm id="{6677C103-7E91-470C-9519-E3FFB89C02DA}"/>
                                            </p:graphicEl>
                                          </p:spTgt>
                                        </p:tgtEl>
                                        <p:attrNameLst>
                                          <p:attrName>style.visibility</p:attrName>
                                        </p:attrNameLst>
                                      </p:cBhvr>
                                      <p:to>
                                        <p:strVal val="visible"/>
                                      </p:to>
                                    </p:set>
                                    <p:animEffect transition="in" filter="wipe(down)">
                                      <p:cBhvr>
                                        <p:cTn id="42" dur="500"/>
                                        <p:tgtEl>
                                          <p:spTgt spid="9">
                                            <p:graphicEl>
                                              <a:dgm id="{6677C103-7E91-470C-9519-E3FFB89C02DA}"/>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4" fill="hold" grpId="0" nodeType="clickEffect">
                                  <p:stCondLst>
                                    <p:cond delay="0"/>
                                  </p:stCondLst>
                                  <p:childTnLst>
                                    <p:set>
                                      <p:cBhvr>
                                        <p:cTn id="46" dur="1" fill="hold">
                                          <p:stCondLst>
                                            <p:cond delay="0"/>
                                          </p:stCondLst>
                                        </p:cTn>
                                        <p:tgtEl>
                                          <p:spTgt spid="9">
                                            <p:graphicEl>
                                              <a:dgm id="{8E21F64E-23B3-499F-B59E-B2DC03E0D57D}"/>
                                            </p:graphicEl>
                                          </p:spTgt>
                                        </p:tgtEl>
                                        <p:attrNameLst>
                                          <p:attrName>style.visibility</p:attrName>
                                        </p:attrNameLst>
                                      </p:cBhvr>
                                      <p:to>
                                        <p:strVal val="visible"/>
                                      </p:to>
                                    </p:set>
                                    <p:animEffect transition="in" filter="wipe(down)">
                                      <p:cBhvr>
                                        <p:cTn id="47" dur="500"/>
                                        <p:tgtEl>
                                          <p:spTgt spid="9">
                                            <p:graphicEl>
                                              <a:dgm id="{8E21F64E-23B3-499F-B59E-B2DC03E0D57D}"/>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9" grpId="0">
        <p:bldSub>
          <a:bldDgm bld="one"/>
        </p:bldSub>
      </p:bldGraphic>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4 Grupo"/>
          <p:cNvGrpSpPr/>
          <p:nvPr/>
        </p:nvGrpSpPr>
        <p:grpSpPr>
          <a:xfrm>
            <a:off x="0" y="-27383"/>
            <a:ext cx="9144000" cy="6890884"/>
            <a:chOff x="0" y="-27383"/>
            <a:chExt cx="9144000" cy="6890884"/>
          </a:xfrm>
        </p:grpSpPr>
        <p:pic>
          <p:nvPicPr>
            <p:cNvPr id="6"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6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0"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1" name="10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sp>
        <p:nvSpPr>
          <p:cNvPr id="3" name="2 Rectángulo redondeado"/>
          <p:cNvSpPr/>
          <p:nvPr/>
        </p:nvSpPr>
        <p:spPr>
          <a:xfrm>
            <a:off x="286603" y="1221796"/>
            <a:ext cx="7731354" cy="4392692"/>
          </a:xfrm>
          <a:prstGeom prst="roundRect">
            <a:avLst/>
          </a:prstGeom>
          <a:solidFill>
            <a:srgbClr val="3898B2"/>
          </a:solidFill>
          <a:ln>
            <a:noFill/>
          </a:ln>
        </p:spPr>
        <p:txBody>
          <a:bodyPr wrap="square">
            <a:spAutoFit/>
          </a:bodyPr>
          <a:lstStyle/>
          <a:p>
            <a:pPr algn="ctr">
              <a:spcBef>
                <a:spcPct val="0"/>
              </a:spcBef>
            </a:pPr>
            <a:r>
              <a:rPr lang="es-CO" sz="2800" dirty="0">
                <a:solidFill>
                  <a:schemeClr val="bg1"/>
                </a:solidFill>
                <a:latin typeface="Futura Std Medium" pitchFamily="34" charset="0"/>
              </a:rPr>
              <a:t>Las entidades que se creen con posterioridad a la publicación del </a:t>
            </a:r>
            <a:r>
              <a:rPr lang="es-CO" sz="2800" dirty="0" smtClean="0">
                <a:solidFill>
                  <a:schemeClr val="bg1"/>
                </a:solidFill>
                <a:latin typeface="Futura Std Medium" pitchFamily="34" charset="0"/>
              </a:rPr>
              <a:t>decreto </a:t>
            </a:r>
            <a:r>
              <a:rPr lang="es-CO" sz="2800" dirty="0">
                <a:solidFill>
                  <a:schemeClr val="bg1"/>
                </a:solidFill>
                <a:latin typeface="Futura Std Medium" pitchFamily="34" charset="0"/>
              </a:rPr>
              <a:t>deberán implementar el Modelo Actualizado siguiendo las </a:t>
            </a:r>
            <a:r>
              <a:rPr lang="es-CO" sz="2800" dirty="0" smtClean="0">
                <a:solidFill>
                  <a:schemeClr val="bg1"/>
                </a:solidFill>
                <a:latin typeface="Futura Std Medium" pitchFamily="34" charset="0"/>
              </a:rPr>
              <a:t>mismas fases de las entidades creadas en el año anterior a la publicación del decreto 943  de 2014; </a:t>
            </a:r>
            <a:r>
              <a:rPr lang="es-CO" sz="2800" dirty="0">
                <a:solidFill>
                  <a:srgbClr val="FFFF00"/>
                </a:solidFill>
                <a:latin typeface="Futura Std Medium" pitchFamily="34" charset="0"/>
              </a:rPr>
              <a:t>el plazo para su implementación se contará 6 meses después de la creación de su planta de personal</a:t>
            </a:r>
            <a:r>
              <a:rPr lang="es-CO" sz="2800" dirty="0" smtClean="0">
                <a:solidFill>
                  <a:srgbClr val="FFFF00"/>
                </a:solidFill>
                <a:latin typeface="Futura Std Medium" pitchFamily="34" charset="0"/>
              </a:rPr>
              <a:t>. (24 meses)</a:t>
            </a:r>
            <a:endParaRPr lang="es-CO" sz="2800" dirty="0">
              <a:solidFill>
                <a:srgbClr val="FFFF00"/>
              </a:solidFill>
              <a:latin typeface="Futura Std Medium" pitchFamily="34" charset="0"/>
            </a:endParaRPr>
          </a:p>
        </p:txBody>
      </p:sp>
      <p:sp>
        <p:nvSpPr>
          <p:cNvPr id="4" name="3 Rectángulo redondeado"/>
          <p:cNvSpPr/>
          <p:nvPr/>
        </p:nvSpPr>
        <p:spPr>
          <a:xfrm>
            <a:off x="2869684" y="418618"/>
            <a:ext cx="5029821" cy="510778"/>
          </a:xfrm>
          <a:prstGeom prst="roundRect">
            <a:avLst/>
          </a:prstGeom>
          <a:ln>
            <a:solidFill>
              <a:srgbClr val="632B00"/>
            </a:solidFill>
          </a:ln>
        </p:spPr>
        <p:txBody>
          <a:bodyPr wrap="square">
            <a:spAutoFit/>
          </a:bodyPr>
          <a:lstStyle/>
          <a:p>
            <a:pPr algn="ctr"/>
            <a:r>
              <a:rPr lang="es-CO" sz="2400" b="1" dirty="0" smtClean="0">
                <a:latin typeface="Futura Std Medium"/>
                <a:cs typeface="Futura Std Medium"/>
              </a:rPr>
              <a:t>Fases para la implementación</a:t>
            </a:r>
            <a:endParaRPr lang="es-CO" sz="2400" dirty="0"/>
          </a:p>
        </p:txBody>
      </p:sp>
    </p:spTree>
    <p:extLst>
      <p:ext uri="{BB962C8B-B14F-4D97-AF65-F5344CB8AC3E}">
        <p14:creationId xmlns:p14="http://schemas.microsoft.com/office/powerpoint/2010/main" val="2835657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3 Grupo"/>
          <p:cNvGrpSpPr/>
          <p:nvPr/>
        </p:nvGrpSpPr>
        <p:grpSpPr>
          <a:xfrm>
            <a:off x="0" y="-27383"/>
            <a:ext cx="9144000" cy="6890884"/>
            <a:chOff x="0" y="-27383"/>
            <a:chExt cx="9144000" cy="6890884"/>
          </a:xfrm>
        </p:grpSpPr>
        <p:pic>
          <p:nvPicPr>
            <p:cNvPr id="5"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5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7" name="6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9"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0" name="9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sp>
        <p:nvSpPr>
          <p:cNvPr id="2" name="Rectangle 4"/>
          <p:cNvSpPr txBox="1">
            <a:spLocks noChangeArrowheads="1"/>
          </p:cNvSpPr>
          <p:nvPr/>
        </p:nvSpPr>
        <p:spPr>
          <a:xfrm>
            <a:off x="681037" y="1585119"/>
            <a:ext cx="7851775" cy="4306526"/>
          </a:xfrm>
          <a:prstGeom prst="rect">
            <a:avLst/>
          </a:prstGeom>
        </p:spPr>
        <p:txBody>
          <a:bodyPr/>
          <a:lstStyle/>
          <a:p>
            <a:pPr marL="609600" indent="-609600" algn="just">
              <a:lnSpc>
                <a:spcPct val="85000"/>
              </a:lnSpc>
              <a:spcBef>
                <a:spcPct val="20000"/>
              </a:spcBef>
              <a:buFontTx/>
              <a:buAutoNum type="arabicPeriod"/>
              <a:defRPr/>
            </a:pPr>
            <a:r>
              <a:rPr lang="es-CO" sz="2800" dirty="0" smtClean="0">
                <a:solidFill>
                  <a:schemeClr val="bg1">
                    <a:lumMod val="85000"/>
                  </a:schemeClr>
                </a:solidFill>
                <a:latin typeface="Futura Std Medium" pitchFamily="34" charset="0"/>
                <a:cs typeface="Futura Std Book"/>
              </a:rPr>
              <a:t>Objetivos de la sesión </a:t>
            </a:r>
          </a:p>
          <a:p>
            <a:pPr marL="609600" indent="-609600" algn="just">
              <a:lnSpc>
                <a:spcPct val="85000"/>
              </a:lnSpc>
              <a:spcBef>
                <a:spcPct val="20000"/>
              </a:spcBef>
              <a:buFontTx/>
              <a:buAutoNum type="arabicPeriod"/>
              <a:defRPr/>
            </a:pPr>
            <a:r>
              <a:rPr lang="es-CO" sz="2800" dirty="0" smtClean="0">
                <a:solidFill>
                  <a:schemeClr val="bg1">
                    <a:lumMod val="85000"/>
                  </a:schemeClr>
                </a:solidFill>
                <a:latin typeface="Futura Std Medium" pitchFamily="34" charset="0"/>
                <a:cs typeface="Futura Std Book"/>
              </a:rPr>
              <a:t>Marco legal del Sistema de Control Interno</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Justificación de la actualización</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Metodología utilizada para la actualización</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Estructura general</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Principales cambios</a:t>
            </a:r>
          </a:p>
          <a:p>
            <a:pPr marL="609600" indent="-609600" algn="just">
              <a:lnSpc>
                <a:spcPct val="85000"/>
              </a:lnSpc>
              <a:spcBef>
                <a:spcPct val="20000"/>
              </a:spcBef>
              <a:buFontTx/>
              <a:buAutoNum type="arabicPeriod"/>
              <a:defRPr/>
            </a:pPr>
            <a:r>
              <a:rPr lang="es-ES" sz="2800" dirty="0" smtClean="0">
                <a:solidFill>
                  <a:schemeClr val="bg1">
                    <a:lumMod val="85000"/>
                  </a:schemeClr>
                </a:solidFill>
                <a:latin typeface="Futura Std Medium" pitchFamily="34" charset="0"/>
                <a:cs typeface="Futura Std Book"/>
              </a:rPr>
              <a:t>Fases de la actualización</a:t>
            </a:r>
          </a:p>
          <a:p>
            <a:pPr marL="609600" indent="-609600" algn="just">
              <a:lnSpc>
                <a:spcPct val="85000"/>
              </a:lnSpc>
              <a:spcBef>
                <a:spcPct val="20000"/>
              </a:spcBef>
              <a:buFontTx/>
              <a:buAutoNum type="arabicPeriod"/>
              <a:defRPr/>
            </a:pPr>
            <a:r>
              <a:rPr lang="es-ES" sz="2800" dirty="0" smtClean="0">
                <a:solidFill>
                  <a:schemeClr val="bg2">
                    <a:lumMod val="25000"/>
                  </a:schemeClr>
                </a:solidFill>
                <a:latin typeface="Futura Std Medium" pitchFamily="34" charset="0"/>
                <a:cs typeface="Futura Std Book"/>
              </a:rPr>
              <a:t>Roles y Responsabilidades.</a:t>
            </a:r>
            <a:endParaRPr lang="es-CO" sz="2800" b="1" kern="0" dirty="0">
              <a:solidFill>
                <a:schemeClr val="bg2">
                  <a:lumMod val="25000"/>
                </a:schemeClr>
              </a:solidFill>
              <a:latin typeface="Futura Std Medium" pitchFamily="34" charset="0"/>
            </a:endParaRPr>
          </a:p>
          <a:p>
            <a:pPr marL="609600" indent="-609600" algn="just">
              <a:lnSpc>
                <a:spcPct val="85000"/>
              </a:lnSpc>
              <a:spcBef>
                <a:spcPct val="20000"/>
              </a:spcBef>
              <a:buFontTx/>
              <a:buAutoNum type="arabicPeriod"/>
              <a:defRPr/>
            </a:pPr>
            <a:endParaRPr lang="es-CO" sz="2500" b="1" kern="0" dirty="0">
              <a:solidFill>
                <a:srgbClr val="0000FF"/>
              </a:solidFill>
              <a:latin typeface="Calibri" pitchFamily="34" charset="0"/>
              <a:cs typeface="+mn-cs"/>
            </a:endParaRPr>
          </a:p>
        </p:txBody>
      </p:sp>
      <p:sp>
        <p:nvSpPr>
          <p:cNvPr id="3" name="2 Rectángulo redondeado"/>
          <p:cNvSpPr/>
          <p:nvPr/>
        </p:nvSpPr>
        <p:spPr>
          <a:xfrm>
            <a:off x="4385331" y="249616"/>
            <a:ext cx="3279763" cy="578882"/>
          </a:xfrm>
          <a:prstGeom prst="roundRect">
            <a:avLst/>
          </a:prstGeom>
          <a:ln>
            <a:solidFill>
              <a:srgbClr val="632B00"/>
            </a:solidFill>
          </a:ln>
        </p:spPr>
        <p:txBody>
          <a:bodyPr wrap="square">
            <a:spAutoFit/>
          </a:bodyPr>
          <a:lstStyle/>
          <a:p>
            <a:pPr algn="ctr"/>
            <a:r>
              <a:rPr lang="es-CO" sz="2800" b="1" dirty="0" smtClean="0">
                <a:solidFill>
                  <a:srgbClr val="632B00"/>
                </a:solidFill>
                <a:latin typeface="Futura Std Medium"/>
                <a:cs typeface="Futura Std Medium"/>
              </a:rPr>
              <a:t>Agenda</a:t>
            </a:r>
            <a:endParaRPr lang="es-CO" sz="2800" dirty="0"/>
          </a:p>
        </p:txBody>
      </p:sp>
    </p:spTree>
    <p:extLst>
      <p:ext uri="{BB962C8B-B14F-4D97-AF65-F5344CB8AC3E}">
        <p14:creationId xmlns:p14="http://schemas.microsoft.com/office/powerpoint/2010/main" val="632125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3 Grupo"/>
          <p:cNvGrpSpPr/>
          <p:nvPr/>
        </p:nvGrpSpPr>
        <p:grpSpPr>
          <a:xfrm>
            <a:off x="0" y="-27383"/>
            <a:ext cx="9144000" cy="6890884"/>
            <a:chOff x="0" y="-27383"/>
            <a:chExt cx="9144000" cy="6890884"/>
          </a:xfrm>
        </p:grpSpPr>
        <p:pic>
          <p:nvPicPr>
            <p:cNvPr id="6"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6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0"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1" name="10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sp>
        <p:nvSpPr>
          <p:cNvPr id="2" name="1 Rectángulo redondeado"/>
          <p:cNvSpPr/>
          <p:nvPr/>
        </p:nvSpPr>
        <p:spPr>
          <a:xfrm>
            <a:off x="3483201" y="287536"/>
            <a:ext cx="4523076" cy="1055608"/>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Roles y Responsabilidades</a:t>
            </a:r>
            <a:endParaRPr lang="es-CO" sz="2800" dirty="0"/>
          </a:p>
        </p:txBody>
      </p:sp>
      <p:graphicFrame>
        <p:nvGraphicFramePr>
          <p:cNvPr id="5" name="4 Diagrama"/>
          <p:cNvGraphicFramePr/>
          <p:nvPr>
            <p:extLst>
              <p:ext uri="{D42A27DB-BD31-4B8C-83A1-F6EECF244321}">
                <p14:modId xmlns:p14="http://schemas.microsoft.com/office/powerpoint/2010/main" val="511002124"/>
              </p:ext>
            </p:extLst>
          </p:nvPr>
        </p:nvGraphicFramePr>
        <p:xfrm>
          <a:off x="360218" y="1460304"/>
          <a:ext cx="7105107" cy="488589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711888005"/>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5 Grupo"/>
          <p:cNvGrpSpPr/>
          <p:nvPr/>
        </p:nvGrpSpPr>
        <p:grpSpPr>
          <a:xfrm>
            <a:off x="0" y="-27383"/>
            <a:ext cx="9144000" cy="6890884"/>
            <a:chOff x="0" y="-27383"/>
            <a:chExt cx="9144000" cy="6890884"/>
          </a:xfrm>
        </p:grpSpPr>
        <p:pic>
          <p:nvPicPr>
            <p:cNvPr id="7"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7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9" name="8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10" name="9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11"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2" name="11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aphicFrame>
        <p:nvGraphicFramePr>
          <p:cNvPr id="5" name="4 Diagrama"/>
          <p:cNvGraphicFramePr/>
          <p:nvPr>
            <p:extLst>
              <p:ext uri="{D42A27DB-BD31-4B8C-83A1-F6EECF244321}">
                <p14:modId xmlns:p14="http://schemas.microsoft.com/office/powerpoint/2010/main" val="2829619374"/>
              </p:ext>
            </p:extLst>
          </p:nvPr>
        </p:nvGraphicFramePr>
        <p:xfrm>
          <a:off x="320386" y="1003698"/>
          <a:ext cx="7807712" cy="512414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3 Rectángulo redondeado"/>
          <p:cNvSpPr/>
          <p:nvPr/>
        </p:nvSpPr>
        <p:spPr>
          <a:xfrm>
            <a:off x="1801489" y="298326"/>
            <a:ext cx="5895848" cy="578882"/>
          </a:xfrm>
          <a:prstGeom prst="roundRect">
            <a:avLst/>
          </a:prstGeom>
          <a:ln>
            <a:solidFill>
              <a:srgbClr val="632B00"/>
            </a:solidFill>
          </a:ln>
        </p:spPr>
        <p:txBody>
          <a:bodyPr wrap="square">
            <a:spAutoFit/>
          </a:bodyPr>
          <a:lstStyle/>
          <a:p>
            <a:pPr algn="ctr"/>
            <a:r>
              <a:rPr lang="es-CO" sz="2800" b="1" dirty="0" smtClean="0">
                <a:latin typeface="Futura Std Medium"/>
                <a:cs typeface="Futura Std Medium"/>
              </a:rPr>
              <a:t>Roles y Responsabilidades</a:t>
            </a:r>
            <a:endParaRPr lang="es-CO" sz="2800" dirty="0"/>
          </a:p>
        </p:txBody>
      </p:sp>
    </p:spTree>
    <p:extLst>
      <p:ext uri="{BB962C8B-B14F-4D97-AF65-F5344CB8AC3E}">
        <p14:creationId xmlns:p14="http://schemas.microsoft.com/office/powerpoint/2010/main" val="1656868163"/>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2 Imagen"/>
          <p:cNvPicPr>
            <a:picLocks noChangeAspect="1"/>
          </p:cNvPicPr>
          <p:nvPr/>
        </p:nvPicPr>
        <p:blipFill rotWithShape="1">
          <a:blip r:embed="rId3">
            <a:extLst>
              <a:ext uri="{28A0092B-C50C-407E-A947-70E740481C1C}">
                <a14:useLocalDpi xmlns:a14="http://schemas.microsoft.com/office/drawing/2010/main" val="0"/>
              </a:ext>
            </a:extLst>
          </a:blip>
          <a:srcRect t="1" r="2005" b="740"/>
          <a:stretch/>
        </p:blipFill>
        <p:spPr>
          <a:xfrm>
            <a:off x="5530769" y="2204864"/>
            <a:ext cx="3612799" cy="4396966"/>
          </a:xfrm>
          <a:prstGeom prst="rect">
            <a:avLst/>
          </a:prstGeom>
        </p:spPr>
      </p:pic>
      <p:grpSp>
        <p:nvGrpSpPr>
          <p:cNvPr id="4" name="3 Grupo"/>
          <p:cNvGrpSpPr/>
          <p:nvPr/>
        </p:nvGrpSpPr>
        <p:grpSpPr>
          <a:xfrm>
            <a:off x="0" y="-27383"/>
            <a:ext cx="9144000" cy="6890884"/>
            <a:chOff x="0" y="-27383"/>
            <a:chExt cx="9144000" cy="6890884"/>
          </a:xfrm>
        </p:grpSpPr>
        <p:pic>
          <p:nvPicPr>
            <p:cNvPr id="5" name="Picture 4"/>
            <p:cNvPicPr>
              <a:picLocks noChangeAspect="1" noChangeArrowheads="1"/>
            </p:cNvPicPr>
            <p:nvPr/>
          </p:nvPicPr>
          <p:blipFill rotWithShape="1">
            <a:blip r:embed="rId4">
              <a:extLst>
                <a:ext uri="{28A0092B-C50C-407E-A947-70E740481C1C}">
                  <a14:useLocalDpi xmlns:a14="http://schemas.microsoft.com/office/drawing/2010/main" val="0"/>
                </a:ext>
              </a:extLst>
            </a:blip>
            <a:srcRect l="40452" t="13983" r="7888" b="30943"/>
            <a:stretch/>
          </p:blipFill>
          <p:spPr bwMode="auto">
            <a:xfrm>
              <a:off x="8017957" y="418618"/>
              <a:ext cx="1112381" cy="474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5 CuadroTexto"/>
            <p:cNvSpPr txBox="1"/>
            <p:nvPr/>
          </p:nvSpPr>
          <p:spPr>
            <a:xfrm>
              <a:off x="5292080" y="6309503"/>
              <a:ext cx="3851920"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7" name="6 CuadroTexto"/>
            <p:cNvSpPr txBox="1"/>
            <p:nvPr/>
          </p:nvSpPr>
          <p:spPr>
            <a:xfrm rot="10800000">
              <a:off x="0" y="-27383"/>
              <a:ext cx="9143568" cy="553998"/>
            </a:xfrm>
            <a:prstGeom prst="rect">
              <a:avLst/>
            </a:prstGeom>
            <a:gradFill flip="none" rotWithShape="1">
              <a:gsLst>
                <a:gs pos="0">
                  <a:schemeClr val="bg1">
                    <a:alpha val="22000"/>
                  </a:schemeClr>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latin typeface="Eras Medium ITC" panose="020B0602030504020804" pitchFamily="34" charset="0"/>
              </a:endParaRPr>
            </a:p>
            <a:p>
              <a:pPr algn="ctr"/>
              <a:endParaRPr lang="es-CO" sz="1000" b="1" spc="600" dirty="0">
                <a:latin typeface="Eras Medium ITC" panose="020B0602030504020804" pitchFamily="34" charset="0"/>
              </a:endParaRPr>
            </a:p>
            <a:p>
              <a:pPr algn="ctr"/>
              <a:endParaRPr lang="es-CO" sz="1000" b="1" spc="600" dirty="0">
                <a:latin typeface="Eras Medium ITC" panose="020B0602030504020804" pitchFamily="34" charset="0"/>
              </a:endParaRPr>
            </a:p>
          </p:txBody>
        </p:sp>
        <p:sp>
          <p:nvSpPr>
            <p:cNvPr id="8" name="7 CuadroTexto"/>
            <p:cNvSpPr txBox="1"/>
            <p:nvPr/>
          </p:nvSpPr>
          <p:spPr>
            <a:xfrm>
              <a:off x="0" y="6309320"/>
              <a:ext cx="5292080" cy="553998"/>
            </a:xfrm>
            <a:prstGeom prst="rect">
              <a:avLst/>
            </a:prstGeom>
            <a:gradFill flip="none" rotWithShape="1">
              <a:gsLst>
                <a:gs pos="0">
                  <a:schemeClr val="bg1"/>
                </a:gs>
                <a:gs pos="50000">
                  <a:schemeClr val="bg1">
                    <a:lumMod val="85000"/>
                  </a:schemeClr>
                </a:gs>
                <a:gs pos="100000">
                  <a:schemeClr val="bg1">
                    <a:lumMod val="75000"/>
                  </a:schemeClr>
                </a:gs>
              </a:gsLst>
              <a:lin ang="5400000" scaled="0"/>
              <a:tileRect/>
            </a:gradFill>
          </p:spPr>
          <p:txBody>
            <a:bodyPr wrap="square" rtlCol="0">
              <a:spAutoFit/>
            </a:bodyPr>
            <a:lstStyle/>
            <a:p>
              <a:pPr algn="ctr"/>
              <a:endParaRPr lang="es-CO" sz="1000" b="1" spc="600" dirty="0" smtClean="0">
                <a:solidFill>
                  <a:schemeClr val="accent2">
                    <a:lumMod val="75000"/>
                  </a:schemeClr>
                </a:solidFill>
                <a:latin typeface="Eras Medium ITC" panose="020B0602030504020804" pitchFamily="34" charset="0"/>
              </a:endParaRPr>
            </a:p>
            <a:p>
              <a:pPr algn="ctr"/>
              <a:r>
                <a:rPr lang="es-CO" sz="1000" b="1" spc="600" dirty="0" smtClean="0">
                  <a:solidFill>
                    <a:schemeClr val="accent2">
                      <a:lumMod val="75000"/>
                    </a:schemeClr>
                  </a:solidFill>
                  <a:latin typeface="Eras Medium ITC" panose="020B0602030504020804" pitchFamily="34" charset="0"/>
                </a:rPr>
                <a:t>ACTUALIZACIÓN </a:t>
              </a:r>
              <a:r>
                <a:rPr lang="es-CO" sz="1000" b="1" spc="600" dirty="0" err="1" smtClean="0">
                  <a:solidFill>
                    <a:srgbClr val="00B050"/>
                  </a:solidFill>
                  <a:latin typeface="Eras Medium ITC" panose="020B0602030504020804" pitchFamily="34" charset="0"/>
                </a:rPr>
                <a:t>MECI</a:t>
              </a:r>
              <a:r>
                <a:rPr lang="es-CO" sz="1000" b="1" spc="600" dirty="0" smtClean="0">
                  <a:solidFill>
                    <a:srgbClr val="00B050"/>
                  </a:solidFill>
                  <a:latin typeface="Eras Medium ITC" panose="020B0602030504020804" pitchFamily="34" charset="0"/>
                </a:rPr>
                <a:t> – CAS 2014</a:t>
              </a:r>
            </a:p>
            <a:p>
              <a:pPr algn="ctr"/>
              <a:endParaRPr lang="es-CO" sz="1000" b="1" spc="600" dirty="0">
                <a:latin typeface="Eras Medium ITC" panose="020B0602030504020804" pitchFamily="34" charset="0"/>
              </a:endParaRPr>
            </a:p>
          </p:txBody>
        </p:sp>
        <p:pic>
          <p:nvPicPr>
            <p:cNvPr id="9" name="Picture 4"/>
            <p:cNvPicPr>
              <a:picLocks noChangeAspect="1" noChangeArrowheads="1"/>
            </p:cNvPicPr>
            <p:nvPr/>
          </p:nvPicPr>
          <p:blipFill rotWithShape="1">
            <a:blip r:embed="rId4">
              <a:extLst>
                <a:ext uri="{28A0092B-C50C-407E-A947-70E740481C1C}">
                  <a14:useLocalDpi xmlns:a14="http://schemas.microsoft.com/office/drawing/2010/main" val="0"/>
                </a:ext>
              </a:extLst>
            </a:blip>
            <a:srcRect l="5860" r="65686"/>
            <a:stretch/>
          </p:blipFill>
          <p:spPr bwMode="auto">
            <a:xfrm>
              <a:off x="8128098" y="921811"/>
              <a:ext cx="892098" cy="1255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23554" name="CuadroTexto 17">
            <a:hlinkClick r:id="rId5" action="ppaction://hlinkfile"/>
          </p:cNvPr>
          <p:cNvSpPr txBox="1">
            <a:spLocks noChangeArrowheads="1"/>
          </p:cNvSpPr>
          <p:nvPr/>
        </p:nvSpPr>
        <p:spPr bwMode="auto">
          <a:xfrm>
            <a:off x="1951151" y="3894280"/>
            <a:ext cx="5272087" cy="131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b="1">
                <a:solidFill>
                  <a:schemeClr val="tx1"/>
                </a:solidFill>
                <a:latin typeface="Arial" charset="0"/>
              </a:defRPr>
            </a:lvl1pPr>
            <a:lvl2pPr marL="742950" indent="-285750" eaLnBrk="0" hangingPunct="0">
              <a:defRPr b="1">
                <a:solidFill>
                  <a:schemeClr val="tx1"/>
                </a:solidFill>
                <a:latin typeface="Arial" charset="0"/>
              </a:defRPr>
            </a:lvl2pPr>
            <a:lvl3pPr marL="1143000" indent="-228600" eaLnBrk="0" hangingPunct="0">
              <a:defRPr b="1">
                <a:solidFill>
                  <a:schemeClr val="tx1"/>
                </a:solidFill>
                <a:latin typeface="Arial" charset="0"/>
              </a:defRPr>
            </a:lvl3pPr>
            <a:lvl4pPr marL="1600200" indent="-228600" eaLnBrk="0" hangingPunct="0">
              <a:defRPr b="1">
                <a:solidFill>
                  <a:schemeClr val="tx1"/>
                </a:solidFill>
                <a:latin typeface="Arial" charset="0"/>
              </a:defRPr>
            </a:lvl4pPr>
            <a:lvl5pPr marL="2057400" indent="-228600" eaLnBrk="0" hangingPunct="0">
              <a:defRPr b="1">
                <a:solidFill>
                  <a:schemeClr val="tx1"/>
                </a:solidFill>
                <a:latin typeface="Arial" charset="0"/>
              </a:defRPr>
            </a:lvl5pPr>
            <a:lvl6pPr marL="2514600" indent="-228600" eaLnBrk="0" fontAlgn="base" hangingPunct="0">
              <a:spcBef>
                <a:spcPct val="0"/>
              </a:spcBef>
              <a:spcAft>
                <a:spcPct val="0"/>
              </a:spcAft>
              <a:defRPr b="1">
                <a:solidFill>
                  <a:schemeClr val="tx1"/>
                </a:solidFill>
                <a:latin typeface="Arial" charset="0"/>
              </a:defRPr>
            </a:lvl6pPr>
            <a:lvl7pPr marL="2971800" indent="-228600" eaLnBrk="0" fontAlgn="base" hangingPunct="0">
              <a:spcBef>
                <a:spcPct val="0"/>
              </a:spcBef>
              <a:spcAft>
                <a:spcPct val="0"/>
              </a:spcAft>
              <a:defRPr b="1">
                <a:solidFill>
                  <a:schemeClr val="tx1"/>
                </a:solidFill>
                <a:latin typeface="Arial" charset="0"/>
              </a:defRPr>
            </a:lvl7pPr>
            <a:lvl8pPr marL="3429000" indent="-228600" eaLnBrk="0" fontAlgn="base" hangingPunct="0">
              <a:spcBef>
                <a:spcPct val="0"/>
              </a:spcBef>
              <a:spcAft>
                <a:spcPct val="0"/>
              </a:spcAft>
              <a:defRPr b="1">
                <a:solidFill>
                  <a:schemeClr val="tx1"/>
                </a:solidFill>
                <a:latin typeface="Arial" charset="0"/>
              </a:defRPr>
            </a:lvl8pPr>
            <a:lvl9pPr marL="3886200" indent="-228600" eaLnBrk="0" fontAlgn="base" hangingPunct="0">
              <a:spcBef>
                <a:spcPct val="0"/>
              </a:spcBef>
              <a:spcAft>
                <a:spcPct val="0"/>
              </a:spcAft>
              <a:defRPr b="1">
                <a:solidFill>
                  <a:schemeClr val="tx1"/>
                </a:solidFill>
                <a:latin typeface="Arial" charset="0"/>
              </a:defRPr>
            </a:lvl9pPr>
          </a:lstStyle>
          <a:p>
            <a:pPr algn="r" eaLnBrk="1" hangingPunct="1">
              <a:lnSpc>
                <a:spcPct val="90000"/>
              </a:lnSpc>
            </a:pPr>
            <a:r>
              <a:rPr lang="es-ES" sz="8800" i="1" dirty="0">
                <a:cs typeface="Arial" charset="0"/>
              </a:rPr>
              <a:t>¡Gracias! </a:t>
            </a:r>
          </a:p>
        </p:txBody>
      </p:sp>
    </p:spTree>
    <p:extLst>
      <p:ext uri="{BB962C8B-B14F-4D97-AF65-F5344CB8AC3E}">
        <p14:creationId xmlns:p14="http://schemas.microsoft.com/office/powerpoint/2010/main" val="291323525"/>
      </p:ext>
    </p:extLst>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ARTICULATE_PUBLISH_MODE" val="2"/>
  <p:tag name="ARTICULATE_SOURCE_IMAGE" val="C:\Users\MARCOA~1\AppData\Local\Temp\articulate\presenter\imgtemp\ln1j9AYY_files\slide0001_image001.png"/>
</p:tagLst>
</file>

<file path=ppt/tags/tag2.xml><?xml version="1.0" encoding="utf-8"?>
<p:tagLst xmlns:a="http://schemas.openxmlformats.org/drawingml/2006/main" xmlns:r="http://schemas.openxmlformats.org/officeDocument/2006/relationships" xmlns:p="http://schemas.openxmlformats.org/presentationml/2006/main">
  <p:tag name="ARTICULATE_PUBLISH_MODE" val="2"/>
  <p:tag name="ARTICULATE_SOURCE_IMAGE" val="C:\Users\MARCOA~1\AppData\Local\Temp\articulate\presenter\imgtemp\ln1j9AYY_files\slide0001_image001.png"/>
</p:tagLst>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2897</TotalTime>
  <Words>3139</Words>
  <Application>Microsoft Office PowerPoint</Application>
  <PresentationFormat>Presentación en pantalla (4:3)</PresentationFormat>
  <Paragraphs>648</Paragraphs>
  <Slides>51</Slides>
  <Notes>2</Notes>
  <HiddenSlides>4</HiddenSlides>
  <MMClips>0</MMClips>
  <ScaleCrop>false</ScaleCrop>
  <HeadingPairs>
    <vt:vector size="4" baseType="variant">
      <vt:variant>
        <vt:lpstr>Tema</vt:lpstr>
      </vt:variant>
      <vt:variant>
        <vt:i4>1</vt:i4>
      </vt:variant>
      <vt:variant>
        <vt:lpstr>Títulos de diapositiva</vt:lpstr>
      </vt:variant>
      <vt:variant>
        <vt:i4>51</vt:i4>
      </vt:variant>
    </vt:vector>
  </HeadingPairs>
  <TitlesOfParts>
    <vt:vector size="52" baseType="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DAFP</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Título</dc:title>
  <dc:creator>Administrador</dc:creator>
  <cp:lastModifiedBy>SuperUs</cp:lastModifiedBy>
  <cp:revision>199</cp:revision>
  <cp:lastPrinted>2014-07-03T16:48:24Z</cp:lastPrinted>
  <dcterms:created xsi:type="dcterms:W3CDTF">2012-12-13T20:36:11Z</dcterms:created>
  <dcterms:modified xsi:type="dcterms:W3CDTF">2014-11-24T12:46:38Z</dcterms:modified>
</cp:coreProperties>
</file>